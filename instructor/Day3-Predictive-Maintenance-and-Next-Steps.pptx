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Masters/slideMaster3.xml" ContentType="application/vnd.openxmlformats-officedocument.presentationml.slideMaster+xml"/>
  <Override PartName="/ppt/notesSlides/notesSlide261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262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263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264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265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266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267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268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269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270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271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272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274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275.xml" ContentType="application/vnd.openxmlformats-officedocument.presentationml.notes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85" r:id="rId4"/>
    <p:sldMasterId id="2147483800" r:id="rId500"/>
  </p:sldMasterIdLst>
  <p:notesMasterIdLst>
    <p:notesMasterId r:id="rId5"/>
  </p:notesMasterIdLst>
  <p:sldIdLst>
    <p:sldId id="256" r:id="rId6"/>
    <p:sldId id="257" r:id="rId7"/>
    <p:sldId id="310" r:id="rId501"/>
    <p:sldId id="296" r:id="rId361"/>
    <p:sldId id="297" r:id="rId371"/>
    <p:sldId id="298" r:id="rId372"/>
    <p:sldId id="299" r:id="rId362"/>
    <p:sldId id="300" r:id="rId363"/>
    <p:sldId id="301" r:id="rId364"/>
    <p:sldId id="302" r:id="rId365"/>
    <p:sldId id="303" r:id="rId366"/>
    <p:sldId id="304" r:id="rId367"/>
    <p:sldId id="305" r:id="rId374"/>
    <p:sldId id="306" r:id="rId368"/>
    <p:sldId id="307" r:id="rId369"/>
    <p:sldId id="308" r:id="rId370"/>
    <p:sldId id="283" r:id="rId33"/>
    <p:sldId id="284" r:id="rId34"/>
    <p:sldId id="285" r:id="rId35"/>
    <p:sldId id="286" r:id="rId36"/>
    <p:sldId id="287" r:id="rId37"/>
    <p:sldId id="309" r:id="rId375"/>
    <p:sldId id="311" r:id="rId502"/>
    <p:sldId id="265" r:id="rId15"/>
    <p:sldId id="289" r:id="rId39"/>
    <p:sldId id="290" r:id="rId40"/>
    <p:sldId id="268" r:id="rId18"/>
    <p:sldId id="291" r:id="rId41"/>
    <p:sldId id="293" r:id="rId43"/>
    <p:sldId id="294" r:id="rId44"/>
  </p:sldIdLst>
  <p:sldSz cy="6858000" cx="12192000"/>
  <p:notesSz cx="6858000" cy="9144000"/>
  <p:embeddedFontLst>
    <p:embeddedFont>
      <p:font typeface="Play"/>
      <p:regular r:id="rId45"/>
      <p:bold r:id="rId46"/>
    </p:embeddedFont>
    <p:embeddedFont>
      <p:font typeface="Instrument Sans Medium"/>
      <p:regular r:id="rId47"/>
      <p:bold r:id="rId48"/>
      <p:italic r:id="rId49"/>
      <p:boldItalic r:id="rId50"/>
    </p:embeddedFont>
    <p:embeddedFont>
      <p:font typeface="Quattrocento Sans"/>
      <p:regular r:id="rId51"/>
      <p:bold r:id="rId52"/>
      <p:italic r:id="rId53"/>
      <p:boldItalic r:id="rId54"/>
    </p:embeddedFont>
    <p:embeddedFont>
      <p:font typeface="Helvetica Neue"/>
      <p:regular r:id="rId55"/>
      <p:bold r:id="rId56"/>
      <p:italic r:id="rId57"/>
      <p:boldItalic r:id="rId58"/>
    </p:embeddedFont>
    <p:embeddedFont>
      <p:font typeface="Open Sans"/>
      <p:regular r:id="rId59"/>
      <p:bold r:id="rId60"/>
      <p:italic r:id="rId61"/>
      <p:boldItalic r:id="rId6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63" roundtripDataSignature="AMtx7mjEZ3avSO2br10BRwhPd8Iql27eD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?>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15" Type="http://schemas.openxmlformats.org/officeDocument/2006/relationships/slide" Target="slides/slide10.xml"/><Relationship Id="rId18" Type="http://schemas.openxmlformats.org/officeDocument/2006/relationships/slide" Target="slides/slide13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font" Target="fonts/Play-regular.fntdata"/><Relationship Id="rId46" Type="http://schemas.openxmlformats.org/officeDocument/2006/relationships/font" Target="fonts/Play-bold.fntdata"/><Relationship Id="rId47" Type="http://schemas.openxmlformats.org/officeDocument/2006/relationships/font" Target="fonts/InstrumentSansMedium-regular.fntdata"/><Relationship Id="rId48" Type="http://schemas.openxmlformats.org/officeDocument/2006/relationships/font" Target="fonts/InstrumentSansMedium-bold.fntdata"/><Relationship Id="rId49" Type="http://schemas.openxmlformats.org/officeDocument/2006/relationships/font" Target="fonts/InstrumentSansMedium-italic.fntdata"/><Relationship Id="rId50" Type="http://schemas.openxmlformats.org/officeDocument/2006/relationships/font" Target="fonts/InstrumentSansMedium-boldItalic.fntdata"/><Relationship Id="rId51" Type="http://schemas.openxmlformats.org/officeDocument/2006/relationships/font" Target="fonts/QuattrocentoSans-regular.fntdata"/><Relationship Id="rId52" Type="http://schemas.openxmlformats.org/officeDocument/2006/relationships/font" Target="fonts/QuattrocentoSans-bold.fntdata"/><Relationship Id="rId53" Type="http://schemas.openxmlformats.org/officeDocument/2006/relationships/font" Target="fonts/QuattrocentoSans-italic.fntdata"/><Relationship Id="rId54" Type="http://schemas.openxmlformats.org/officeDocument/2006/relationships/font" Target="fonts/QuattrocentoSans-boldItalic.fntdata"/><Relationship Id="rId55" Type="http://schemas.openxmlformats.org/officeDocument/2006/relationships/font" Target="fonts/HelveticaNeue-regular.fntdata"/><Relationship Id="rId56" Type="http://schemas.openxmlformats.org/officeDocument/2006/relationships/font" Target="fonts/HelveticaNeue-bold.fntdata"/><Relationship Id="rId57" Type="http://schemas.openxmlformats.org/officeDocument/2006/relationships/font" Target="fonts/HelveticaNeue-italic.fntdata"/><Relationship Id="rId58" Type="http://schemas.openxmlformats.org/officeDocument/2006/relationships/font" Target="fonts/HelveticaNeue-boldItalic.fntdata"/><Relationship Id="rId59" Type="http://schemas.openxmlformats.org/officeDocument/2006/relationships/font" Target="fonts/OpenSans-regular.fntdata"/><Relationship Id="rId60" Type="http://schemas.openxmlformats.org/officeDocument/2006/relationships/font" Target="fonts/OpenSans-bold.fntdata"/><Relationship Id="rId61" Type="http://schemas.openxmlformats.org/officeDocument/2006/relationships/font" Target="fonts/OpenSans-italic.fntdata"/><Relationship Id="rId62" Type="http://schemas.openxmlformats.org/officeDocument/2006/relationships/font" Target="fonts/OpenSans-boldItalic.fntdata"/><Relationship Id="rId63" Type="http://customschemas.google.com/relationships/presentationmetadata" Target="metadata"/><Relationship Id="rId361" Type="http://schemas.openxmlformats.org/officeDocument/2006/relationships/slide" Target="slides/slide61.xml"/><Relationship Id="rId362" Type="http://schemas.openxmlformats.org/officeDocument/2006/relationships/slide" Target="slides/slide62.xml"/><Relationship Id="rId363" Type="http://schemas.openxmlformats.org/officeDocument/2006/relationships/slide" Target="slides/slide63.xml"/><Relationship Id="rId364" Type="http://schemas.openxmlformats.org/officeDocument/2006/relationships/slide" Target="slides/slide64.xml"/><Relationship Id="rId365" Type="http://schemas.openxmlformats.org/officeDocument/2006/relationships/slide" Target="slides/slide65.xml"/><Relationship Id="rId366" Type="http://schemas.openxmlformats.org/officeDocument/2006/relationships/slide" Target="slides/slide66.xml"/><Relationship Id="rId367" Type="http://schemas.openxmlformats.org/officeDocument/2006/relationships/slide" Target="slides/slide67.xml"/><Relationship Id="rId368" Type="http://schemas.openxmlformats.org/officeDocument/2006/relationships/slide" Target="slides/slide68.xml"/><Relationship Id="rId369" Type="http://schemas.openxmlformats.org/officeDocument/2006/relationships/slide" Target="slides/slide69.xml"/><Relationship Id="rId370" Type="http://schemas.openxmlformats.org/officeDocument/2006/relationships/slide" Target="slides/slide70.xml"/><Relationship Id="rId371" Type="http://schemas.openxmlformats.org/officeDocument/2006/relationships/slide" Target="slides/slide71.xml"/><Relationship Id="rId372" Type="http://schemas.openxmlformats.org/officeDocument/2006/relationships/slide" Target="slides/slide72.xml"/><Relationship Id="rId374" Type="http://schemas.openxmlformats.org/officeDocument/2006/relationships/slide" Target="slides/slide74.xml"/><Relationship Id="rId375" Type="http://schemas.openxmlformats.org/officeDocument/2006/relationships/slide" Target="slides/slide75.xml"/><Relationship Id="rId500" Type="http://schemas.openxmlformats.org/officeDocument/2006/relationships/slideMaster" Target="slideMasters/slideMaster3.xml"/>  <Relationship Id="rId501" Type="http://schemas.openxmlformats.org/officeDocument/2006/relationships/slide" Target="slides/slide76.xml"/>
  <Relationship Id="rId502" Type="http://schemas.openxmlformats.org/officeDocument/2006/relationships/slide" Target="slides/slide77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27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3" name="Google Shape;48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0" name="Google Shape;49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Alright, let’s get into the course.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As you have probably gathered, today we have a lot to cover in a short amount of time so please forgive me if I start to talk a little fast.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52525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4" name="Google Shape;58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/>
              <a:t>Last section: move from learning to doing.</a:t>
            </a:r>
          </a:p>
        </p:txBody>
      </p:sp>
      <p:sp>
        <p:nvSpPr>
          <p:cNvPr id="585" name="Google Shape;585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52525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9" name="Google Shape;60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/>
              <a:t>Give 15 minutes to write, then ask 3 or 4 people to share.</a:t>
            </a:r>
          </a:p>
          <a:p>
            <a:r>
              <a:rPr lang="en-US"/>
              <a:t>This is the main takeaway of the training: one small, owned, measurable pilot.</a:t>
            </a:r>
          </a:p>
        </p:txBody>
      </p:sp>
      <p:sp>
        <p:nvSpPr>
          <p:cNvPr id="610" name="Google Shape;610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9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1" name="Google Shape;801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/>
              <a:t>Hands on, about 45 minutes. Everyone uses the same dataset so we can compare results.</a:t>
            </a:r>
          </a:p>
        </p:txBody>
      </p:sp>
      <p:sp>
        <p:nvSpPr>
          <p:cNvPr id="802" name="Google Shape;802;p2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52525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5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7" name="Google Shape;807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/>
              <a:t>Agenda for the Orange section: install, get started, and explore the canvas.</a:t>
            </a:r>
          </a:p>
          <a:p>
            <a:r>
              <a:rPr lang="en-US"/>
              <a:t>Orange is in the Before Day 1 checklist, so most people should have it. Help anyone who does not while the rest move on.</a:t>
            </a:r>
          </a:p>
        </p:txBody>
      </p:sp>
      <p:sp>
        <p:nvSpPr>
          <p:cNvPr id="808" name="Google Shape;808;p3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52525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3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5" name="Google Shape;815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/>
              <a:t>Open Orange and start a new project. Walk the room until everyone sees the blank canvas.</a:t>
            </a:r>
          </a:p>
        </p:txBody>
      </p:sp>
      <p:sp>
        <p:nvSpPr>
          <p:cNvPr id="816" name="Google Shape;816;p3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4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6" name="Google Shape;826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/>
              <a:t>Dataset: data/predictive_maintenance.csv on the course GitHub page. Columns include air and process temperature, rotational speed, torque, tool wear, Target (failure or not), and Failure Type.</a:t>
            </a:r>
          </a:p>
          <a:p>
            <a:r>
              <a:rPr lang="en-US"/>
              <a:t>Set Target as the target variable and ignore UDI and Product ID.</a:t>
            </a:r>
          </a:p>
        </p:txBody>
      </p:sp>
      <p:sp>
        <p:nvSpPr>
          <p:cNvPr id="827" name="Google Shape;827;p3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6" name="Google Shape;836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Their final product that can actively make predictions.</a:t>
            </a:r>
            <a:endParaRPr/>
          </a:p>
        </p:txBody>
      </p:sp>
      <p:sp>
        <p:nvSpPr>
          <p:cNvPr id="837" name="Google Shape;837;p3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5" name="Google Shape;85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/>
              <a:t>Ask each table: what data do you already collect but never use?</a:t>
            </a:r>
          </a:p>
        </p:txBody>
      </p:sp>
      <p:sp>
        <p:nvSpPr>
          <p:cNvPr id="856" name="Google Shape;856;p3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0" name="Shape 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Google Shape;861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2" name="Google Shape;862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/>
              <a:t>Use these four questions to rate the pilot ideas on the next slide.</a:t>
            </a:r>
          </a:p>
        </p:txBody>
      </p:sp>
      <p:sp>
        <p:nvSpPr>
          <p:cNvPr id="863" name="Google Shape;863;p3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7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9" name="Google Shape;869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Summarize confidently.</a:t>
            </a:r>
            <a:endParaRPr/>
          </a:p>
        </p:txBody>
      </p:sp>
      <p:sp>
        <p:nvSpPr>
          <p:cNvPr id="870" name="Google Shape;870;p3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Are there any questions?</a:t>
            </a:r>
            <a:endParaRPr/>
          </a:p>
        </p:txBody>
      </p:sp>
      <p:sp>
        <p:nvSpPr>
          <p:cNvPr id="883" name="Google Shape;883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7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p4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9" name="Google Shape;889;p4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With that I’d like to thank you all for your time today.</a:t>
            </a:r>
            <a:endParaRPr/>
          </a:p>
        </p:txBody>
      </p:sp>
      <p:sp>
        <p:nvSpPr>
          <p:cNvPr id="890" name="Google Shape;890;p4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" name="Shape 37"/>
        <p:cNvGrpSpPr/>
        <p:nvPr/>
      </p:nvGrpSpPr>
      <p:grpSpPr/>
      <p:sp>
        <p:nvSpPr>
          <p:cNvPr id="38" name="Google Shape;38;p1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" name="Google Shape;39;p1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Opening song: https://youtu.be/7_oRyGmsioc?si=89sv1PxZDn-gfcso</a:t>
            </a:r>
            <a:endParaRPr/>
          </a:p>
        </p:txBody>
      </p:sp>
      <p:sp>
        <p:nvSpPr>
          <p:cNvPr id="40" name="Google Shape;40;p1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/>
      <p:sp>
        <p:nvSpPr>
          <p:cNvPr id="46" name="Google Shape;46;g3e15de89eb8_0_2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" name="Google Shape;47;g3e15de89eb8_0_2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g3e15de89eb8_0_2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/>
      <p:sp>
        <p:nvSpPr>
          <p:cNvPr id="73" name="Google Shape;73;g3e15de89eb8_0_342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4" name="Google Shape;74;g3e15de89eb8_0_342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From Intel Elements of ML Slide 60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g3e15de89eb8_0_342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/>
      <p:sp>
        <p:nvSpPr>
          <p:cNvPr id="80" name="Google Shape;80;g3e15de89eb8_0_464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" name="Google Shape;81;g3e15de89eb8_0_464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Intel Machine Learning Slide 86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g3e15de89eb8_0_464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/>
      <p:sp>
        <p:nvSpPr>
          <p:cNvPr id="87" name="Google Shape;87;g3e15de89eb8_0_586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8" name="Google Shape;88;g3e15de89eb8_0_586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Intel Machine Learning slide 112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e15de89eb8_0_586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/>
      <p:sp>
        <p:nvSpPr>
          <p:cNvPr id="95" name="Google Shape;95;g3e15de89eb8_0_198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e15de89eb8_0_198:notes"/>
          <p:cNvSpPr txBox="1"/>
          <p:nvPr>
            <p:ph idx="1" type="body"/>
          </p:nvPr>
        </p:nvSpPr>
        <p:spPr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/>
      <p:sp>
        <p:nvSpPr>
          <p:cNvPr id="101" name="Google Shape;101;g3e15de89eb8_0_202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2" name="Google Shape;102;g3e15de89eb8_0_202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/>
              <a:t>Image from AWS AI practitioner course: Responsible Artificial Intelligence Practices</a:t>
            </a:r>
          </a:p>
          <a:p>
            <a:r>
              <a:rPr lang="en-US"/>
              <a:t/>
            </a:r>
          </a:p>
          <a:p>
            <a:r>
              <a:rPr lang="en-US"/>
              <a:t>Training and prediction happen at different times and often on different data.</a:t>
            </a:r>
          </a:p>
          <a:p>
            <a:r>
              <a:rPr lang="en-US"/>
              <a:t>A model that performs extremely well on training data can still perform poorly in practice.</a:t>
            </a:r>
          </a:p>
          <a:p>
            <a:r>
              <a:rPr lang="en-US"/>
              <a:t>Overfitting and underfitting represent two different ways a model can fail.</a:t>
            </a:r>
          </a:p>
          <a:p>
            <a:r>
              <a:rPr lang="en-US"/>
              <a:t>The goal is not perfect fit to past data, but good performance on new, unseen data.</a:t>
            </a:r>
          </a:p>
          <a:p>
            <a:r>
              <a:rPr lang="en-US"/>
              <a:t>Model evaluation is how we detect these issues, which comes up next with the confusion matrix.</a:t>
            </a:r>
          </a:p>
          <a:p>
            <a:r>
              <a:rPr lang="en-US"/>
              <a:t/>
            </a:r>
          </a:p>
          <a:p>
            <a:r>
              <a:rPr lang="en-US"/>
              <a:t/>
            </a:r>
          </a:p>
        </p:txBody>
      </p:sp>
      <p:sp>
        <p:nvSpPr>
          <p:cNvPr id="103" name="Google Shape;103;g3e15de89eb8_0_202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/>
      <p:sp>
        <p:nvSpPr>
          <p:cNvPr id="128" name="Google Shape;128;g3e15de89eb8_0_710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9" name="Google Shape;129;g3e15de89eb8_0_710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/>
              <a:t>Ask: on your floor, which costs more, a missed failure or a false alarm? Same question as the Day 2 pilot discussion.</a:t>
            </a:r>
          </a:p>
        </p:txBody>
      </p:sp>
      <p:sp>
        <p:nvSpPr>
          <p:cNvPr id="130" name="Google Shape;130;g3e15de89eb8_0_710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/>
      <p:sp>
        <p:nvSpPr>
          <p:cNvPr id="147" name="Google Shape;147;g3e15de89eb8_0_975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8" name="Google Shape;148;g3e15de89eb8_0_975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g3e15de89eb8_0_975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/>
      <p:sp>
        <p:nvSpPr>
          <p:cNvPr id="166" name="Google Shape;166;g3e15de89eb8_0_1106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7" name="Google Shape;167;g3e15de89eb8_0_1106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/>
              <a:t>Check: (8 + 87) / 100 = 0.95. 8 / 10 = 0.80. 8 / 11 = 0.727. F1 = 2 x 0.80 x 0.727 / 1.527 = 0.762.</a:t>
            </a:r>
          </a:p>
          <a:p>
            <a:r>
              <a:rPr lang="en-US"/>
              <a:t>For maintenance, recall usually matters most: a missed failure means unplanned downtime.</a:t>
            </a:r>
          </a:p>
        </p:txBody>
      </p:sp>
      <p:sp>
        <p:nvSpPr>
          <p:cNvPr id="168" name="Google Shape;168;g3e15de89eb8_0_1106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/>
      <p:sp>
        <p:nvSpPr>
          <p:cNvPr id="185" name="Google Shape;185;p2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6" name="Google Shape;186;p2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[1] Siemens, The True Cost of Downtime 2024: https://assets.new.siemens.com/siemens/assets/api/uuid:1b43afb5-2d07-47f7-9eb7-893fe7d0bc59/TCOD-2024_original.pdf</a:t>
            </a:r>
          </a:p>
          <a:p/>
          <a:p>
            <a:r>
              <a:t>Slide: The Problem, Unplanned Downtime</a:t>
            </a:r>
          </a:p>
          <a:p>
            <a:r>
              <a:t>$1.4 trillion is about 11% of revenue for the Fortune Global 500.</a:t>
            </a:r>
          </a:p>
          <a:p>
            <a:r>
              <a:t>Ask: what does an hour of downtime cost on your floor?</a:t>
            </a:r>
          </a:p>
        </p:txBody>
      </p:sp>
      <p:sp>
        <p:nvSpPr>
          <p:cNvPr id="187" name="Google Shape;187;p2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/>
      <p:sp>
        <p:nvSpPr>
          <p:cNvPr id="199" name="Google Shape;199;p3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0" name="Google Shape;200;p3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[3] Siemens, The True Cost of Downtime 2024: https://assets.new.siemens.com/siemens/assets/api/uuid:1b43afb5-2d07-47f7-9eb7-893fe7d0bc59/TCOD-2024_original.pdf</a:t>
            </a:r>
          </a:p>
          <a:p>
            <a:r>
              <a:t>Siemens credits predictive maintenance going mainstream as a critical factor in the drop from 39 to 27 hours.</a:t>
            </a:r>
          </a:p>
          <a:p>
            <a:r>
              <a:t>Almost half of firms surveyed have PdM teams, twice the share in 2019.</a:t>
            </a:r>
          </a:p>
        </p:txBody>
      </p:sp>
      <p:sp>
        <p:nvSpPr>
          <p:cNvPr id="201" name="Google Shape;201;p3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/>
      <p:sp>
        <p:nvSpPr>
          <p:cNvPr id="237" name="Google Shape;237;p5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8" name="Google Shape;238;p5:notes"/>
          <p:cNvSpPr txBox="1"/>
          <p:nvPr>
            <p:ph idx="1" type="body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5:notes"/>
          <p:cNvSpPr txBox="1"/>
          <p:nvPr>
            <p:ph idx="12" type="sldNum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/>
      <p:sp>
        <p:nvSpPr>
          <p:cNvPr id="289" name="Google Shape;289;g3d364870ea6_0_0:notes"/>
          <p:cNvSpPr/>
          <p:nvPr>
            <p:ph idx="2" type="sldImg"/>
          </p:nvPr>
        </p:nvSpPr>
        <p:spPr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d364870ea6_0_0:notes"/>
          <p:cNvSpPr txBox="1"/>
          <p:nvPr>
            <p:ph idx="1" type="body"/>
          </p:nvPr>
        </p:nvSpPr>
        <p:spPr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Quick recap of Day 2: did anyone open their app or model again? What would they change?</a:t>
            </a:r>
          </a:p>
          <a:p>
            <a:r>
              <a:rPr lang="en-US"/>
              <a:t>Today ties everything together and ends with a pilot plan each person takes back to work.</a:t>
            </a:r>
          </a:p>
        </p:txBody>
      </p:sp>
    </p:spTree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Instructor demo, about 15 minutes. Repo: github.com/grcc-resendiz/kaggle-example (milling machine data with the same sensor columns as the Orange file).</a:t>
            </a:r>
          </a:p>
          <a:p>
            <a:r>
              <a:rPr lang="en-US"/>
              <a:t>Point out the confusion matrix in the notebook and compare it to the one from Orange.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Relationship Id="rId3" Type="http://schemas.openxmlformats.org/officeDocument/2006/relationships/image" Target="../media/image2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2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7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9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17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7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7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3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39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7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52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2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17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25.png"/><Relationship Id="rId4" Type="http://schemas.openxmlformats.org/officeDocument/2006/relationships/image" Target="../media/image17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2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17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0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pm_image14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pm_image14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pm_image14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pm_image14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pm_image14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Section Breaker">
  <p:cSld name="1_Section Break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3174"/>
            <a:ext cx="12202447" cy="6861174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42"/>
          <p:cNvSpPr txBox="1"/>
          <p:nvPr>
            <p:ph type="title"/>
          </p:nvPr>
        </p:nvSpPr>
        <p:spPr>
          <a:xfrm>
            <a:off x="1833785" y="1743334"/>
            <a:ext cx="8781661" cy="18748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42"/>
          <p:cNvSpPr txBox="1"/>
          <p:nvPr>
            <p:ph idx="1" type="body"/>
          </p:nvPr>
        </p:nvSpPr>
        <p:spPr>
          <a:xfrm>
            <a:off x="1833563" y="3710273"/>
            <a:ext cx="5176837" cy="6492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divider">
  <p:cSld name="12_divider">
    <p:bg>
      <p:bgPr>
        <a:solidFill>
          <a:srgbClr val="FFE27A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3"/>
          <p:cNvSpPr txBox="1"/>
          <p:nvPr>
            <p:ph type="ctrTitle"/>
          </p:nvPr>
        </p:nvSpPr>
        <p:spPr>
          <a:xfrm>
            <a:off x="8017438" y="1842906"/>
            <a:ext cx="359841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Play"/>
              <a:buNone/>
              <a:defRPr sz="45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3"/>
          <p:cNvSpPr txBox="1"/>
          <p:nvPr>
            <p:ph idx="1" type="subTitle"/>
          </p:nvPr>
        </p:nvSpPr>
        <p:spPr>
          <a:xfrm>
            <a:off x="8017438" y="3809833"/>
            <a:ext cx="3598410" cy="9306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43"/>
          <p:cNvSpPr/>
          <p:nvPr>
            <p:ph idx="2" type="pic"/>
          </p:nvPr>
        </p:nvSpPr>
        <p:spPr>
          <a:xfrm>
            <a:off x="874642" y="-695294"/>
            <a:ext cx="6678652" cy="6678652"/>
          </a:xfrm>
          <a:prstGeom prst="flowChartDelay">
            <a:avLst/>
          </a:prstGeom>
          <a:noFill/>
          <a:ln>
            <a:noFill/>
          </a:ln>
        </p:spPr>
      </p:sp>
      <p:sp>
        <p:nvSpPr>
          <p:cNvPr id="23" name="Google Shape;23;p43"/>
          <p:cNvSpPr/>
          <p:nvPr/>
        </p:nvSpPr>
        <p:spPr>
          <a:xfrm>
            <a:off x="0" y="5983356"/>
            <a:ext cx="874643" cy="874643"/>
          </a:xfrm>
          <a:prstGeom prst="rect">
            <a:avLst/>
          </a:prstGeom>
          <a:solidFill>
            <a:srgbClr val="EEB2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" name="Google Shape;24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52747" y="6253214"/>
            <a:ext cx="1352277" cy="356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rmal Page">
  <p:cSld name="Normal Page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4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4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44"/>
          <p:cNvSpPr txBox="1"/>
          <p:nvPr>
            <p:ph idx="1" type="body"/>
          </p:nvPr>
        </p:nvSpPr>
        <p:spPr>
          <a:xfrm>
            <a:off x="386557" y="1665697"/>
            <a:ext cx="10515600" cy="399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810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810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44"/>
          <p:cNvSpPr txBox="1"/>
          <p:nvPr>
            <p:ph idx="12" type="sldNum"/>
          </p:nvPr>
        </p:nvSpPr>
        <p:spPr>
          <a:xfrm>
            <a:off x="11734800" y="6423246"/>
            <a:ext cx="501073" cy="4347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0" name="Google Shape;3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44"/>
          <p:cNvSpPr txBox="1"/>
          <p:nvPr>
            <p:ph type="title"/>
          </p:nvPr>
        </p:nvSpPr>
        <p:spPr>
          <a:xfrm>
            <a:off x="386557" y="25361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sz="3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4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45"/>
          <p:cNvSpPr txBox="1"/>
          <p:nvPr>
            <p:ph idx="12" type="sldNum"/>
          </p:nvPr>
        </p:nvSpPr>
        <p:spPr>
          <a:xfrm>
            <a:off x="11690927" y="6492875"/>
            <a:ext cx="501073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8 master">
  <p:cSld name="Slide 8 master">
    <p:bg>
      <p:bgPr>
        <a:solidFill>
          <a:srgbClr val="000000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4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0 master">
  <p:cSld name="Slide 10 master">
    <p:bg>
      <p:bgPr>
        <a:solidFill>
          <a:srgbClr val="000000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1 master">
  <p:cSld name="Slide 11 master">
    <p:bg>
      <p:bgPr>
        <a:solidFill>
          <a:srgbClr val="000000"/>
        </a:solidFill>
      </p:bgPr>
    </p:bg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2 master">
  <p:cSld name="Slide 12 master">
    <p:bg>
      <p:bgPr>
        <a:solidFill>
          <a:srgbClr val="000000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4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5 master">
  <p:cSld name="Slide 15 master">
    <p:bg>
      <p:bgPr>
        <a:solidFill>
          <a:srgbClr val="000000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5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5 master">
  <p:cSld name="Slide 5 master">
    <p:bg>
      <p:bgPr>
        <a:solidFill>
          <a:srgbClr val="000000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6 master">
  <p:cSld name="Slide 6 master">
    <p:bg>
      <p:bgPr>
        <a:solidFill>
          <a:srgbClr val="000000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Highlight Activity">
  <p:cSld name="2_Highlight Activity">
    <p:bg>
      <p:bgPr>
        <a:solidFill>
          <a:schemeClr val="lt1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3"/>
          <p:cNvSpPr/>
          <p:nvPr/>
        </p:nvSpPr>
        <p:spPr>
          <a:xfrm>
            <a:off x="11734800" y="6393067"/>
            <a:ext cx="457199" cy="464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3"/>
          <p:cNvSpPr txBox="1"/>
          <p:nvPr>
            <p:ph type="title"/>
          </p:nvPr>
        </p:nvSpPr>
        <p:spPr>
          <a:xfrm>
            <a:off x="838200" y="276621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  <a:defRPr sz="4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53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3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3"/>
          <p:cNvSpPr txBox="1"/>
          <p:nvPr>
            <p:ph idx="1" type="body"/>
          </p:nvPr>
        </p:nvSpPr>
        <p:spPr>
          <a:xfrm>
            <a:off x="838200" y="4196482"/>
            <a:ext cx="10515600" cy="1724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53"/>
          <p:cNvSpPr/>
          <p:nvPr/>
        </p:nvSpPr>
        <p:spPr>
          <a:xfrm>
            <a:off x="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3"/>
          <p:cNvSpPr/>
          <p:nvPr/>
        </p:nvSpPr>
        <p:spPr>
          <a:xfrm>
            <a:off x="457200" y="4618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3"/>
          <p:cNvSpPr txBox="1"/>
          <p:nvPr>
            <p:ph idx="12" type="sldNum"/>
          </p:nvPr>
        </p:nvSpPr>
        <p:spPr>
          <a:xfrm>
            <a:off x="11734799" y="6497493"/>
            <a:ext cx="457201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8" name="Google Shape;68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9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9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72" name="Google Shape;72;p96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96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4" name="Google Shape;74;p9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96"/>
          <p:cNvSpPr txBox="1"/>
          <p:nvPr>
            <p:ph idx="12" type="sldNum"/>
          </p:nvPr>
        </p:nvSpPr>
        <p:spPr>
          <a:xfrm>
            <a:off x="11734800" y="6423246"/>
            <a:ext cx="501073" cy="4347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iddle Layout">
  <p:cSld name="Middle Layout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97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97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97"/>
          <p:cNvSpPr txBox="1"/>
          <p:nvPr>
            <p:ph type="title"/>
          </p:nvPr>
        </p:nvSpPr>
        <p:spPr>
          <a:xfrm>
            <a:off x="394855" y="276621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97"/>
          <p:cNvSpPr txBox="1"/>
          <p:nvPr>
            <p:ph idx="1" type="body"/>
          </p:nvPr>
        </p:nvSpPr>
        <p:spPr>
          <a:xfrm>
            <a:off x="395288" y="4202113"/>
            <a:ext cx="9090025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97"/>
          <p:cNvSpPr txBox="1"/>
          <p:nvPr>
            <p:ph idx="12" type="sldNum"/>
          </p:nvPr>
        </p:nvSpPr>
        <p:spPr>
          <a:xfrm>
            <a:off x="11734800" y="6423246"/>
            <a:ext cx="501073" cy="4347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2" name="Google Shape;82;p9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/ Review">
  <p:cSld name="Agenda / Review"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98"/>
          <p:cNvSpPr txBox="1"/>
          <p:nvPr>
            <p:ph type="title"/>
          </p:nvPr>
        </p:nvSpPr>
        <p:spPr>
          <a:xfrm>
            <a:off x="386557" y="25361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sz="3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98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98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98"/>
          <p:cNvSpPr txBox="1"/>
          <p:nvPr>
            <p:ph idx="1" type="body"/>
          </p:nvPr>
        </p:nvSpPr>
        <p:spPr>
          <a:xfrm>
            <a:off x="386557" y="1579178"/>
            <a:ext cx="10069513" cy="347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88" name="Google Shape;88;p9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98"/>
          <p:cNvSpPr txBox="1"/>
          <p:nvPr>
            <p:ph idx="12" type="sldNum"/>
          </p:nvPr>
        </p:nvSpPr>
        <p:spPr>
          <a:xfrm>
            <a:off x="11734800" y="6423246"/>
            <a:ext cx="501073" cy="4347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Breaker">
  <p:cSld name="Section Breaker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hape&#10;&#10;Description automatically generated" id="91" name="Google Shape;91;p9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-3174"/>
            <a:ext cx="12207250" cy="6861174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99"/>
          <p:cNvSpPr txBox="1"/>
          <p:nvPr>
            <p:ph type="title"/>
          </p:nvPr>
        </p:nvSpPr>
        <p:spPr>
          <a:xfrm>
            <a:off x="1833785" y="1743334"/>
            <a:ext cx="8781661" cy="18748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99"/>
          <p:cNvSpPr txBox="1"/>
          <p:nvPr>
            <p:ph idx="1" type="body"/>
          </p:nvPr>
        </p:nvSpPr>
        <p:spPr>
          <a:xfrm>
            <a:off x="1833563" y="3617913"/>
            <a:ext cx="5176837" cy="6492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4" name="Google Shape;94;p99"/>
          <p:cNvSpPr/>
          <p:nvPr/>
        </p:nvSpPr>
        <p:spPr>
          <a:xfrm>
            <a:off x="11734800" y="6393067"/>
            <a:ext cx="457199" cy="464933"/>
          </a:xfrm>
          <a:prstGeom prst="rect">
            <a:avLst/>
          </a:prstGeom>
          <a:solidFill>
            <a:srgbClr val="8BAE4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ighlight Activity">
  <p:cSld name="Highlight Activity">
    <p:bg>
      <p:bgPr>
        <a:solidFill>
          <a:schemeClr val="lt1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00"/>
          <p:cNvSpPr txBox="1"/>
          <p:nvPr>
            <p:ph type="title"/>
          </p:nvPr>
        </p:nvSpPr>
        <p:spPr>
          <a:xfrm>
            <a:off x="838200" y="276621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  <a:defRPr sz="4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100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00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00"/>
          <p:cNvSpPr txBox="1"/>
          <p:nvPr>
            <p:ph idx="1" type="body"/>
          </p:nvPr>
        </p:nvSpPr>
        <p:spPr>
          <a:xfrm>
            <a:off x="838200" y="4196482"/>
            <a:ext cx="10515600" cy="1724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100"/>
          <p:cNvSpPr/>
          <p:nvPr/>
        </p:nvSpPr>
        <p:spPr>
          <a:xfrm>
            <a:off x="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00"/>
          <p:cNvSpPr/>
          <p:nvPr/>
        </p:nvSpPr>
        <p:spPr>
          <a:xfrm>
            <a:off x="457200" y="4618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" name="Google Shape;102;p10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00"/>
          <p:cNvSpPr txBox="1"/>
          <p:nvPr>
            <p:ph idx="12" type="sldNum"/>
          </p:nvPr>
        </p:nvSpPr>
        <p:spPr>
          <a:xfrm>
            <a:off x="11734801" y="6423246"/>
            <a:ext cx="457200" cy="4347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Breaker Image">
  <p:cSld name="Section Breaker Im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01"/>
          <p:cNvSpPr txBox="1"/>
          <p:nvPr/>
        </p:nvSpPr>
        <p:spPr>
          <a:xfrm>
            <a:off x="1515309" y="3581295"/>
            <a:ext cx="2837616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   </a:t>
            </a:r>
            <a:endParaRPr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01"/>
          <p:cNvSpPr/>
          <p:nvPr/>
        </p:nvSpPr>
        <p:spPr>
          <a:xfrm>
            <a:off x="1181933" y="1160392"/>
            <a:ext cx="3314700" cy="3314700"/>
          </a:xfrm>
          <a:prstGeom prst="rect">
            <a:avLst/>
          </a:prstGeom>
          <a:solidFill>
            <a:srgbClr val="FEC91B">
              <a:alpha val="94117"/>
            </a:srgbClr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07" name="Google Shape;107;p101"/>
          <p:cNvSpPr/>
          <p:nvPr/>
        </p:nvSpPr>
        <p:spPr>
          <a:xfrm>
            <a:off x="797124" y="4475092"/>
            <a:ext cx="384809" cy="384809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08" name="Google Shape;108;p101"/>
          <p:cNvSpPr/>
          <p:nvPr/>
        </p:nvSpPr>
        <p:spPr>
          <a:xfrm>
            <a:off x="622806" y="4300774"/>
            <a:ext cx="174318" cy="174318"/>
          </a:xfrm>
          <a:prstGeom prst="rect">
            <a:avLst/>
          </a:prstGeom>
          <a:solidFill>
            <a:srgbClr val="FFE17A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09" name="Google Shape;109;p101"/>
          <p:cNvSpPr txBox="1"/>
          <p:nvPr>
            <p:ph type="title"/>
          </p:nvPr>
        </p:nvSpPr>
        <p:spPr>
          <a:xfrm>
            <a:off x="1391067" y="1694763"/>
            <a:ext cx="2961858" cy="882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101"/>
          <p:cNvSpPr txBox="1"/>
          <p:nvPr>
            <p:ph idx="1" type="body"/>
          </p:nvPr>
        </p:nvSpPr>
        <p:spPr>
          <a:xfrm>
            <a:off x="1390233" y="3575050"/>
            <a:ext cx="2961858" cy="7055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rt / Finish">
  <p:cSld name="Start / Finish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2"/>
          <p:cNvSpPr/>
          <p:nvPr>
            <p:ph idx="2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st">
  <p:cSld name="Tes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03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03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6" name="Google Shape;116;p10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03"/>
          <p:cNvSpPr/>
          <p:nvPr/>
        </p:nvSpPr>
        <p:spPr>
          <a:xfrm>
            <a:off x="11734801" y="6393067"/>
            <a:ext cx="457199" cy="464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03"/>
          <p:cNvSpPr txBox="1"/>
          <p:nvPr>
            <p:ph idx="12" type="sldNum"/>
          </p:nvPr>
        </p:nvSpPr>
        <p:spPr>
          <a:xfrm>
            <a:off x="11725564" y="6495398"/>
            <a:ext cx="457200" cy="3603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esentation Title">
  <p:cSld name="Presentation Title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wo people looking at a tablet&#10;&#10;Description automatically generated with medium confidence" id="120" name="Google Shape;120;p10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04"/>
          <p:cNvSpPr txBox="1"/>
          <p:nvPr/>
        </p:nvSpPr>
        <p:spPr>
          <a:xfrm>
            <a:off x="1482438" y="5246255"/>
            <a:ext cx="6734282" cy="9306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22" name="Google Shape;122;p104"/>
          <p:cNvSpPr txBox="1"/>
          <p:nvPr>
            <p:ph type="title"/>
          </p:nvPr>
        </p:nvSpPr>
        <p:spPr>
          <a:xfrm>
            <a:off x="1482437" y="2766218"/>
            <a:ext cx="5491017" cy="248003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104"/>
          <p:cNvSpPr txBox="1"/>
          <p:nvPr>
            <p:ph idx="1" type="body"/>
          </p:nvPr>
        </p:nvSpPr>
        <p:spPr>
          <a:xfrm>
            <a:off x="1482438" y="5347422"/>
            <a:ext cx="5491016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Agenda / Review">
  <p:cSld name="1_Agenda / Review">
    <p:bg>
      <p:bgPr>
        <a:solidFill>
          <a:srgbClr val="FFE17A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05"/>
          <p:cNvSpPr txBox="1"/>
          <p:nvPr>
            <p:ph type="title"/>
          </p:nvPr>
        </p:nvSpPr>
        <p:spPr>
          <a:xfrm>
            <a:off x="484237" y="10670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sz="3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105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05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05"/>
          <p:cNvSpPr txBox="1"/>
          <p:nvPr>
            <p:ph idx="12" type="sldNum"/>
          </p:nvPr>
        </p:nvSpPr>
        <p:spPr>
          <a:xfrm>
            <a:off x="11725564" y="6495398"/>
            <a:ext cx="457200" cy="3603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9" name="Google Shape;129;p105"/>
          <p:cNvSpPr txBox="1"/>
          <p:nvPr>
            <p:ph idx="1" type="body"/>
          </p:nvPr>
        </p:nvSpPr>
        <p:spPr>
          <a:xfrm>
            <a:off x="484237" y="1432272"/>
            <a:ext cx="10069513" cy="347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0" name="Google Shape;130;p10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Normal Page">
  <p:cSld name="1_Normal Page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06"/>
          <p:cNvSpPr txBox="1"/>
          <p:nvPr>
            <p:ph type="title"/>
          </p:nvPr>
        </p:nvSpPr>
        <p:spPr>
          <a:xfrm>
            <a:off x="431800" y="11826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sz="3600"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106"/>
          <p:cNvSpPr txBox="1"/>
          <p:nvPr>
            <p:ph idx="1" type="body"/>
          </p:nvPr>
        </p:nvSpPr>
        <p:spPr>
          <a:xfrm>
            <a:off x="431799" y="1443831"/>
            <a:ext cx="10515600" cy="399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810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810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4" name="Google Shape;134;p106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06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6" name="Google Shape;136;p10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06"/>
          <p:cNvSpPr/>
          <p:nvPr/>
        </p:nvSpPr>
        <p:spPr>
          <a:xfrm>
            <a:off x="11734801" y="6393067"/>
            <a:ext cx="457199" cy="464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06"/>
          <p:cNvSpPr txBox="1"/>
          <p:nvPr>
            <p:ph idx="12" type="sldNum"/>
          </p:nvPr>
        </p:nvSpPr>
        <p:spPr>
          <a:xfrm>
            <a:off x="11725564" y="6495398"/>
            <a:ext cx="457200" cy="3603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iddle Layout">
  <p:cSld name="1_Middle Layout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07"/>
          <p:cNvSpPr txBox="1"/>
          <p:nvPr>
            <p:ph type="title"/>
          </p:nvPr>
        </p:nvSpPr>
        <p:spPr>
          <a:xfrm>
            <a:off x="247073" y="276621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  <a:defRPr sz="4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107"/>
          <p:cNvSpPr txBox="1"/>
          <p:nvPr>
            <p:ph idx="1" type="body"/>
          </p:nvPr>
        </p:nvSpPr>
        <p:spPr>
          <a:xfrm>
            <a:off x="247073" y="4116720"/>
            <a:ext cx="10515600" cy="569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2" name="Google Shape;142;p107"/>
          <p:cNvSpPr/>
          <p:nvPr/>
        </p:nvSpPr>
        <p:spPr>
          <a:xfrm>
            <a:off x="11734800" y="6393067"/>
            <a:ext cx="457199" cy="464933"/>
          </a:xfrm>
          <a:prstGeom prst="rect">
            <a:avLst/>
          </a:prstGeom>
          <a:solidFill>
            <a:srgbClr val="FFE17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07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07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07"/>
          <p:cNvSpPr txBox="1"/>
          <p:nvPr>
            <p:ph idx="12" type="sldNum"/>
          </p:nvPr>
        </p:nvSpPr>
        <p:spPr>
          <a:xfrm>
            <a:off x="11734799" y="6497493"/>
            <a:ext cx="457201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6" name="Google Shape;146;p10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Highlight Activity">
  <p:cSld name="1_Highlight Activity">
    <p:bg>
      <p:bgPr>
        <a:solidFill>
          <a:schemeClr val="lt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08"/>
          <p:cNvSpPr/>
          <p:nvPr/>
        </p:nvSpPr>
        <p:spPr>
          <a:xfrm>
            <a:off x="11734800" y="6393067"/>
            <a:ext cx="457199" cy="464933"/>
          </a:xfrm>
          <a:prstGeom prst="rect">
            <a:avLst/>
          </a:prstGeom>
          <a:solidFill>
            <a:srgbClr val="FFE17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08"/>
          <p:cNvSpPr txBox="1"/>
          <p:nvPr>
            <p:ph type="title"/>
          </p:nvPr>
        </p:nvSpPr>
        <p:spPr>
          <a:xfrm>
            <a:off x="838200" y="276621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  <a:defRPr sz="4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0" name="Google Shape;150;p108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08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08"/>
          <p:cNvSpPr txBox="1"/>
          <p:nvPr>
            <p:ph idx="1" type="body"/>
          </p:nvPr>
        </p:nvSpPr>
        <p:spPr>
          <a:xfrm>
            <a:off x="838200" y="4196482"/>
            <a:ext cx="10515600" cy="1724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3" name="Google Shape;153;p108"/>
          <p:cNvSpPr/>
          <p:nvPr/>
        </p:nvSpPr>
        <p:spPr>
          <a:xfrm>
            <a:off x="0" y="0"/>
            <a:ext cx="457200" cy="64008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08"/>
          <p:cNvSpPr/>
          <p:nvPr/>
        </p:nvSpPr>
        <p:spPr>
          <a:xfrm>
            <a:off x="457200" y="-3695"/>
            <a:ext cx="11734800" cy="4572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08"/>
          <p:cNvSpPr txBox="1"/>
          <p:nvPr>
            <p:ph idx="12" type="sldNum"/>
          </p:nvPr>
        </p:nvSpPr>
        <p:spPr>
          <a:xfrm>
            <a:off x="11734799" y="6497493"/>
            <a:ext cx="457201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56" name="Google Shape;156;p10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ecap Visual Slide">
  <p:cSld name="Recap Visual Slide"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text, person, yellow&#10;&#10;Description automatically generated" id="158" name="Google Shape;158;p10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09"/>
          <p:cNvSpPr txBox="1"/>
          <p:nvPr/>
        </p:nvSpPr>
        <p:spPr>
          <a:xfrm>
            <a:off x="8880600" y="2827905"/>
            <a:ext cx="2757218" cy="18748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Play"/>
              <a:buNone/>
            </a:pPr>
            <a:r>
              <a:rPr b="0" i="0" lang="en-US" sz="45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Recap</a:t>
            </a: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Section Breaker Image">
  <p:cSld name="1_Section Breaker Image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10"/>
          <p:cNvSpPr txBox="1"/>
          <p:nvPr/>
        </p:nvSpPr>
        <p:spPr>
          <a:xfrm>
            <a:off x="1515309" y="3581295"/>
            <a:ext cx="2837616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   </a:t>
            </a:r>
            <a:endParaRPr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10"/>
          <p:cNvSpPr/>
          <p:nvPr/>
        </p:nvSpPr>
        <p:spPr>
          <a:xfrm>
            <a:off x="1181933" y="1160392"/>
            <a:ext cx="3314700" cy="3314700"/>
          </a:xfrm>
          <a:prstGeom prst="rect">
            <a:avLst/>
          </a:prstGeom>
          <a:solidFill>
            <a:srgbClr val="FEC91B">
              <a:alpha val="94117"/>
            </a:srgbClr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63" name="Google Shape;163;p110"/>
          <p:cNvSpPr/>
          <p:nvPr/>
        </p:nvSpPr>
        <p:spPr>
          <a:xfrm>
            <a:off x="797124" y="4475092"/>
            <a:ext cx="384809" cy="384809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64" name="Google Shape;164;p110"/>
          <p:cNvSpPr/>
          <p:nvPr/>
        </p:nvSpPr>
        <p:spPr>
          <a:xfrm>
            <a:off x="622806" y="4300774"/>
            <a:ext cx="174318" cy="174318"/>
          </a:xfrm>
          <a:prstGeom prst="rect">
            <a:avLst/>
          </a:prstGeom>
          <a:solidFill>
            <a:srgbClr val="FFE17A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65" name="Google Shape;165;p110"/>
          <p:cNvSpPr txBox="1"/>
          <p:nvPr>
            <p:ph type="title"/>
          </p:nvPr>
        </p:nvSpPr>
        <p:spPr>
          <a:xfrm>
            <a:off x="1391067" y="1694763"/>
            <a:ext cx="2961858" cy="882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6" name="Google Shape;166;p110"/>
          <p:cNvSpPr txBox="1"/>
          <p:nvPr>
            <p:ph idx="1" type="body"/>
          </p:nvPr>
        </p:nvSpPr>
        <p:spPr>
          <a:xfrm>
            <a:off x="1390233" y="3575050"/>
            <a:ext cx="2961858" cy="7055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esentation Ending">
  <p:cSld name="Presentation Ending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group of people looking at a computer&#10;&#10;Description automatically generated with medium confidence" id="168" name="Google Shape;168;p1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raphical user interface&#10;&#10;Description automatically generated" id="169" name="Google Shape;169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36633" y="432187"/>
            <a:ext cx="7567992" cy="42554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Presentation Title">
  <p:cSld name="1_Presentation Title"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wo people looking at a tablet&#10;&#10;Description automatically generated with medium confidence" id="171" name="Google Shape;171;p1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12"/>
          <p:cNvSpPr txBox="1"/>
          <p:nvPr/>
        </p:nvSpPr>
        <p:spPr>
          <a:xfrm>
            <a:off x="1482438" y="5246255"/>
            <a:ext cx="6734282" cy="9306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73" name="Google Shape;173;p112"/>
          <p:cNvSpPr txBox="1"/>
          <p:nvPr>
            <p:ph type="title"/>
          </p:nvPr>
        </p:nvSpPr>
        <p:spPr>
          <a:xfrm>
            <a:off x="1557252" y="2699715"/>
            <a:ext cx="3663141" cy="248003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4" name="Google Shape;174;p112"/>
          <p:cNvSpPr txBox="1"/>
          <p:nvPr>
            <p:ph idx="1" type="body"/>
          </p:nvPr>
        </p:nvSpPr>
        <p:spPr>
          <a:xfrm>
            <a:off x="1557252" y="5296134"/>
            <a:ext cx="4045527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Section Breaker">
  <p:cSld name="2_Section Breaker"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1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805" y="-3174"/>
            <a:ext cx="12197642" cy="6861174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13"/>
          <p:cNvSpPr txBox="1"/>
          <p:nvPr>
            <p:ph type="title"/>
          </p:nvPr>
        </p:nvSpPr>
        <p:spPr>
          <a:xfrm>
            <a:off x="1833786" y="1743334"/>
            <a:ext cx="6611946" cy="18748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8" name="Google Shape;178;p113"/>
          <p:cNvSpPr txBox="1"/>
          <p:nvPr>
            <p:ph idx="1" type="body"/>
          </p:nvPr>
        </p:nvSpPr>
        <p:spPr>
          <a:xfrm>
            <a:off x="1833563" y="3710273"/>
            <a:ext cx="5176837" cy="6492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Agenda / Review">
  <p:cSld name="2_Agenda / Review">
    <p:bg>
      <p:bgPr>
        <a:solidFill>
          <a:srgbClr val="FFE17A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4"/>
          <p:cNvSpPr txBox="1"/>
          <p:nvPr>
            <p:ph type="title"/>
          </p:nvPr>
        </p:nvSpPr>
        <p:spPr>
          <a:xfrm>
            <a:off x="484237" y="22747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sz="3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114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14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14"/>
          <p:cNvSpPr txBox="1"/>
          <p:nvPr>
            <p:ph idx="12" type="sldNum"/>
          </p:nvPr>
        </p:nvSpPr>
        <p:spPr>
          <a:xfrm>
            <a:off x="11725564" y="6495398"/>
            <a:ext cx="457200" cy="3603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4" name="Google Shape;184;p114"/>
          <p:cNvSpPr txBox="1"/>
          <p:nvPr>
            <p:ph idx="1" type="body"/>
          </p:nvPr>
        </p:nvSpPr>
        <p:spPr>
          <a:xfrm>
            <a:off x="484237" y="1561349"/>
            <a:ext cx="10069513" cy="347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85" name="Google Shape;185;p1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Agenda / Review">
  <p:cSld name="3_Agenda / Review">
    <p:bg>
      <p:bgPr>
        <a:solidFill>
          <a:srgbClr val="FFE17A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15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15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15"/>
          <p:cNvSpPr txBox="1"/>
          <p:nvPr>
            <p:ph idx="12" type="sldNum"/>
          </p:nvPr>
        </p:nvSpPr>
        <p:spPr>
          <a:xfrm>
            <a:off x="11725564" y="6495398"/>
            <a:ext cx="457200" cy="3603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0" name="Google Shape;190;p1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115"/>
          <p:cNvSpPr txBox="1"/>
          <p:nvPr>
            <p:ph type="title"/>
          </p:nvPr>
        </p:nvSpPr>
        <p:spPr>
          <a:xfrm>
            <a:off x="247073" y="278469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  <a:defRPr sz="4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2" name="Google Shape;192;p115"/>
          <p:cNvSpPr txBox="1"/>
          <p:nvPr>
            <p:ph idx="1" type="body"/>
          </p:nvPr>
        </p:nvSpPr>
        <p:spPr>
          <a:xfrm>
            <a:off x="247073" y="4242665"/>
            <a:ext cx="10515600" cy="569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Normal Page">
  <p:cSld name="2_Normal Page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16"/>
          <p:cNvSpPr txBox="1"/>
          <p:nvPr>
            <p:ph type="title"/>
          </p:nvPr>
        </p:nvSpPr>
        <p:spPr>
          <a:xfrm>
            <a:off x="487217" y="55362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sz="3600"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5" name="Google Shape;195;p116"/>
          <p:cNvSpPr txBox="1"/>
          <p:nvPr>
            <p:ph idx="1" type="body"/>
          </p:nvPr>
        </p:nvSpPr>
        <p:spPr>
          <a:xfrm>
            <a:off x="487217" y="1380925"/>
            <a:ext cx="10515600" cy="399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4064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4064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4064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6" name="Google Shape;196;p116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16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8" name="Google Shape;198;p1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116"/>
          <p:cNvSpPr/>
          <p:nvPr/>
        </p:nvSpPr>
        <p:spPr>
          <a:xfrm>
            <a:off x="11734801" y="6393067"/>
            <a:ext cx="457199" cy="464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16"/>
          <p:cNvSpPr txBox="1"/>
          <p:nvPr>
            <p:ph idx="12" type="sldNum"/>
          </p:nvPr>
        </p:nvSpPr>
        <p:spPr>
          <a:xfrm>
            <a:off x="11725564" y="6495398"/>
            <a:ext cx="457200" cy="3603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iddle Layout">
  <p:cSld name="2_Middle Layout"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17"/>
          <p:cNvSpPr txBox="1"/>
          <p:nvPr>
            <p:ph type="title"/>
          </p:nvPr>
        </p:nvSpPr>
        <p:spPr>
          <a:xfrm>
            <a:off x="247073" y="278469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  <a:defRPr sz="4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3" name="Google Shape;203;p117"/>
          <p:cNvSpPr txBox="1"/>
          <p:nvPr>
            <p:ph idx="1" type="body"/>
          </p:nvPr>
        </p:nvSpPr>
        <p:spPr>
          <a:xfrm>
            <a:off x="247073" y="4242665"/>
            <a:ext cx="10515600" cy="569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4" name="Google Shape;204;p117"/>
          <p:cNvSpPr/>
          <p:nvPr/>
        </p:nvSpPr>
        <p:spPr>
          <a:xfrm>
            <a:off x="11734800" y="6393067"/>
            <a:ext cx="457199" cy="46493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17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17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17"/>
          <p:cNvSpPr txBox="1"/>
          <p:nvPr>
            <p:ph idx="12" type="sldNum"/>
          </p:nvPr>
        </p:nvSpPr>
        <p:spPr>
          <a:xfrm>
            <a:off x="11734799" y="6497493"/>
            <a:ext cx="457201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0" lvl="1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0" lvl="2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0" lvl="3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0" lvl="4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0" lvl="5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0" lvl="6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0" lvl="7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0" lvl="8" marL="0" algn="ctr">
              <a:spcBef>
                <a:spcPts val="0"/>
              </a:spcBef>
              <a:buNone/>
              <a:defRPr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8" name="Google Shape;208;p1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79394" y="6487319"/>
            <a:ext cx="1080977" cy="2906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USVersionEnd">
  <p:cSld name="USVersionEnd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4 copy" type="tx">
  <p:cSld name="TITLE_AND_BODY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19"/>
          <p:cNvSpPr/>
          <p:nvPr/>
        </p:nvSpPr>
        <p:spPr>
          <a:xfrm>
            <a:off x="11750073" y="-5406"/>
            <a:ext cx="438151" cy="6429217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19"/>
          <p:cNvSpPr/>
          <p:nvPr/>
        </p:nvSpPr>
        <p:spPr>
          <a:xfrm rot="5400000">
            <a:off x="5660355" y="766299"/>
            <a:ext cx="438151" cy="11753431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3" name="Google Shape;213;p119"/>
          <p:cNvCxnSpPr/>
          <p:nvPr/>
        </p:nvCxnSpPr>
        <p:spPr>
          <a:xfrm rot="10800000">
            <a:off x="388358" y="329449"/>
            <a:ext cx="3761390" cy="1"/>
          </a:xfrm>
          <a:prstGeom prst="straightConnector1">
            <a:avLst/>
          </a:prstGeom>
          <a:noFill/>
          <a:ln cap="flat" cmpd="sng" w="12700">
            <a:solidFill>
              <a:srgbClr val="A5A5A5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14" name="Google Shape;214;p119"/>
          <p:cNvSpPr txBox="1"/>
          <p:nvPr>
            <p:ph idx="1" type="body"/>
          </p:nvPr>
        </p:nvSpPr>
        <p:spPr>
          <a:xfrm>
            <a:off x="367358" y="445135"/>
            <a:ext cx="4001657" cy="2476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D295C"/>
              </a:buClr>
              <a:buSzPts val="1200"/>
              <a:buNone/>
              <a:defRPr sz="1200">
                <a:solidFill>
                  <a:srgbClr val="0D295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5" name="Google Shape;215;p119"/>
          <p:cNvSpPr txBox="1"/>
          <p:nvPr>
            <p:ph idx="2" type="body"/>
          </p:nvPr>
        </p:nvSpPr>
        <p:spPr>
          <a:xfrm>
            <a:off x="367358" y="698500"/>
            <a:ext cx="2555441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D295B"/>
              </a:buClr>
              <a:buSzPts val="3000"/>
              <a:buNone/>
              <a:defRPr sz="3000">
                <a:solidFill>
                  <a:srgbClr val="0D295B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6" name="Google Shape;216;p119"/>
          <p:cNvSpPr txBox="1"/>
          <p:nvPr>
            <p:ph idx="3" type="body"/>
          </p:nvPr>
        </p:nvSpPr>
        <p:spPr>
          <a:xfrm>
            <a:off x="344751" y="1828800"/>
            <a:ext cx="3764699" cy="1833881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7" name="Google Shape;217;p119"/>
          <p:cNvSpPr txBox="1"/>
          <p:nvPr>
            <p:ph idx="12" type="sldNum"/>
          </p:nvPr>
        </p:nvSpPr>
        <p:spPr>
          <a:xfrm>
            <a:off x="11883354" y="6540500"/>
            <a:ext cx="184287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9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indent="0" lvl="1" marL="0" algn="l">
              <a:spcBef>
                <a:spcPts val="0"/>
              </a:spcBef>
              <a:buNone/>
              <a:defRPr sz="9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indent="0" lvl="2" marL="0" algn="l">
              <a:spcBef>
                <a:spcPts val="0"/>
              </a:spcBef>
              <a:buNone/>
              <a:defRPr sz="9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indent="0" lvl="3" marL="0" algn="l">
              <a:spcBef>
                <a:spcPts val="0"/>
              </a:spcBef>
              <a:buNone/>
              <a:defRPr sz="9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indent="0" lvl="4" marL="0" algn="l">
              <a:spcBef>
                <a:spcPts val="0"/>
              </a:spcBef>
              <a:buNone/>
              <a:defRPr sz="90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indent="0" lvl="5" marL="0" algn="l">
              <a:spcBef>
                <a:spcPts val="0"/>
              </a:spcBef>
              <a:buNone/>
              <a:defRPr sz="900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indent="0" lvl="6" marL="0" algn="l">
              <a:spcBef>
                <a:spcPts val="0"/>
              </a:spcBef>
              <a:buNone/>
              <a:defRPr sz="900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indent="0" lvl="7" marL="0" algn="l">
              <a:spcBef>
                <a:spcPts val="0"/>
              </a:spcBef>
              <a:buNone/>
              <a:defRPr sz="900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indent="0" lvl="8" marL="0" algn="l">
              <a:spcBef>
                <a:spcPts val="0"/>
              </a:spcBef>
              <a:buNone/>
              <a:defRPr sz="900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  <p:pic>
        <p:nvPicPr>
          <p:cNvPr descr="Image" id="218" name="Google Shape;218;p1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591014" y="6511152"/>
            <a:ext cx="989661" cy="2618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">
  <p:cSld name="1_title"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56"/>
          <p:cNvSpPr/>
          <p:nvPr>
            <p:ph idx="2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pic>
        <p:nvPicPr>
          <p:cNvPr id="225" name="Google Shape;225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7638757" cy="7638757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9122" y="1392116"/>
            <a:ext cx="1358900" cy="8382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56"/>
          <p:cNvSpPr txBox="1"/>
          <p:nvPr>
            <p:ph type="ctrTitle"/>
          </p:nvPr>
        </p:nvSpPr>
        <p:spPr>
          <a:xfrm>
            <a:off x="1264245" y="2920341"/>
            <a:ext cx="4566715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8" name="Google Shape;228;p56"/>
          <p:cNvSpPr txBox="1"/>
          <p:nvPr>
            <p:ph idx="1" type="subTitle"/>
          </p:nvPr>
        </p:nvSpPr>
        <p:spPr>
          <a:xfrm>
            <a:off x="1264245" y="4887268"/>
            <a:ext cx="4566715" cy="1301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">
  <p:cSld name="2_title">
    <p:bg>
      <p:bgPr>
        <a:solidFill>
          <a:srgbClr val="1F31AD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57"/>
          <p:cNvSpPr txBox="1"/>
          <p:nvPr>
            <p:ph type="ctrTitle"/>
          </p:nvPr>
        </p:nvSpPr>
        <p:spPr>
          <a:xfrm>
            <a:off x="8090008" y="1554148"/>
            <a:ext cx="359841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Play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1" name="Google Shape;231;p57"/>
          <p:cNvSpPr txBox="1"/>
          <p:nvPr>
            <p:ph idx="1" type="subTitle"/>
          </p:nvPr>
        </p:nvSpPr>
        <p:spPr>
          <a:xfrm>
            <a:off x="8090008" y="3521075"/>
            <a:ext cx="3598410" cy="1301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32" name="Google Shape;232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5983357"/>
            <a:ext cx="874643" cy="874643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57"/>
          <p:cNvSpPr/>
          <p:nvPr>
            <p:ph idx="2" type="pic"/>
          </p:nvPr>
        </p:nvSpPr>
        <p:spPr>
          <a:xfrm>
            <a:off x="874642" y="-695294"/>
            <a:ext cx="6678652" cy="6678652"/>
          </a:xfrm>
          <a:prstGeom prst="flowChartDelay">
            <a:avLst/>
          </a:prstGeom>
          <a:noFill/>
          <a:ln>
            <a:noFill/>
          </a:ln>
        </p:spPr>
      </p:sp>
      <p:pic>
        <p:nvPicPr>
          <p:cNvPr id="234" name="Google Shape;234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26848" y="5621866"/>
            <a:ext cx="2523761" cy="6651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">
  <p:cSld name="3_title">
    <p:bg>
      <p:bgPr>
        <a:solidFill>
          <a:srgbClr val="DCDCDC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58"/>
          <p:cNvSpPr txBox="1"/>
          <p:nvPr>
            <p:ph type="ctrTitle"/>
          </p:nvPr>
        </p:nvSpPr>
        <p:spPr>
          <a:xfrm>
            <a:off x="7118003" y="2330005"/>
            <a:ext cx="4351373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Play"/>
              <a:buNone/>
              <a:defRPr sz="50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7" name="Google Shape;237;p58"/>
          <p:cNvSpPr txBox="1"/>
          <p:nvPr>
            <p:ph idx="1" type="subTitle"/>
          </p:nvPr>
        </p:nvSpPr>
        <p:spPr>
          <a:xfrm>
            <a:off x="7118003" y="4296932"/>
            <a:ext cx="4351373" cy="1301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38" name="Google Shape;238;p5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0"/>
            <a:ext cx="722625" cy="722625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58"/>
          <p:cNvSpPr/>
          <p:nvPr>
            <p:ph idx="2" type="pic"/>
          </p:nvPr>
        </p:nvSpPr>
        <p:spPr>
          <a:xfrm>
            <a:off x="722624" y="724112"/>
            <a:ext cx="5517866" cy="5517866"/>
          </a:xfrm>
          <a:prstGeom prst="flowChartDelay">
            <a:avLst/>
          </a:prstGeom>
          <a:noFill/>
          <a:ln>
            <a:noFill/>
          </a:ln>
        </p:spPr>
      </p:sp>
      <p:pic>
        <p:nvPicPr>
          <p:cNvPr id="240" name="Google Shape;240;p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62165" y="995711"/>
            <a:ext cx="2281959" cy="6049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itle">
  <p:cSld name="4_title"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59"/>
          <p:cNvSpPr/>
          <p:nvPr>
            <p:ph idx="2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pic>
        <p:nvPicPr>
          <p:cNvPr id="243" name="Google Shape;243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3491246"/>
            <a:ext cx="10358214" cy="10358214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59"/>
          <p:cNvSpPr/>
          <p:nvPr>
            <p:ph idx="3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245" name="Google Shape;245;p59"/>
          <p:cNvSpPr txBox="1"/>
          <p:nvPr>
            <p:ph type="ctrTitle"/>
          </p:nvPr>
        </p:nvSpPr>
        <p:spPr>
          <a:xfrm>
            <a:off x="1833787" y="786741"/>
            <a:ext cx="592168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6" name="Google Shape;246;p59"/>
          <p:cNvSpPr txBox="1"/>
          <p:nvPr>
            <p:ph idx="1" type="subTitle"/>
          </p:nvPr>
        </p:nvSpPr>
        <p:spPr>
          <a:xfrm>
            <a:off x="1833787" y="2753669"/>
            <a:ext cx="5921680" cy="6946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47" name="Google Shape;247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26848" y="5621866"/>
            <a:ext cx="2523761" cy="6651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divider">
  <p:cSld name="1_divider">
    <p:bg>
      <p:bgPr>
        <a:solidFill>
          <a:srgbClr val="1F31AD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8518358" cy="8518358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60"/>
          <p:cNvSpPr txBox="1"/>
          <p:nvPr>
            <p:ph type="ctrTitle"/>
          </p:nvPr>
        </p:nvSpPr>
        <p:spPr>
          <a:xfrm>
            <a:off x="1577063" y="2775963"/>
            <a:ext cx="5353123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1" name="Google Shape;251;p60"/>
          <p:cNvSpPr txBox="1"/>
          <p:nvPr>
            <p:ph idx="1" type="subTitle"/>
          </p:nvPr>
        </p:nvSpPr>
        <p:spPr>
          <a:xfrm>
            <a:off x="1577063" y="4742890"/>
            <a:ext cx="5353123" cy="1301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52" name="Google Shape;252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52549" y="288758"/>
            <a:ext cx="1352277" cy="356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divider">
  <p:cSld name="2_divider">
    <p:bg>
      <p:bgPr>
        <a:solidFill>
          <a:srgbClr val="5B69FF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4" name="Google Shape;254;p6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8007" y="-2896617"/>
            <a:ext cx="9763585" cy="9763585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61"/>
          <p:cNvSpPr txBox="1"/>
          <p:nvPr>
            <p:ph type="ctrTitle"/>
          </p:nvPr>
        </p:nvSpPr>
        <p:spPr>
          <a:xfrm>
            <a:off x="1833787" y="1554148"/>
            <a:ext cx="592168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Play"/>
              <a:buNone/>
              <a:defRPr sz="60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6" name="Google Shape;256;p61"/>
          <p:cNvSpPr txBox="1"/>
          <p:nvPr>
            <p:ph idx="1" type="subTitle"/>
          </p:nvPr>
        </p:nvSpPr>
        <p:spPr>
          <a:xfrm>
            <a:off x="1833787" y="3521076"/>
            <a:ext cx="5921680" cy="6946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57" name="Google Shape;257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66490" y="5871410"/>
            <a:ext cx="2124749" cy="5600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divider">
  <p:cSld name="3_divider">
    <p:bg>
      <p:bgPr>
        <a:solidFill>
          <a:srgbClr val="98A1FF"/>
        </a:solid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62"/>
          <p:cNvSpPr txBox="1"/>
          <p:nvPr>
            <p:ph type="ctrTitle"/>
          </p:nvPr>
        </p:nvSpPr>
        <p:spPr>
          <a:xfrm>
            <a:off x="8017438" y="1842906"/>
            <a:ext cx="359841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Play"/>
              <a:buNone/>
              <a:defRPr sz="45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0" name="Google Shape;260;p62"/>
          <p:cNvSpPr txBox="1"/>
          <p:nvPr>
            <p:ph idx="1" type="subTitle"/>
          </p:nvPr>
        </p:nvSpPr>
        <p:spPr>
          <a:xfrm>
            <a:off x="8017438" y="3809833"/>
            <a:ext cx="3598410" cy="9306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61" name="Google Shape;261;p6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5983357"/>
            <a:ext cx="874643" cy="874643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2"/>
          <p:cNvSpPr/>
          <p:nvPr>
            <p:ph idx="2" type="pic"/>
          </p:nvPr>
        </p:nvSpPr>
        <p:spPr>
          <a:xfrm>
            <a:off x="874642" y="-695294"/>
            <a:ext cx="6678652" cy="6678652"/>
          </a:xfrm>
          <a:prstGeom prst="flowChartDelay">
            <a:avLst/>
          </a:prstGeom>
          <a:noFill/>
          <a:ln>
            <a:noFill/>
          </a:ln>
        </p:spPr>
      </p:sp>
      <p:pic>
        <p:nvPicPr>
          <p:cNvPr id="263" name="Google Shape;263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52549" y="6253214"/>
            <a:ext cx="1352277" cy="356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divider">
  <p:cSld name="4_divider">
    <p:bg>
      <p:bgPr>
        <a:solidFill>
          <a:srgbClr val="C81326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63"/>
          <p:cNvSpPr txBox="1"/>
          <p:nvPr>
            <p:ph type="ctrTitle"/>
          </p:nvPr>
        </p:nvSpPr>
        <p:spPr>
          <a:xfrm>
            <a:off x="1577063" y="2775963"/>
            <a:ext cx="5353123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6" name="Google Shape;266;p63"/>
          <p:cNvSpPr txBox="1"/>
          <p:nvPr>
            <p:ph idx="1" type="subTitle"/>
          </p:nvPr>
        </p:nvSpPr>
        <p:spPr>
          <a:xfrm>
            <a:off x="1577063" y="4742890"/>
            <a:ext cx="5353123" cy="1301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67" name="Google Shape;267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52549" y="288758"/>
            <a:ext cx="1352277" cy="356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" y="-1"/>
            <a:ext cx="8518357" cy="85183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divider">
  <p:cSld name="5_divider">
    <p:bg>
      <p:bgPr>
        <a:solidFill>
          <a:srgbClr val="FF5660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6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8008" y="-2891071"/>
            <a:ext cx="9763585" cy="9763585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64"/>
          <p:cNvSpPr txBox="1"/>
          <p:nvPr>
            <p:ph type="ctrTitle"/>
          </p:nvPr>
        </p:nvSpPr>
        <p:spPr>
          <a:xfrm>
            <a:off x="1833787" y="1554148"/>
            <a:ext cx="592168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Play"/>
              <a:buNone/>
              <a:defRPr sz="60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2" name="Google Shape;272;p64"/>
          <p:cNvSpPr txBox="1"/>
          <p:nvPr>
            <p:ph idx="1" type="subTitle"/>
          </p:nvPr>
        </p:nvSpPr>
        <p:spPr>
          <a:xfrm>
            <a:off x="1833787" y="3521076"/>
            <a:ext cx="5921680" cy="6946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73" name="Google Shape;273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66490" y="5871410"/>
            <a:ext cx="2124749" cy="5600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divider">
  <p:cSld name="6_divider">
    <p:bg>
      <p:bgPr>
        <a:solidFill>
          <a:srgbClr val="FF858A"/>
        </a:solid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65"/>
          <p:cNvSpPr txBox="1"/>
          <p:nvPr>
            <p:ph type="ctrTitle"/>
          </p:nvPr>
        </p:nvSpPr>
        <p:spPr>
          <a:xfrm>
            <a:off x="8017438" y="1842906"/>
            <a:ext cx="3598410" cy="1874852"/>
          </a:xfrm>
          <a:prstGeom prst="rect">
            <a:avLst/>
          </a:prstGeom>
          <a:solidFill>
            <a:srgbClr val="FF858A"/>
          </a:solidFill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Play"/>
              <a:buNone/>
              <a:defRPr sz="45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6" name="Google Shape;276;p65"/>
          <p:cNvSpPr txBox="1"/>
          <p:nvPr>
            <p:ph idx="1" type="subTitle"/>
          </p:nvPr>
        </p:nvSpPr>
        <p:spPr>
          <a:xfrm>
            <a:off x="8017438" y="3809833"/>
            <a:ext cx="3598410" cy="930609"/>
          </a:xfrm>
          <a:prstGeom prst="rect">
            <a:avLst/>
          </a:prstGeom>
          <a:solidFill>
            <a:srgbClr val="FF858A"/>
          </a:soli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77" name="Google Shape;277;p65"/>
          <p:cNvSpPr/>
          <p:nvPr>
            <p:ph idx="2" type="pic"/>
          </p:nvPr>
        </p:nvSpPr>
        <p:spPr>
          <a:xfrm>
            <a:off x="874642" y="-695294"/>
            <a:ext cx="6678652" cy="6678652"/>
          </a:xfrm>
          <a:prstGeom prst="flowChartDelay">
            <a:avLst/>
          </a:prstGeom>
          <a:noFill/>
          <a:ln>
            <a:noFill/>
          </a:ln>
        </p:spPr>
      </p:sp>
      <p:sp>
        <p:nvSpPr>
          <p:cNvPr id="278" name="Google Shape;278;p65"/>
          <p:cNvSpPr/>
          <p:nvPr/>
        </p:nvSpPr>
        <p:spPr>
          <a:xfrm>
            <a:off x="0" y="5983356"/>
            <a:ext cx="874643" cy="874643"/>
          </a:xfrm>
          <a:prstGeom prst="rect">
            <a:avLst/>
          </a:prstGeom>
          <a:solidFill>
            <a:srgbClr val="FFB6B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279" name="Google Shape;279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52549" y="6253214"/>
            <a:ext cx="1352277" cy="356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divider">
  <p:cSld name="7_divider">
    <p:bg>
      <p:bgPr>
        <a:solidFill>
          <a:srgbClr val="005C84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66"/>
          <p:cNvSpPr txBox="1"/>
          <p:nvPr>
            <p:ph type="ctrTitle"/>
          </p:nvPr>
        </p:nvSpPr>
        <p:spPr>
          <a:xfrm>
            <a:off x="1577063" y="2775963"/>
            <a:ext cx="5353123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2" name="Google Shape;282;p66"/>
          <p:cNvSpPr txBox="1"/>
          <p:nvPr>
            <p:ph idx="1" type="subTitle"/>
          </p:nvPr>
        </p:nvSpPr>
        <p:spPr>
          <a:xfrm>
            <a:off x="1577063" y="4742890"/>
            <a:ext cx="5353123" cy="1301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83" name="Google Shape;283;p6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52549" y="288758"/>
            <a:ext cx="1352277" cy="356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1"/>
            <a:ext cx="8518356" cy="85183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divider">
  <p:cSld name="8_divider">
    <p:bg>
      <p:bgPr>
        <a:solidFill>
          <a:srgbClr val="02C8F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6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4515" y="-2893472"/>
            <a:ext cx="9760092" cy="9760092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67"/>
          <p:cNvSpPr txBox="1"/>
          <p:nvPr>
            <p:ph type="ctrTitle"/>
          </p:nvPr>
        </p:nvSpPr>
        <p:spPr>
          <a:xfrm>
            <a:off x="1833787" y="1554148"/>
            <a:ext cx="592168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Play"/>
              <a:buNone/>
              <a:defRPr sz="60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8" name="Google Shape;288;p67"/>
          <p:cNvSpPr txBox="1"/>
          <p:nvPr>
            <p:ph idx="1" type="subTitle"/>
          </p:nvPr>
        </p:nvSpPr>
        <p:spPr>
          <a:xfrm>
            <a:off x="1833787" y="3521076"/>
            <a:ext cx="5921680" cy="6946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89" name="Google Shape;289;p6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66490" y="5871410"/>
            <a:ext cx="2124749" cy="5600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divider">
  <p:cSld name="9_divider">
    <p:bg>
      <p:bgPr>
        <a:solidFill>
          <a:srgbClr val="7ADEFF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68"/>
          <p:cNvSpPr txBox="1"/>
          <p:nvPr>
            <p:ph type="ctrTitle"/>
          </p:nvPr>
        </p:nvSpPr>
        <p:spPr>
          <a:xfrm>
            <a:off x="8017438" y="1842906"/>
            <a:ext cx="359841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Play"/>
              <a:buNone/>
              <a:defRPr sz="45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2" name="Google Shape;292;p68"/>
          <p:cNvSpPr txBox="1"/>
          <p:nvPr>
            <p:ph idx="1" type="subTitle"/>
          </p:nvPr>
        </p:nvSpPr>
        <p:spPr>
          <a:xfrm>
            <a:off x="8017438" y="3809833"/>
            <a:ext cx="3598410" cy="9306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93" name="Google Shape;293;p68"/>
          <p:cNvSpPr/>
          <p:nvPr>
            <p:ph idx="2" type="pic"/>
          </p:nvPr>
        </p:nvSpPr>
        <p:spPr>
          <a:xfrm>
            <a:off x="874642" y="-695294"/>
            <a:ext cx="6678652" cy="6678652"/>
          </a:xfrm>
          <a:prstGeom prst="flowChartDelay">
            <a:avLst/>
          </a:prstGeom>
          <a:noFill/>
          <a:ln>
            <a:noFill/>
          </a:ln>
        </p:spPr>
      </p:sp>
      <p:sp>
        <p:nvSpPr>
          <p:cNvPr id="294" name="Google Shape;294;p68"/>
          <p:cNvSpPr/>
          <p:nvPr/>
        </p:nvSpPr>
        <p:spPr>
          <a:xfrm>
            <a:off x="0" y="5983356"/>
            <a:ext cx="874643" cy="874643"/>
          </a:xfrm>
          <a:prstGeom prst="rect">
            <a:avLst/>
          </a:prstGeom>
          <a:solidFill>
            <a:srgbClr val="02C8F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295" name="Google Shape;295;p6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919978" y="7168467"/>
            <a:ext cx="826875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52549" y="6253214"/>
            <a:ext cx="1352277" cy="356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divider">
  <p:cSld name="10_divider">
    <p:bg>
      <p:bgPr>
        <a:solidFill>
          <a:srgbClr val="CA8F00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69"/>
          <p:cNvSpPr txBox="1"/>
          <p:nvPr>
            <p:ph type="ctrTitle"/>
          </p:nvPr>
        </p:nvSpPr>
        <p:spPr>
          <a:xfrm>
            <a:off x="1577063" y="2775963"/>
            <a:ext cx="5353123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9" name="Google Shape;299;p69"/>
          <p:cNvSpPr txBox="1"/>
          <p:nvPr>
            <p:ph idx="1" type="subTitle"/>
          </p:nvPr>
        </p:nvSpPr>
        <p:spPr>
          <a:xfrm>
            <a:off x="1577063" y="4742890"/>
            <a:ext cx="5353123" cy="1301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300" name="Google Shape;300;p6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52549" y="288758"/>
            <a:ext cx="1352277" cy="356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6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8518356" cy="85183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divider">
  <p:cSld name="11_divider">
    <p:bg>
      <p:bgPr>
        <a:solidFill>
          <a:srgbClr val="F7CC4A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3" name="Google Shape;303;p7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4516" y="-2893471"/>
            <a:ext cx="9760091" cy="9760091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70"/>
          <p:cNvSpPr txBox="1"/>
          <p:nvPr>
            <p:ph type="ctrTitle"/>
          </p:nvPr>
        </p:nvSpPr>
        <p:spPr>
          <a:xfrm>
            <a:off x="1833787" y="1554148"/>
            <a:ext cx="592168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Play"/>
              <a:buNone/>
              <a:defRPr sz="60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5" name="Google Shape;305;p70"/>
          <p:cNvSpPr txBox="1"/>
          <p:nvPr>
            <p:ph idx="1" type="subTitle"/>
          </p:nvPr>
        </p:nvSpPr>
        <p:spPr>
          <a:xfrm>
            <a:off x="1833787" y="3521076"/>
            <a:ext cx="5921680" cy="6946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306" name="Google Shape;306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66490" y="5871410"/>
            <a:ext cx="2124749" cy="5600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7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919978" y="7168467"/>
            <a:ext cx="826875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divider">
  <p:cSld name="12_divider">
    <p:bg>
      <p:bgPr>
        <a:solidFill>
          <a:srgbClr val="FFE27A"/>
        </a:solidFill>
      </p:bgPr>
    </p:bg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71"/>
          <p:cNvSpPr txBox="1"/>
          <p:nvPr>
            <p:ph type="ctrTitle"/>
          </p:nvPr>
        </p:nvSpPr>
        <p:spPr>
          <a:xfrm>
            <a:off x="8017438" y="1842906"/>
            <a:ext cx="359841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Play"/>
              <a:buNone/>
              <a:defRPr sz="45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0" name="Google Shape;310;p71"/>
          <p:cNvSpPr txBox="1"/>
          <p:nvPr>
            <p:ph idx="1" type="subTitle"/>
          </p:nvPr>
        </p:nvSpPr>
        <p:spPr>
          <a:xfrm>
            <a:off x="8017438" y="3809833"/>
            <a:ext cx="3598410" cy="9306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11" name="Google Shape;311;p71"/>
          <p:cNvSpPr/>
          <p:nvPr>
            <p:ph idx="2" type="pic"/>
          </p:nvPr>
        </p:nvSpPr>
        <p:spPr>
          <a:xfrm>
            <a:off x="874642" y="-695294"/>
            <a:ext cx="6678652" cy="6678652"/>
          </a:xfrm>
          <a:prstGeom prst="flowChartDelay">
            <a:avLst/>
          </a:prstGeom>
          <a:noFill/>
          <a:ln>
            <a:noFill/>
          </a:ln>
        </p:spPr>
      </p:sp>
      <p:sp>
        <p:nvSpPr>
          <p:cNvPr id="312" name="Google Shape;312;p71"/>
          <p:cNvSpPr/>
          <p:nvPr/>
        </p:nvSpPr>
        <p:spPr>
          <a:xfrm>
            <a:off x="0" y="5983356"/>
            <a:ext cx="874643" cy="874643"/>
          </a:xfrm>
          <a:prstGeom prst="rect">
            <a:avLst/>
          </a:prstGeom>
          <a:solidFill>
            <a:srgbClr val="EEB2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313" name="Google Shape;313;p7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52747" y="6253214"/>
            <a:ext cx="1352277" cy="356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divider">
  <p:cSld name="13_divider">
    <p:bg>
      <p:bgPr>
        <a:solidFill>
          <a:srgbClr val="515A3C"/>
        </a:solid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72"/>
          <p:cNvSpPr txBox="1"/>
          <p:nvPr>
            <p:ph type="ctrTitle"/>
          </p:nvPr>
        </p:nvSpPr>
        <p:spPr>
          <a:xfrm>
            <a:off x="1577063" y="2775963"/>
            <a:ext cx="5353123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72"/>
          <p:cNvSpPr txBox="1"/>
          <p:nvPr>
            <p:ph idx="1" type="subTitle"/>
          </p:nvPr>
        </p:nvSpPr>
        <p:spPr>
          <a:xfrm>
            <a:off x="1577063" y="4742890"/>
            <a:ext cx="5353123" cy="1301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317" name="Google Shape;317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52549" y="288758"/>
            <a:ext cx="1352277" cy="356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06" y="-1"/>
            <a:ext cx="8529463" cy="85294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divider">
  <p:cSld name="14_divider">
    <p:bg>
      <p:bgPr>
        <a:solidFill>
          <a:srgbClr val="8BAE46"/>
        </a:solidFill>
      </p:bgPr>
    </p:bg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0" name="Google Shape;320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4515" y="-2878954"/>
            <a:ext cx="9745574" cy="9745574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73"/>
          <p:cNvSpPr txBox="1"/>
          <p:nvPr>
            <p:ph type="ctrTitle"/>
          </p:nvPr>
        </p:nvSpPr>
        <p:spPr>
          <a:xfrm>
            <a:off x="1833787" y="1554148"/>
            <a:ext cx="592168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Play"/>
              <a:buNone/>
              <a:defRPr sz="60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73"/>
          <p:cNvSpPr txBox="1"/>
          <p:nvPr>
            <p:ph idx="1" type="subTitle"/>
          </p:nvPr>
        </p:nvSpPr>
        <p:spPr>
          <a:xfrm>
            <a:off x="1833787" y="3521076"/>
            <a:ext cx="5921680" cy="6946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323" name="Google Shape;323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66490" y="5871410"/>
            <a:ext cx="2124749" cy="5600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7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919978" y="7168467"/>
            <a:ext cx="826875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divider">
  <p:cSld name="15_divider">
    <p:bg>
      <p:bgPr>
        <a:solidFill>
          <a:srgbClr val="ADCC6E"/>
        </a:solid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74"/>
          <p:cNvSpPr txBox="1"/>
          <p:nvPr>
            <p:ph type="ctrTitle"/>
          </p:nvPr>
        </p:nvSpPr>
        <p:spPr>
          <a:xfrm>
            <a:off x="8017438" y="1842906"/>
            <a:ext cx="359841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Play"/>
              <a:buNone/>
              <a:defRPr sz="45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74"/>
          <p:cNvSpPr txBox="1"/>
          <p:nvPr>
            <p:ph idx="1" type="subTitle"/>
          </p:nvPr>
        </p:nvSpPr>
        <p:spPr>
          <a:xfrm>
            <a:off x="8017438" y="3809833"/>
            <a:ext cx="3598410" cy="9306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28" name="Google Shape;328;p74"/>
          <p:cNvSpPr/>
          <p:nvPr>
            <p:ph idx="2" type="pic"/>
          </p:nvPr>
        </p:nvSpPr>
        <p:spPr>
          <a:xfrm>
            <a:off x="874642" y="-695294"/>
            <a:ext cx="6678652" cy="6678652"/>
          </a:xfrm>
          <a:prstGeom prst="flowChartDelay">
            <a:avLst/>
          </a:prstGeom>
          <a:noFill/>
          <a:ln>
            <a:noFill/>
          </a:ln>
        </p:spPr>
      </p:sp>
      <p:sp>
        <p:nvSpPr>
          <p:cNvPr id="329" name="Google Shape;329;p74"/>
          <p:cNvSpPr/>
          <p:nvPr/>
        </p:nvSpPr>
        <p:spPr>
          <a:xfrm>
            <a:off x="0" y="5983356"/>
            <a:ext cx="874643" cy="874643"/>
          </a:xfrm>
          <a:prstGeom prst="rect">
            <a:avLst/>
          </a:prstGeom>
          <a:solidFill>
            <a:srgbClr val="8BAE4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330" name="Google Shape;330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52549" y="6253214"/>
            <a:ext cx="1352277" cy="356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divider">
  <p:cSld name="16_divider">
    <p:bg>
      <p:bgPr>
        <a:solidFill>
          <a:srgbClr val="272727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8529463" cy="8529463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75"/>
          <p:cNvSpPr txBox="1"/>
          <p:nvPr>
            <p:ph type="ctrTitle"/>
          </p:nvPr>
        </p:nvSpPr>
        <p:spPr>
          <a:xfrm>
            <a:off x="1577063" y="2775963"/>
            <a:ext cx="5353123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4" name="Google Shape;334;p75"/>
          <p:cNvSpPr txBox="1"/>
          <p:nvPr>
            <p:ph idx="1" type="subTitle"/>
          </p:nvPr>
        </p:nvSpPr>
        <p:spPr>
          <a:xfrm>
            <a:off x="1577063" y="4742890"/>
            <a:ext cx="5353123" cy="1301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335" name="Google Shape;335;p7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52549" y="288758"/>
            <a:ext cx="1352277" cy="356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divider">
  <p:cSld name="17_divider">
    <p:bg>
      <p:bgPr>
        <a:solidFill>
          <a:srgbClr val="AEAEAE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4516" y="-2887573"/>
            <a:ext cx="9745573" cy="9745573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7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4515" y="-2878954"/>
            <a:ext cx="9745574" cy="9745574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76"/>
          <p:cNvSpPr txBox="1"/>
          <p:nvPr>
            <p:ph type="ctrTitle"/>
          </p:nvPr>
        </p:nvSpPr>
        <p:spPr>
          <a:xfrm>
            <a:off x="1833787" y="1554148"/>
            <a:ext cx="592168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Play"/>
              <a:buNone/>
              <a:defRPr sz="60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0" name="Google Shape;340;p76"/>
          <p:cNvSpPr txBox="1"/>
          <p:nvPr>
            <p:ph idx="1" type="subTitle"/>
          </p:nvPr>
        </p:nvSpPr>
        <p:spPr>
          <a:xfrm>
            <a:off x="1833787" y="3521076"/>
            <a:ext cx="5921680" cy="6946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341" name="Google Shape;341;p7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566490" y="5871410"/>
            <a:ext cx="2124749" cy="5600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divider">
  <p:cSld name="18_divider">
    <p:bg>
      <p:bgPr>
        <a:solidFill>
          <a:srgbClr val="E9E9E9"/>
        </a:solidFill>
      </p:bgPr>
    </p:bg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77"/>
          <p:cNvSpPr txBox="1"/>
          <p:nvPr>
            <p:ph type="ctrTitle"/>
          </p:nvPr>
        </p:nvSpPr>
        <p:spPr>
          <a:xfrm>
            <a:off x="8017438" y="1842906"/>
            <a:ext cx="359841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Play"/>
              <a:buNone/>
              <a:defRPr sz="4500">
                <a:solidFill>
                  <a:srgbClr val="00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4" name="Google Shape;344;p77"/>
          <p:cNvSpPr txBox="1"/>
          <p:nvPr>
            <p:ph idx="1" type="subTitle"/>
          </p:nvPr>
        </p:nvSpPr>
        <p:spPr>
          <a:xfrm>
            <a:off x="8017438" y="3809833"/>
            <a:ext cx="3598410" cy="9306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>
                <a:solidFill>
                  <a:srgbClr val="000000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45" name="Google Shape;345;p77"/>
          <p:cNvSpPr/>
          <p:nvPr>
            <p:ph idx="2" type="pic"/>
          </p:nvPr>
        </p:nvSpPr>
        <p:spPr>
          <a:xfrm>
            <a:off x="874642" y="-695294"/>
            <a:ext cx="6678652" cy="6678652"/>
          </a:xfrm>
          <a:prstGeom prst="flowChartDelay">
            <a:avLst/>
          </a:prstGeom>
          <a:noFill/>
          <a:ln>
            <a:noFill/>
          </a:ln>
        </p:spPr>
      </p:sp>
      <p:sp>
        <p:nvSpPr>
          <p:cNvPr id="346" name="Google Shape;346;p77"/>
          <p:cNvSpPr/>
          <p:nvPr/>
        </p:nvSpPr>
        <p:spPr>
          <a:xfrm>
            <a:off x="0" y="5983356"/>
            <a:ext cx="874643" cy="874643"/>
          </a:xfrm>
          <a:prstGeom prst="rect">
            <a:avLst/>
          </a:prstGeom>
          <a:solidFill>
            <a:srgbClr val="AEAEA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347" name="Google Shape;347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52747" y="6253214"/>
            <a:ext cx="1352277" cy="356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divider">
  <p:cSld name="19_divider"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78"/>
          <p:cNvSpPr/>
          <p:nvPr>
            <p:ph idx="2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pic>
        <p:nvPicPr>
          <p:cNvPr id="350" name="Google Shape;350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7638757" cy="7638757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" name="Google Shape;351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9122" y="1392116"/>
            <a:ext cx="1358900" cy="8382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78"/>
          <p:cNvSpPr txBox="1"/>
          <p:nvPr>
            <p:ph type="ctrTitle"/>
          </p:nvPr>
        </p:nvSpPr>
        <p:spPr>
          <a:xfrm>
            <a:off x="1264245" y="2920341"/>
            <a:ext cx="4566715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3" name="Google Shape;353;p78"/>
          <p:cNvSpPr txBox="1"/>
          <p:nvPr>
            <p:ph idx="1" type="subTitle"/>
          </p:nvPr>
        </p:nvSpPr>
        <p:spPr>
          <a:xfrm>
            <a:off x="1264245" y="4887268"/>
            <a:ext cx="4566715" cy="1301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divider">
  <p:cSld name="20_divider">
    <p:bg>
      <p:bgPr>
        <a:solidFill>
          <a:srgbClr val="5B69FF"/>
        </a:solidFill>
      </p:bgPr>
    </p:bg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5" name="Google Shape;355;p7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79122" y="1392116"/>
            <a:ext cx="1358900" cy="838200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p79"/>
          <p:cNvSpPr txBox="1"/>
          <p:nvPr>
            <p:ph type="ctrTitle"/>
          </p:nvPr>
        </p:nvSpPr>
        <p:spPr>
          <a:xfrm>
            <a:off x="1264245" y="2920341"/>
            <a:ext cx="4566715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79"/>
          <p:cNvSpPr txBox="1"/>
          <p:nvPr>
            <p:ph idx="1" type="subTitle"/>
          </p:nvPr>
        </p:nvSpPr>
        <p:spPr>
          <a:xfrm>
            <a:off x="1264245" y="4887268"/>
            <a:ext cx="4566715" cy="1301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58" name="Google Shape;358;p79"/>
          <p:cNvSpPr/>
          <p:nvPr>
            <p:ph idx="2" type="pic"/>
          </p:nvPr>
        </p:nvSpPr>
        <p:spPr>
          <a:xfrm>
            <a:off x="1637956" y="669235"/>
            <a:ext cx="5094287" cy="5094287"/>
          </a:xfrm>
          <a:prstGeom prst="flowChartDelay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1_divider">
  <p:cSld name="21_divider"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80"/>
          <p:cNvSpPr/>
          <p:nvPr>
            <p:ph idx="2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pic>
        <p:nvPicPr>
          <p:cNvPr id="361" name="Google Shape;361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3491246"/>
            <a:ext cx="10358214" cy="10358214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80"/>
          <p:cNvSpPr/>
          <p:nvPr>
            <p:ph idx="3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363" name="Google Shape;363;p80"/>
          <p:cNvSpPr txBox="1"/>
          <p:nvPr>
            <p:ph type="ctrTitle"/>
          </p:nvPr>
        </p:nvSpPr>
        <p:spPr>
          <a:xfrm>
            <a:off x="1833787" y="786741"/>
            <a:ext cx="5921680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4" name="Google Shape;364;p80"/>
          <p:cNvSpPr txBox="1"/>
          <p:nvPr>
            <p:ph idx="1" type="subTitle"/>
          </p:nvPr>
        </p:nvSpPr>
        <p:spPr>
          <a:xfrm>
            <a:off x="1833787" y="2753669"/>
            <a:ext cx="5921680" cy="6946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365" name="Google Shape;365;p8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26848" y="5621866"/>
            <a:ext cx="2523761" cy="6651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Blue A" showMasterSp="0">
  <p:cSld name="Title Slide Blue A">
    <p:bg>
      <p:bgPr>
        <a:solidFill>
          <a:schemeClr val="dk2"/>
        </a:solidFill>
      </p:bgPr>
    </p:bg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7" name="Google Shape;367;p81"/>
          <p:cNvGrpSpPr/>
          <p:nvPr/>
        </p:nvGrpSpPr>
        <p:grpSpPr>
          <a:xfrm>
            <a:off x="573803" y="0"/>
            <a:ext cx="4325371" cy="6392520"/>
            <a:chOff x="573803" y="0"/>
            <a:chExt cx="4325371" cy="6392520"/>
          </a:xfrm>
        </p:grpSpPr>
        <p:sp>
          <p:nvSpPr>
            <p:cNvPr id="368" name="Google Shape;368;p81"/>
            <p:cNvSpPr/>
            <p:nvPr/>
          </p:nvSpPr>
          <p:spPr>
            <a:xfrm>
              <a:off x="860457" y="4951823"/>
              <a:ext cx="158111" cy="1581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369" name="Google Shape;369;p81"/>
            <p:cNvSpPr/>
            <p:nvPr/>
          </p:nvSpPr>
          <p:spPr>
            <a:xfrm>
              <a:off x="573803" y="5104242"/>
              <a:ext cx="286654" cy="28665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370" name="Google Shape;370;p81"/>
            <p:cNvSpPr/>
            <p:nvPr/>
          </p:nvSpPr>
          <p:spPr>
            <a:xfrm>
              <a:off x="861107" y="5390896"/>
              <a:ext cx="610214" cy="61021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371" name="Google Shape;371;p81"/>
            <p:cNvSpPr/>
            <p:nvPr/>
          </p:nvSpPr>
          <p:spPr>
            <a:xfrm>
              <a:off x="1468406" y="0"/>
              <a:ext cx="3430768" cy="539087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grpSp>
          <p:nvGrpSpPr>
            <p:cNvPr id="372" name="Google Shape;372;p81"/>
            <p:cNvGrpSpPr/>
            <p:nvPr/>
          </p:nvGrpSpPr>
          <p:grpSpPr>
            <a:xfrm>
              <a:off x="1468406" y="5995719"/>
              <a:ext cx="1059754" cy="396801"/>
              <a:chOff x="1314450" y="6391094"/>
              <a:chExt cx="1123377" cy="420623"/>
            </a:xfrm>
          </p:grpSpPr>
          <p:sp>
            <p:nvSpPr>
              <p:cNvPr id="373" name="Google Shape;373;p81"/>
              <p:cNvSpPr/>
              <p:nvPr/>
            </p:nvSpPr>
            <p:spPr>
              <a:xfrm>
                <a:off x="1314450" y="6396809"/>
                <a:ext cx="78581" cy="78581"/>
              </a:xfrm>
              <a:custGeom>
                <a:rect b="b" l="l" r="r" t="t"/>
                <a:pathLst>
                  <a:path extrusionOk="0" h="78581" w="78581">
                    <a:moveTo>
                      <a:pt x="0" y="0"/>
                    </a:moveTo>
                    <a:lnTo>
                      <a:pt x="78581" y="0"/>
                    </a:lnTo>
                    <a:lnTo>
                      <a:pt x="78581" y="78581"/>
                    </a:lnTo>
                    <a:lnTo>
                      <a:pt x="0" y="78581"/>
                    </a:lnTo>
                    <a:close/>
                  </a:path>
                </a:pathLst>
              </a:custGeom>
              <a:solidFill>
                <a:srgbClr val="00B2E3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endParaRPr>
              </a:p>
            </p:txBody>
          </p:sp>
          <p:sp>
            <p:nvSpPr>
              <p:cNvPr id="374" name="Google Shape;374;p81"/>
              <p:cNvSpPr/>
              <p:nvPr/>
            </p:nvSpPr>
            <p:spPr>
              <a:xfrm>
                <a:off x="1316545" y="6391094"/>
                <a:ext cx="995171" cy="420623"/>
              </a:xfrm>
              <a:custGeom>
                <a:rect b="b" l="l" r="r" t="t"/>
                <a:pathLst>
                  <a:path extrusionOk="0" h="420623" w="995171">
                    <a:moveTo>
                      <a:pt x="74486" y="131921"/>
                    </a:moveTo>
                    <a:lnTo>
                      <a:pt x="0" y="131921"/>
                    </a:lnTo>
                    <a:lnTo>
                      <a:pt x="0" y="414719"/>
                    </a:lnTo>
                    <a:lnTo>
                      <a:pt x="74486" y="414719"/>
                    </a:lnTo>
                    <a:lnTo>
                      <a:pt x="74486" y="131921"/>
                    </a:lnTo>
                    <a:close/>
                    <a:moveTo>
                      <a:pt x="568262" y="417576"/>
                    </a:moveTo>
                    <a:lnTo>
                      <a:pt x="568262" y="348234"/>
                    </a:lnTo>
                    <a:cubicBezTo>
                      <a:pt x="557308" y="348139"/>
                      <a:pt x="548259" y="347567"/>
                      <a:pt x="541306" y="346520"/>
                    </a:cubicBezTo>
                    <a:cubicBezTo>
                      <a:pt x="533591" y="345281"/>
                      <a:pt x="527685" y="342710"/>
                      <a:pt x="523780" y="338804"/>
                    </a:cubicBezTo>
                    <a:cubicBezTo>
                      <a:pt x="519875" y="334899"/>
                      <a:pt x="517303" y="329184"/>
                      <a:pt x="516065" y="321945"/>
                    </a:cubicBezTo>
                    <a:cubicBezTo>
                      <a:pt x="514922" y="314992"/>
                      <a:pt x="514350" y="305753"/>
                      <a:pt x="514350" y="294608"/>
                    </a:cubicBezTo>
                    <a:lnTo>
                      <a:pt x="514350" y="195644"/>
                    </a:lnTo>
                    <a:lnTo>
                      <a:pt x="568262" y="195644"/>
                    </a:lnTo>
                    <a:lnTo>
                      <a:pt x="568262" y="131921"/>
                    </a:lnTo>
                    <a:lnTo>
                      <a:pt x="514350" y="131921"/>
                    </a:lnTo>
                    <a:lnTo>
                      <a:pt x="514350" y="21812"/>
                    </a:lnTo>
                    <a:lnTo>
                      <a:pt x="439865" y="21812"/>
                    </a:lnTo>
                    <a:lnTo>
                      <a:pt x="439865" y="295180"/>
                    </a:lnTo>
                    <a:cubicBezTo>
                      <a:pt x="439865" y="318230"/>
                      <a:pt x="441865" y="337852"/>
                      <a:pt x="445865" y="353473"/>
                    </a:cubicBezTo>
                    <a:cubicBezTo>
                      <a:pt x="449771" y="368903"/>
                      <a:pt x="456438" y="381572"/>
                      <a:pt x="465677" y="391001"/>
                    </a:cubicBezTo>
                    <a:cubicBezTo>
                      <a:pt x="474917" y="400431"/>
                      <a:pt x="487204" y="407289"/>
                      <a:pt x="502063" y="411385"/>
                    </a:cubicBezTo>
                    <a:cubicBezTo>
                      <a:pt x="517112" y="415481"/>
                      <a:pt x="536258" y="417671"/>
                      <a:pt x="558927" y="417671"/>
                    </a:cubicBezTo>
                    <a:lnTo>
                      <a:pt x="568262" y="417671"/>
                    </a:lnTo>
                    <a:close/>
                    <a:moveTo>
                      <a:pt x="995172" y="0"/>
                    </a:moveTo>
                    <a:lnTo>
                      <a:pt x="920687" y="0"/>
                    </a:lnTo>
                    <a:lnTo>
                      <a:pt x="920687" y="414719"/>
                    </a:lnTo>
                    <a:lnTo>
                      <a:pt x="995172" y="414719"/>
                    </a:lnTo>
                    <a:lnTo>
                      <a:pt x="995172" y="0"/>
                    </a:lnTo>
                    <a:close/>
                    <a:moveTo>
                      <a:pt x="367951" y="159830"/>
                    </a:moveTo>
                    <a:cubicBezTo>
                      <a:pt x="347282" y="137541"/>
                      <a:pt x="318135" y="126206"/>
                      <a:pt x="281273" y="126206"/>
                    </a:cubicBezTo>
                    <a:cubicBezTo>
                      <a:pt x="263462" y="126206"/>
                      <a:pt x="247079" y="129921"/>
                      <a:pt x="232410" y="137065"/>
                    </a:cubicBezTo>
                    <a:cubicBezTo>
                      <a:pt x="217742" y="144304"/>
                      <a:pt x="205264" y="154496"/>
                      <a:pt x="195358" y="167259"/>
                    </a:cubicBezTo>
                    <a:lnTo>
                      <a:pt x="191262" y="172498"/>
                    </a:lnTo>
                    <a:lnTo>
                      <a:pt x="191262" y="167831"/>
                    </a:lnTo>
                    <a:lnTo>
                      <a:pt x="191262" y="132017"/>
                    </a:lnTo>
                    <a:lnTo>
                      <a:pt x="117920" y="132017"/>
                    </a:lnTo>
                    <a:lnTo>
                      <a:pt x="117920" y="414814"/>
                    </a:lnTo>
                    <a:lnTo>
                      <a:pt x="191929" y="414814"/>
                    </a:lnTo>
                    <a:lnTo>
                      <a:pt x="191929" y="264128"/>
                    </a:lnTo>
                    <a:lnTo>
                      <a:pt x="192024" y="274606"/>
                    </a:lnTo>
                    <a:cubicBezTo>
                      <a:pt x="192024" y="272891"/>
                      <a:pt x="192024" y="271177"/>
                      <a:pt x="192119" y="269558"/>
                    </a:cubicBezTo>
                    <a:cubicBezTo>
                      <a:pt x="192881" y="243173"/>
                      <a:pt x="199454" y="223456"/>
                      <a:pt x="211741" y="210884"/>
                    </a:cubicBezTo>
                    <a:cubicBezTo>
                      <a:pt x="224790" y="197549"/>
                      <a:pt x="240697" y="190786"/>
                      <a:pt x="258985" y="190786"/>
                    </a:cubicBezTo>
                    <a:cubicBezTo>
                      <a:pt x="280511" y="190786"/>
                      <a:pt x="296894" y="197358"/>
                      <a:pt x="307753" y="210407"/>
                    </a:cubicBezTo>
                    <a:cubicBezTo>
                      <a:pt x="318421" y="223171"/>
                      <a:pt x="323850" y="241364"/>
                      <a:pt x="323945" y="264605"/>
                    </a:cubicBezTo>
                    <a:lnTo>
                      <a:pt x="323945" y="264605"/>
                    </a:lnTo>
                    <a:lnTo>
                      <a:pt x="323945" y="265176"/>
                    </a:lnTo>
                    <a:lnTo>
                      <a:pt x="323945" y="265271"/>
                    </a:lnTo>
                    <a:lnTo>
                      <a:pt x="323945" y="414814"/>
                    </a:lnTo>
                    <a:lnTo>
                      <a:pt x="399098" y="414814"/>
                    </a:lnTo>
                    <a:lnTo>
                      <a:pt x="399098" y="254222"/>
                    </a:lnTo>
                    <a:cubicBezTo>
                      <a:pt x="399193" y="213931"/>
                      <a:pt x="388620" y="182118"/>
                      <a:pt x="367951" y="159830"/>
                    </a:cubicBezTo>
                    <a:moveTo>
                      <a:pt x="881825" y="272796"/>
                    </a:moveTo>
                    <a:cubicBezTo>
                      <a:pt x="881825" y="252508"/>
                      <a:pt x="878205" y="233267"/>
                      <a:pt x="871061" y="215646"/>
                    </a:cubicBezTo>
                    <a:cubicBezTo>
                      <a:pt x="863918" y="198025"/>
                      <a:pt x="853821" y="182309"/>
                      <a:pt x="841057" y="168974"/>
                    </a:cubicBezTo>
                    <a:cubicBezTo>
                      <a:pt x="828294" y="155639"/>
                      <a:pt x="812768" y="145066"/>
                      <a:pt x="794957" y="137636"/>
                    </a:cubicBezTo>
                    <a:cubicBezTo>
                      <a:pt x="777145" y="130112"/>
                      <a:pt x="757238" y="126302"/>
                      <a:pt x="735806" y="126302"/>
                    </a:cubicBezTo>
                    <a:cubicBezTo>
                      <a:pt x="715518" y="126302"/>
                      <a:pt x="696182" y="130207"/>
                      <a:pt x="678371" y="137922"/>
                    </a:cubicBezTo>
                    <a:cubicBezTo>
                      <a:pt x="660559" y="145637"/>
                      <a:pt x="644843" y="156210"/>
                      <a:pt x="631698" y="169355"/>
                    </a:cubicBezTo>
                    <a:cubicBezTo>
                      <a:pt x="618554" y="182499"/>
                      <a:pt x="607981" y="198215"/>
                      <a:pt x="600266" y="216027"/>
                    </a:cubicBezTo>
                    <a:cubicBezTo>
                      <a:pt x="592550" y="233839"/>
                      <a:pt x="588645" y="253175"/>
                      <a:pt x="588645" y="273463"/>
                    </a:cubicBezTo>
                    <a:cubicBezTo>
                      <a:pt x="588645" y="293751"/>
                      <a:pt x="592360" y="313087"/>
                      <a:pt x="599694" y="330899"/>
                    </a:cubicBezTo>
                    <a:cubicBezTo>
                      <a:pt x="607028" y="348710"/>
                      <a:pt x="617315" y="364426"/>
                      <a:pt x="630269" y="377571"/>
                    </a:cubicBezTo>
                    <a:cubicBezTo>
                      <a:pt x="643223" y="390716"/>
                      <a:pt x="659130" y="401288"/>
                      <a:pt x="677513" y="409004"/>
                    </a:cubicBezTo>
                    <a:cubicBezTo>
                      <a:pt x="695897" y="416719"/>
                      <a:pt x="716280" y="420624"/>
                      <a:pt x="738092" y="420624"/>
                    </a:cubicBezTo>
                    <a:cubicBezTo>
                      <a:pt x="801148" y="420624"/>
                      <a:pt x="840391" y="391954"/>
                      <a:pt x="863918" y="365093"/>
                    </a:cubicBezTo>
                    <a:lnTo>
                      <a:pt x="810292" y="324231"/>
                    </a:lnTo>
                    <a:cubicBezTo>
                      <a:pt x="798957" y="337661"/>
                      <a:pt x="772192" y="355854"/>
                      <a:pt x="738664" y="355854"/>
                    </a:cubicBezTo>
                    <a:cubicBezTo>
                      <a:pt x="717614" y="355854"/>
                      <a:pt x="700373" y="350996"/>
                      <a:pt x="687229" y="341376"/>
                    </a:cubicBezTo>
                    <a:cubicBezTo>
                      <a:pt x="674084" y="331756"/>
                      <a:pt x="665036" y="318611"/>
                      <a:pt x="660368" y="302133"/>
                    </a:cubicBezTo>
                    <a:lnTo>
                      <a:pt x="659606" y="299466"/>
                    </a:lnTo>
                    <a:lnTo>
                      <a:pt x="881825" y="299466"/>
                    </a:lnTo>
                    <a:lnTo>
                      <a:pt x="881825" y="272796"/>
                    </a:lnTo>
                    <a:close/>
                    <a:moveTo>
                      <a:pt x="660368" y="246793"/>
                    </a:moveTo>
                    <a:cubicBezTo>
                      <a:pt x="660368" y="226124"/>
                      <a:pt x="684086" y="189929"/>
                      <a:pt x="735330" y="189929"/>
                    </a:cubicBezTo>
                    <a:cubicBezTo>
                      <a:pt x="786575" y="189929"/>
                      <a:pt x="810387" y="226028"/>
                      <a:pt x="810387" y="246698"/>
                    </a:cubicBezTo>
                    <a:lnTo>
                      <a:pt x="660368" y="246793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endParaRPr>
              </a:p>
            </p:txBody>
          </p:sp>
          <p:sp>
            <p:nvSpPr>
              <p:cNvPr id="375" name="Google Shape;375;p81"/>
              <p:cNvSpPr/>
              <p:nvPr/>
            </p:nvSpPr>
            <p:spPr>
              <a:xfrm>
                <a:off x="2358770" y="6728469"/>
                <a:ext cx="79057" cy="79057"/>
              </a:xfrm>
              <a:custGeom>
                <a:rect b="b" l="l" r="r" t="t"/>
                <a:pathLst>
                  <a:path extrusionOk="0" h="79057" w="79057">
                    <a:moveTo>
                      <a:pt x="39529" y="5620"/>
                    </a:moveTo>
                    <a:cubicBezTo>
                      <a:pt x="58198" y="5620"/>
                      <a:pt x="73438" y="20860"/>
                      <a:pt x="73438" y="39529"/>
                    </a:cubicBezTo>
                    <a:cubicBezTo>
                      <a:pt x="73438" y="58198"/>
                      <a:pt x="58198" y="73438"/>
                      <a:pt x="39529" y="73438"/>
                    </a:cubicBezTo>
                    <a:cubicBezTo>
                      <a:pt x="20860" y="73438"/>
                      <a:pt x="5620" y="58198"/>
                      <a:pt x="5620" y="39529"/>
                    </a:cubicBezTo>
                    <a:cubicBezTo>
                      <a:pt x="5620" y="20860"/>
                      <a:pt x="20860" y="5620"/>
                      <a:pt x="39529" y="5620"/>
                    </a:cubicBezTo>
                    <a:moveTo>
                      <a:pt x="39529" y="0"/>
                    </a:moveTo>
                    <a:cubicBezTo>
                      <a:pt x="17717" y="0"/>
                      <a:pt x="0" y="17717"/>
                      <a:pt x="0" y="39529"/>
                    </a:cubicBezTo>
                    <a:cubicBezTo>
                      <a:pt x="0" y="61341"/>
                      <a:pt x="17717" y="79058"/>
                      <a:pt x="39529" y="79058"/>
                    </a:cubicBezTo>
                    <a:cubicBezTo>
                      <a:pt x="61341" y="79058"/>
                      <a:pt x="79058" y="61341"/>
                      <a:pt x="79058" y="39529"/>
                    </a:cubicBezTo>
                    <a:cubicBezTo>
                      <a:pt x="79058" y="17717"/>
                      <a:pt x="61341" y="0"/>
                      <a:pt x="39529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endParaRPr>
              </a:p>
            </p:txBody>
          </p:sp>
          <p:sp>
            <p:nvSpPr>
              <p:cNvPr id="376" name="Google Shape;376;p81"/>
              <p:cNvSpPr/>
              <p:nvPr/>
            </p:nvSpPr>
            <p:spPr>
              <a:xfrm>
                <a:off x="2384869" y="6748090"/>
                <a:ext cx="30765" cy="39528"/>
              </a:xfrm>
              <a:custGeom>
                <a:rect b="b" l="l" r="r" t="t"/>
                <a:pathLst>
                  <a:path extrusionOk="0" h="39528" w="30765">
                    <a:moveTo>
                      <a:pt x="16383" y="95"/>
                    </a:moveTo>
                    <a:cubicBezTo>
                      <a:pt x="18860" y="95"/>
                      <a:pt x="21050" y="667"/>
                      <a:pt x="23051" y="1715"/>
                    </a:cubicBezTo>
                    <a:cubicBezTo>
                      <a:pt x="25051" y="2762"/>
                      <a:pt x="26575" y="4286"/>
                      <a:pt x="27718" y="6191"/>
                    </a:cubicBezTo>
                    <a:cubicBezTo>
                      <a:pt x="28861" y="8096"/>
                      <a:pt x="29337" y="10192"/>
                      <a:pt x="29337" y="12478"/>
                    </a:cubicBezTo>
                    <a:cubicBezTo>
                      <a:pt x="29337" y="15335"/>
                      <a:pt x="28575" y="17717"/>
                      <a:pt x="27146" y="19622"/>
                    </a:cubicBezTo>
                    <a:cubicBezTo>
                      <a:pt x="25718" y="21527"/>
                      <a:pt x="23908" y="22860"/>
                      <a:pt x="21812" y="23717"/>
                    </a:cubicBezTo>
                    <a:lnTo>
                      <a:pt x="30766" y="39529"/>
                    </a:lnTo>
                    <a:lnTo>
                      <a:pt x="23717" y="39529"/>
                    </a:lnTo>
                    <a:lnTo>
                      <a:pt x="15526" y="24860"/>
                    </a:lnTo>
                    <a:lnTo>
                      <a:pt x="6191" y="24860"/>
                    </a:lnTo>
                    <a:lnTo>
                      <a:pt x="6191" y="39529"/>
                    </a:lnTo>
                    <a:lnTo>
                      <a:pt x="0" y="39529"/>
                    </a:lnTo>
                    <a:lnTo>
                      <a:pt x="0" y="0"/>
                    </a:lnTo>
                    <a:lnTo>
                      <a:pt x="16383" y="0"/>
                    </a:lnTo>
                    <a:close/>
                    <a:moveTo>
                      <a:pt x="16383" y="19336"/>
                    </a:moveTo>
                    <a:cubicBezTo>
                      <a:pt x="17717" y="19336"/>
                      <a:pt x="18860" y="19050"/>
                      <a:pt x="19907" y="18478"/>
                    </a:cubicBezTo>
                    <a:cubicBezTo>
                      <a:pt x="20955" y="17907"/>
                      <a:pt x="21717" y="17050"/>
                      <a:pt x="22289" y="16097"/>
                    </a:cubicBezTo>
                    <a:cubicBezTo>
                      <a:pt x="22860" y="15050"/>
                      <a:pt x="23146" y="13906"/>
                      <a:pt x="23146" y="12573"/>
                    </a:cubicBezTo>
                    <a:cubicBezTo>
                      <a:pt x="23146" y="11240"/>
                      <a:pt x="22860" y="10097"/>
                      <a:pt x="22289" y="9049"/>
                    </a:cubicBezTo>
                    <a:cubicBezTo>
                      <a:pt x="21717" y="8001"/>
                      <a:pt x="20860" y="7239"/>
                      <a:pt x="19907" y="6668"/>
                    </a:cubicBezTo>
                    <a:cubicBezTo>
                      <a:pt x="18860" y="6096"/>
                      <a:pt x="17717" y="5810"/>
                      <a:pt x="16383" y="5810"/>
                    </a:cubicBezTo>
                    <a:lnTo>
                      <a:pt x="6191" y="5810"/>
                    </a:lnTo>
                    <a:lnTo>
                      <a:pt x="6191" y="19336"/>
                    </a:lnTo>
                    <a:lnTo>
                      <a:pt x="16383" y="19336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endParaRPr>
              </a:p>
            </p:txBody>
          </p:sp>
        </p:grpSp>
      </p:grpSp>
      <p:sp>
        <p:nvSpPr>
          <p:cNvPr id="377" name="Google Shape;377;p81"/>
          <p:cNvSpPr txBox="1"/>
          <p:nvPr>
            <p:ph idx="1" type="body"/>
          </p:nvPr>
        </p:nvSpPr>
        <p:spPr>
          <a:xfrm>
            <a:off x="1543438" y="944163"/>
            <a:ext cx="9810362" cy="6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None/>
              <a:defRPr sz="16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8" name="Google Shape;378;p81"/>
          <p:cNvSpPr txBox="1"/>
          <p:nvPr>
            <p:ph type="ctrTitle"/>
          </p:nvPr>
        </p:nvSpPr>
        <p:spPr>
          <a:xfrm>
            <a:off x="1542536" y="1635111"/>
            <a:ext cx="9789007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9" name="Google Shape;379;p81"/>
          <p:cNvSpPr txBox="1"/>
          <p:nvPr>
            <p:ph idx="2" type="subTitle"/>
          </p:nvPr>
        </p:nvSpPr>
        <p:spPr>
          <a:xfrm>
            <a:off x="1542536" y="3602038"/>
            <a:ext cx="9789007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Blue B" showMasterSp="0">
  <p:cSld name="Title Slide Blue B">
    <p:bg>
      <p:bgPr>
        <a:solidFill>
          <a:schemeClr val="dk2"/>
        </a:solidFill>
      </p:bgPr>
    </p:bg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1" name="Google Shape;381;p82"/>
          <p:cNvGrpSpPr/>
          <p:nvPr/>
        </p:nvGrpSpPr>
        <p:grpSpPr>
          <a:xfrm>
            <a:off x="573803" y="0"/>
            <a:ext cx="4325371" cy="6392520"/>
            <a:chOff x="573803" y="0"/>
            <a:chExt cx="4325371" cy="6392520"/>
          </a:xfrm>
        </p:grpSpPr>
        <p:sp>
          <p:nvSpPr>
            <p:cNvPr id="382" name="Google Shape;382;p82"/>
            <p:cNvSpPr/>
            <p:nvPr/>
          </p:nvSpPr>
          <p:spPr>
            <a:xfrm>
              <a:off x="1468406" y="0"/>
              <a:ext cx="3430768" cy="539087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grpSp>
          <p:nvGrpSpPr>
            <p:cNvPr id="383" name="Google Shape;383;p82"/>
            <p:cNvGrpSpPr/>
            <p:nvPr/>
          </p:nvGrpSpPr>
          <p:grpSpPr>
            <a:xfrm>
              <a:off x="1468406" y="5995719"/>
              <a:ext cx="1059754" cy="396801"/>
              <a:chOff x="1314450" y="6391094"/>
              <a:chExt cx="1123377" cy="420623"/>
            </a:xfrm>
          </p:grpSpPr>
          <p:sp>
            <p:nvSpPr>
              <p:cNvPr id="384" name="Google Shape;384;p82"/>
              <p:cNvSpPr/>
              <p:nvPr/>
            </p:nvSpPr>
            <p:spPr>
              <a:xfrm>
                <a:off x="1314450" y="6396809"/>
                <a:ext cx="78581" cy="78581"/>
              </a:xfrm>
              <a:custGeom>
                <a:rect b="b" l="l" r="r" t="t"/>
                <a:pathLst>
                  <a:path extrusionOk="0" h="78581" w="78581">
                    <a:moveTo>
                      <a:pt x="0" y="0"/>
                    </a:moveTo>
                    <a:lnTo>
                      <a:pt x="78581" y="0"/>
                    </a:lnTo>
                    <a:lnTo>
                      <a:pt x="78581" y="78581"/>
                    </a:lnTo>
                    <a:lnTo>
                      <a:pt x="0" y="78581"/>
                    </a:lnTo>
                    <a:close/>
                  </a:path>
                </a:pathLst>
              </a:custGeom>
              <a:solidFill>
                <a:srgbClr val="00B2E3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endParaRPr>
              </a:p>
            </p:txBody>
          </p:sp>
          <p:sp>
            <p:nvSpPr>
              <p:cNvPr id="385" name="Google Shape;385;p82"/>
              <p:cNvSpPr/>
              <p:nvPr/>
            </p:nvSpPr>
            <p:spPr>
              <a:xfrm>
                <a:off x="1316545" y="6391094"/>
                <a:ext cx="995171" cy="420623"/>
              </a:xfrm>
              <a:custGeom>
                <a:rect b="b" l="l" r="r" t="t"/>
                <a:pathLst>
                  <a:path extrusionOk="0" h="420623" w="995171">
                    <a:moveTo>
                      <a:pt x="74486" y="131921"/>
                    </a:moveTo>
                    <a:lnTo>
                      <a:pt x="0" y="131921"/>
                    </a:lnTo>
                    <a:lnTo>
                      <a:pt x="0" y="414719"/>
                    </a:lnTo>
                    <a:lnTo>
                      <a:pt x="74486" y="414719"/>
                    </a:lnTo>
                    <a:lnTo>
                      <a:pt x="74486" y="131921"/>
                    </a:lnTo>
                    <a:close/>
                    <a:moveTo>
                      <a:pt x="568262" y="417576"/>
                    </a:moveTo>
                    <a:lnTo>
                      <a:pt x="568262" y="348234"/>
                    </a:lnTo>
                    <a:cubicBezTo>
                      <a:pt x="557308" y="348139"/>
                      <a:pt x="548259" y="347567"/>
                      <a:pt x="541306" y="346520"/>
                    </a:cubicBezTo>
                    <a:cubicBezTo>
                      <a:pt x="533591" y="345281"/>
                      <a:pt x="527685" y="342710"/>
                      <a:pt x="523780" y="338804"/>
                    </a:cubicBezTo>
                    <a:cubicBezTo>
                      <a:pt x="519875" y="334899"/>
                      <a:pt x="517303" y="329184"/>
                      <a:pt x="516065" y="321945"/>
                    </a:cubicBezTo>
                    <a:cubicBezTo>
                      <a:pt x="514922" y="314992"/>
                      <a:pt x="514350" y="305753"/>
                      <a:pt x="514350" y="294608"/>
                    </a:cubicBezTo>
                    <a:lnTo>
                      <a:pt x="514350" y="195644"/>
                    </a:lnTo>
                    <a:lnTo>
                      <a:pt x="568262" y="195644"/>
                    </a:lnTo>
                    <a:lnTo>
                      <a:pt x="568262" y="131921"/>
                    </a:lnTo>
                    <a:lnTo>
                      <a:pt x="514350" y="131921"/>
                    </a:lnTo>
                    <a:lnTo>
                      <a:pt x="514350" y="21812"/>
                    </a:lnTo>
                    <a:lnTo>
                      <a:pt x="439865" y="21812"/>
                    </a:lnTo>
                    <a:lnTo>
                      <a:pt x="439865" y="295180"/>
                    </a:lnTo>
                    <a:cubicBezTo>
                      <a:pt x="439865" y="318230"/>
                      <a:pt x="441865" y="337852"/>
                      <a:pt x="445865" y="353473"/>
                    </a:cubicBezTo>
                    <a:cubicBezTo>
                      <a:pt x="449771" y="368903"/>
                      <a:pt x="456438" y="381572"/>
                      <a:pt x="465677" y="391001"/>
                    </a:cubicBezTo>
                    <a:cubicBezTo>
                      <a:pt x="474917" y="400431"/>
                      <a:pt x="487204" y="407289"/>
                      <a:pt x="502063" y="411385"/>
                    </a:cubicBezTo>
                    <a:cubicBezTo>
                      <a:pt x="517112" y="415481"/>
                      <a:pt x="536258" y="417671"/>
                      <a:pt x="558927" y="417671"/>
                    </a:cubicBezTo>
                    <a:lnTo>
                      <a:pt x="568262" y="417671"/>
                    </a:lnTo>
                    <a:close/>
                    <a:moveTo>
                      <a:pt x="995172" y="0"/>
                    </a:moveTo>
                    <a:lnTo>
                      <a:pt x="920687" y="0"/>
                    </a:lnTo>
                    <a:lnTo>
                      <a:pt x="920687" y="414719"/>
                    </a:lnTo>
                    <a:lnTo>
                      <a:pt x="995172" y="414719"/>
                    </a:lnTo>
                    <a:lnTo>
                      <a:pt x="995172" y="0"/>
                    </a:lnTo>
                    <a:close/>
                    <a:moveTo>
                      <a:pt x="367951" y="159830"/>
                    </a:moveTo>
                    <a:cubicBezTo>
                      <a:pt x="347282" y="137541"/>
                      <a:pt x="318135" y="126206"/>
                      <a:pt x="281273" y="126206"/>
                    </a:cubicBezTo>
                    <a:cubicBezTo>
                      <a:pt x="263462" y="126206"/>
                      <a:pt x="247079" y="129921"/>
                      <a:pt x="232410" y="137065"/>
                    </a:cubicBezTo>
                    <a:cubicBezTo>
                      <a:pt x="217742" y="144304"/>
                      <a:pt x="205264" y="154496"/>
                      <a:pt x="195358" y="167259"/>
                    </a:cubicBezTo>
                    <a:lnTo>
                      <a:pt x="191262" y="172498"/>
                    </a:lnTo>
                    <a:lnTo>
                      <a:pt x="191262" y="167831"/>
                    </a:lnTo>
                    <a:lnTo>
                      <a:pt x="191262" y="132017"/>
                    </a:lnTo>
                    <a:lnTo>
                      <a:pt x="117920" y="132017"/>
                    </a:lnTo>
                    <a:lnTo>
                      <a:pt x="117920" y="414814"/>
                    </a:lnTo>
                    <a:lnTo>
                      <a:pt x="191929" y="414814"/>
                    </a:lnTo>
                    <a:lnTo>
                      <a:pt x="191929" y="264128"/>
                    </a:lnTo>
                    <a:lnTo>
                      <a:pt x="192024" y="274606"/>
                    </a:lnTo>
                    <a:cubicBezTo>
                      <a:pt x="192024" y="272891"/>
                      <a:pt x="192024" y="271177"/>
                      <a:pt x="192119" y="269558"/>
                    </a:cubicBezTo>
                    <a:cubicBezTo>
                      <a:pt x="192881" y="243173"/>
                      <a:pt x="199454" y="223456"/>
                      <a:pt x="211741" y="210884"/>
                    </a:cubicBezTo>
                    <a:cubicBezTo>
                      <a:pt x="224790" y="197549"/>
                      <a:pt x="240697" y="190786"/>
                      <a:pt x="258985" y="190786"/>
                    </a:cubicBezTo>
                    <a:cubicBezTo>
                      <a:pt x="280511" y="190786"/>
                      <a:pt x="296894" y="197358"/>
                      <a:pt x="307753" y="210407"/>
                    </a:cubicBezTo>
                    <a:cubicBezTo>
                      <a:pt x="318421" y="223171"/>
                      <a:pt x="323850" y="241364"/>
                      <a:pt x="323945" y="264605"/>
                    </a:cubicBezTo>
                    <a:lnTo>
                      <a:pt x="323945" y="264605"/>
                    </a:lnTo>
                    <a:lnTo>
                      <a:pt x="323945" y="265176"/>
                    </a:lnTo>
                    <a:lnTo>
                      <a:pt x="323945" y="265271"/>
                    </a:lnTo>
                    <a:lnTo>
                      <a:pt x="323945" y="414814"/>
                    </a:lnTo>
                    <a:lnTo>
                      <a:pt x="399098" y="414814"/>
                    </a:lnTo>
                    <a:lnTo>
                      <a:pt x="399098" y="254222"/>
                    </a:lnTo>
                    <a:cubicBezTo>
                      <a:pt x="399193" y="213931"/>
                      <a:pt x="388620" y="182118"/>
                      <a:pt x="367951" y="159830"/>
                    </a:cubicBezTo>
                    <a:moveTo>
                      <a:pt x="881825" y="272796"/>
                    </a:moveTo>
                    <a:cubicBezTo>
                      <a:pt x="881825" y="252508"/>
                      <a:pt x="878205" y="233267"/>
                      <a:pt x="871061" y="215646"/>
                    </a:cubicBezTo>
                    <a:cubicBezTo>
                      <a:pt x="863918" y="198025"/>
                      <a:pt x="853821" y="182309"/>
                      <a:pt x="841057" y="168974"/>
                    </a:cubicBezTo>
                    <a:cubicBezTo>
                      <a:pt x="828294" y="155639"/>
                      <a:pt x="812768" y="145066"/>
                      <a:pt x="794957" y="137636"/>
                    </a:cubicBezTo>
                    <a:cubicBezTo>
                      <a:pt x="777145" y="130112"/>
                      <a:pt x="757238" y="126302"/>
                      <a:pt x="735806" y="126302"/>
                    </a:cubicBezTo>
                    <a:cubicBezTo>
                      <a:pt x="715518" y="126302"/>
                      <a:pt x="696182" y="130207"/>
                      <a:pt x="678371" y="137922"/>
                    </a:cubicBezTo>
                    <a:cubicBezTo>
                      <a:pt x="660559" y="145637"/>
                      <a:pt x="644843" y="156210"/>
                      <a:pt x="631698" y="169355"/>
                    </a:cubicBezTo>
                    <a:cubicBezTo>
                      <a:pt x="618554" y="182499"/>
                      <a:pt x="607981" y="198215"/>
                      <a:pt x="600266" y="216027"/>
                    </a:cubicBezTo>
                    <a:cubicBezTo>
                      <a:pt x="592550" y="233839"/>
                      <a:pt x="588645" y="253175"/>
                      <a:pt x="588645" y="273463"/>
                    </a:cubicBezTo>
                    <a:cubicBezTo>
                      <a:pt x="588645" y="293751"/>
                      <a:pt x="592360" y="313087"/>
                      <a:pt x="599694" y="330899"/>
                    </a:cubicBezTo>
                    <a:cubicBezTo>
                      <a:pt x="607028" y="348710"/>
                      <a:pt x="617315" y="364426"/>
                      <a:pt x="630269" y="377571"/>
                    </a:cubicBezTo>
                    <a:cubicBezTo>
                      <a:pt x="643223" y="390716"/>
                      <a:pt x="659130" y="401288"/>
                      <a:pt x="677513" y="409004"/>
                    </a:cubicBezTo>
                    <a:cubicBezTo>
                      <a:pt x="695897" y="416719"/>
                      <a:pt x="716280" y="420624"/>
                      <a:pt x="738092" y="420624"/>
                    </a:cubicBezTo>
                    <a:cubicBezTo>
                      <a:pt x="801148" y="420624"/>
                      <a:pt x="840391" y="391954"/>
                      <a:pt x="863918" y="365093"/>
                    </a:cubicBezTo>
                    <a:lnTo>
                      <a:pt x="810292" y="324231"/>
                    </a:lnTo>
                    <a:cubicBezTo>
                      <a:pt x="798957" y="337661"/>
                      <a:pt x="772192" y="355854"/>
                      <a:pt x="738664" y="355854"/>
                    </a:cubicBezTo>
                    <a:cubicBezTo>
                      <a:pt x="717614" y="355854"/>
                      <a:pt x="700373" y="350996"/>
                      <a:pt x="687229" y="341376"/>
                    </a:cubicBezTo>
                    <a:cubicBezTo>
                      <a:pt x="674084" y="331756"/>
                      <a:pt x="665036" y="318611"/>
                      <a:pt x="660368" y="302133"/>
                    </a:cubicBezTo>
                    <a:lnTo>
                      <a:pt x="659606" y="299466"/>
                    </a:lnTo>
                    <a:lnTo>
                      <a:pt x="881825" y="299466"/>
                    </a:lnTo>
                    <a:lnTo>
                      <a:pt x="881825" y="272796"/>
                    </a:lnTo>
                    <a:close/>
                    <a:moveTo>
                      <a:pt x="660368" y="246793"/>
                    </a:moveTo>
                    <a:cubicBezTo>
                      <a:pt x="660368" y="226124"/>
                      <a:pt x="684086" y="189929"/>
                      <a:pt x="735330" y="189929"/>
                    </a:cubicBezTo>
                    <a:cubicBezTo>
                      <a:pt x="786575" y="189929"/>
                      <a:pt x="810387" y="226028"/>
                      <a:pt x="810387" y="246698"/>
                    </a:cubicBezTo>
                    <a:lnTo>
                      <a:pt x="660368" y="246793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endParaRPr>
              </a:p>
            </p:txBody>
          </p:sp>
          <p:sp>
            <p:nvSpPr>
              <p:cNvPr id="386" name="Google Shape;386;p82"/>
              <p:cNvSpPr/>
              <p:nvPr/>
            </p:nvSpPr>
            <p:spPr>
              <a:xfrm>
                <a:off x="2358770" y="6728469"/>
                <a:ext cx="79057" cy="79057"/>
              </a:xfrm>
              <a:custGeom>
                <a:rect b="b" l="l" r="r" t="t"/>
                <a:pathLst>
                  <a:path extrusionOk="0" h="79057" w="79057">
                    <a:moveTo>
                      <a:pt x="39529" y="5620"/>
                    </a:moveTo>
                    <a:cubicBezTo>
                      <a:pt x="58198" y="5620"/>
                      <a:pt x="73438" y="20860"/>
                      <a:pt x="73438" y="39529"/>
                    </a:cubicBezTo>
                    <a:cubicBezTo>
                      <a:pt x="73438" y="58198"/>
                      <a:pt x="58198" y="73438"/>
                      <a:pt x="39529" y="73438"/>
                    </a:cubicBezTo>
                    <a:cubicBezTo>
                      <a:pt x="20860" y="73438"/>
                      <a:pt x="5620" y="58198"/>
                      <a:pt x="5620" y="39529"/>
                    </a:cubicBezTo>
                    <a:cubicBezTo>
                      <a:pt x="5620" y="20860"/>
                      <a:pt x="20860" y="5620"/>
                      <a:pt x="39529" y="5620"/>
                    </a:cubicBezTo>
                    <a:moveTo>
                      <a:pt x="39529" y="0"/>
                    </a:moveTo>
                    <a:cubicBezTo>
                      <a:pt x="17717" y="0"/>
                      <a:pt x="0" y="17717"/>
                      <a:pt x="0" y="39529"/>
                    </a:cubicBezTo>
                    <a:cubicBezTo>
                      <a:pt x="0" y="61341"/>
                      <a:pt x="17717" y="79058"/>
                      <a:pt x="39529" y="79058"/>
                    </a:cubicBezTo>
                    <a:cubicBezTo>
                      <a:pt x="61341" y="79058"/>
                      <a:pt x="79058" y="61341"/>
                      <a:pt x="79058" y="39529"/>
                    </a:cubicBezTo>
                    <a:cubicBezTo>
                      <a:pt x="79058" y="17717"/>
                      <a:pt x="61341" y="0"/>
                      <a:pt x="39529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endParaRPr>
              </a:p>
            </p:txBody>
          </p:sp>
          <p:sp>
            <p:nvSpPr>
              <p:cNvPr id="387" name="Google Shape;387;p82"/>
              <p:cNvSpPr/>
              <p:nvPr/>
            </p:nvSpPr>
            <p:spPr>
              <a:xfrm>
                <a:off x="2384869" y="6748090"/>
                <a:ext cx="30765" cy="39528"/>
              </a:xfrm>
              <a:custGeom>
                <a:rect b="b" l="l" r="r" t="t"/>
                <a:pathLst>
                  <a:path extrusionOk="0" h="39528" w="30765">
                    <a:moveTo>
                      <a:pt x="16383" y="95"/>
                    </a:moveTo>
                    <a:cubicBezTo>
                      <a:pt x="18860" y="95"/>
                      <a:pt x="21050" y="667"/>
                      <a:pt x="23051" y="1715"/>
                    </a:cubicBezTo>
                    <a:cubicBezTo>
                      <a:pt x="25051" y="2762"/>
                      <a:pt x="26575" y="4286"/>
                      <a:pt x="27718" y="6191"/>
                    </a:cubicBezTo>
                    <a:cubicBezTo>
                      <a:pt x="28861" y="8096"/>
                      <a:pt x="29337" y="10192"/>
                      <a:pt x="29337" y="12478"/>
                    </a:cubicBezTo>
                    <a:cubicBezTo>
                      <a:pt x="29337" y="15335"/>
                      <a:pt x="28575" y="17717"/>
                      <a:pt x="27146" y="19622"/>
                    </a:cubicBezTo>
                    <a:cubicBezTo>
                      <a:pt x="25718" y="21527"/>
                      <a:pt x="23908" y="22860"/>
                      <a:pt x="21812" y="23717"/>
                    </a:cubicBezTo>
                    <a:lnTo>
                      <a:pt x="30766" y="39529"/>
                    </a:lnTo>
                    <a:lnTo>
                      <a:pt x="23717" y="39529"/>
                    </a:lnTo>
                    <a:lnTo>
                      <a:pt x="15526" y="24860"/>
                    </a:lnTo>
                    <a:lnTo>
                      <a:pt x="6191" y="24860"/>
                    </a:lnTo>
                    <a:lnTo>
                      <a:pt x="6191" y="39529"/>
                    </a:lnTo>
                    <a:lnTo>
                      <a:pt x="0" y="39529"/>
                    </a:lnTo>
                    <a:lnTo>
                      <a:pt x="0" y="0"/>
                    </a:lnTo>
                    <a:lnTo>
                      <a:pt x="16383" y="0"/>
                    </a:lnTo>
                    <a:close/>
                    <a:moveTo>
                      <a:pt x="16383" y="19336"/>
                    </a:moveTo>
                    <a:cubicBezTo>
                      <a:pt x="17717" y="19336"/>
                      <a:pt x="18860" y="19050"/>
                      <a:pt x="19907" y="18478"/>
                    </a:cubicBezTo>
                    <a:cubicBezTo>
                      <a:pt x="20955" y="17907"/>
                      <a:pt x="21717" y="17050"/>
                      <a:pt x="22289" y="16097"/>
                    </a:cubicBezTo>
                    <a:cubicBezTo>
                      <a:pt x="22860" y="15050"/>
                      <a:pt x="23146" y="13906"/>
                      <a:pt x="23146" y="12573"/>
                    </a:cubicBezTo>
                    <a:cubicBezTo>
                      <a:pt x="23146" y="11240"/>
                      <a:pt x="22860" y="10097"/>
                      <a:pt x="22289" y="9049"/>
                    </a:cubicBezTo>
                    <a:cubicBezTo>
                      <a:pt x="21717" y="8001"/>
                      <a:pt x="20860" y="7239"/>
                      <a:pt x="19907" y="6668"/>
                    </a:cubicBezTo>
                    <a:cubicBezTo>
                      <a:pt x="18860" y="6096"/>
                      <a:pt x="17717" y="5810"/>
                      <a:pt x="16383" y="5810"/>
                    </a:cubicBezTo>
                    <a:lnTo>
                      <a:pt x="6191" y="5810"/>
                    </a:lnTo>
                    <a:lnTo>
                      <a:pt x="6191" y="19336"/>
                    </a:lnTo>
                    <a:lnTo>
                      <a:pt x="16383" y="19336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endParaRPr>
              </a:p>
            </p:txBody>
          </p:sp>
        </p:grpSp>
        <p:sp>
          <p:nvSpPr>
            <p:cNvPr id="388" name="Google Shape;388;p82"/>
            <p:cNvSpPr/>
            <p:nvPr/>
          </p:nvSpPr>
          <p:spPr>
            <a:xfrm>
              <a:off x="860457" y="4951823"/>
              <a:ext cx="158111" cy="1581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389" name="Google Shape;389;p82"/>
            <p:cNvSpPr/>
            <p:nvPr/>
          </p:nvSpPr>
          <p:spPr>
            <a:xfrm>
              <a:off x="573803" y="5104242"/>
              <a:ext cx="286654" cy="286654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390" name="Google Shape;390;p82"/>
            <p:cNvSpPr/>
            <p:nvPr/>
          </p:nvSpPr>
          <p:spPr>
            <a:xfrm>
              <a:off x="861107" y="5390896"/>
              <a:ext cx="610214" cy="61021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</p:grpSp>
      <p:sp>
        <p:nvSpPr>
          <p:cNvPr id="391" name="Google Shape;391;p82"/>
          <p:cNvSpPr txBox="1"/>
          <p:nvPr>
            <p:ph idx="1" type="body"/>
          </p:nvPr>
        </p:nvSpPr>
        <p:spPr>
          <a:xfrm>
            <a:off x="1543438" y="944163"/>
            <a:ext cx="9810362" cy="6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None/>
              <a:defRPr sz="16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2" name="Google Shape;392;p82"/>
          <p:cNvSpPr txBox="1"/>
          <p:nvPr>
            <p:ph type="ctrTitle"/>
          </p:nvPr>
        </p:nvSpPr>
        <p:spPr>
          <a:xfrm>
            <a:off x="1542536" y="1635111"/>
            <a:ext cx="9789007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3" name="Google Shape;393;p82"/>
          <p:cNvSpPr txBox="1"/>
          <p:nvPr>
            <p:ph idx="2" type="subTitle"/>
          </p:nvPr>
        </p:nvSpPr>
        <p:spPr>
          <a:xfrm>
            <a:off x="1542536" y="3602038"/>
            <a:ext cx="9789007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White" showMasterSp="0">
  <p:cSld name="Title Slide White">
    <p:bg>
      <p:bgPr>
        <a:solidFill>
          <a:schemeClr val="lt1"/>
        </a:solidFill>
      </p:bgPr>
    </p:bg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5" name="Google Shape;395;p83"/>
          <p:cNvGrpSpPr/>
          <p:nvPr/>
        </p:nvGrpSpPr>
        <p:grpSpPr>
          <a:xfrm>
            <a:off x="573803" y="0"/>
            <a:ext cx="4325371" cy="6377476"/>
            <a:chOff x="573803" y="0"/>
            <a:chExt cx="4325371" cy="6377476"/>
          </a:xfrm>
        </p:grpSpPr>
        <p:sp>
          <p:nvSpPr>
            <p:cNvPr id="396" name="Google Shape;396;p83"/>
            <p:cNvSpPr/>
            <p:nvPr/>
          </p:nvSpPr>
          <p:spPr>
            <a:xfrm>
              <a:off x="1468406" y="0"/>
              <a:ext cx="3430768" cy="539087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397" name="Google Shape;397;p83"/>
            <p:cNvSpPr/>
            <p:nvPr/>
          </p:nvSpPr>
          <p:spPr>
            <a:xfrm>
              <a:off x="860457" y="4951823"/>
              <a:ext cx="158111" cy="1581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398" name="Google Shape;398;p83"/>
            <p:cNvSpPr/>
            <p:nvPr/>
          </p:nvSpPr>
          <p:spPr>
            <a:xfrm>
              <a:off x="573803" y="5104242"/>
              <a:ext cx="286654" cy="28665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399" name="Google Shape;399;p83"/>
            <p:cNvSpPr/>
            <p:nvPr/>
          </p:nvSpPr>
          <p:spPr>
            <a:xfrm>
              <a:off x="861107" y="5390896"/>
              <a:ext cx="610214" cy="61021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pic>
          <p:nvPicPr>
            <p:cNvPr id="400" name="Google Shape;400;p8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466513" y="5992753"/>
              <a:ext cx="1031758" cy="38472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01" name="Google Shape;401;p83"/>
          <p:cNvSpPr txBox="1"/>
          <p:nvPr>
            <p:ph idx="1" type="body"/>
          </p:nvPr>
        </p:nvSpPr>
        <p:spPr>
          <a:xfrm>
            <a:off x="1543438" y="944163"/>
            <a:ext cx="9810362" cy="6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None/>
              <a:defRPr sz="16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2" name="Google Shape;402;p83"/>
          <p:cNvSpPr txBox="1"/>
          <p:nvPr>
            <p:ph type="ctrTitle"/>
          </p:nvPr>
        </p:nvSpPr>
        <p:spPr>
          <a:xfrm>
            <a:off x="1542536" y="1635111"/>
            <a:ext cx="9789007" cy="18748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3" name="Google Shape;403;p83"/>
          <p:cNvSpPr txBox="1"/>
          <p:nvPr>
            <p:ph idx="2" type="subTitle"/>
          </p:nvPr>
        </p:nvSpPr>
        <p:spPr>
          <a:xfrm>
            <a:off x="1542536" y="3602038"/>
            <a:ext cx="9789007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84"/>
          <p:cNvSpPr txBox="1"/>
          <p:nvPr>
            <p:ph type="title"/>
          </p:nvPr>
        </p:nvSpPr>
        <p:spPr>
          <a:xfrm>
            <a:off x="381000" y="221694"/>
            <a:ext cx="10972800" cy="119982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6" name="Google Shape;406;p84"/>
          <p:cNvSpPr txBox="1"/>
          <p:nvPr>
            <p:ph idx="1" type="body"/>
          </p:nvPr>
        </p:nvSpPr>
        <p:spPr>
          <a:xfrm>
            <a:off x="381000" y="1487056"/>
            <a:ext cx="10972800" cy="46899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40">
          <p15:clr>
            <a:srgbClr val="FBAE40"/>
          </p15:clr>
        </p15:guide>
        <p15:guide id="3" pos="7152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Sub and Content">
  <p:cSld name="Title, Sub and Content"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85"/>
          <p:cNvSpPr txBox="1"/>
          <p:nvPr>
            <p:ph type="title"/>
          </p:nvPr>
        </p:nvSpPr>
        <p:spPr>
          <a:xfrm>
            <a:off x="381000" y="221694"/>
            <a:ext cx="10972800" cy="119982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9" name="Google Shape;409;p85"/>
          <p:cNvSpPr txBox="1"/>
          <p:nvPr>
            <p:ph idx="1" type="body"/>
          </p:nvPr>
        </p:nvSpPr>
        <p:spPr>
          <a:xfrm>
            <a:off x="381000" y="1494289"/>
            <a:ext cx="10972800" cy="5254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Arial"/>
              <a:buNone/>
              <a:defRPr b="0" i="0" sz="32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0" name="Google Shape;410;p85"/>
          <p:cNvSpPr txBox="1"/>
          <p:nvPr>
            <p:ph idx="2" type="body"/>
          </p:nvPr>
        </p:nvSpPr>
        <p:spPr>
          <a:xfrm>
            <a:off x="381000" y="2110067"/>
            <a:ext cx="10972800" cy="40842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40">
          <p15:clr>
            <a:srgbClr val="FBAE40"/>
          </p15:clr>
        </p15:guide>
        <p15:guide id="3" pos="7152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Sub Two Content">
  <p:cSld name="Title, Sub Two Content"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86"/>
          <p:cNvSpPr txBox="1"/>
          <p:nvPr>
            <p:ph type="title"/>
          </p:nvPr>
        </p:nvSpPr>
        <p:spPr>
          <a:xfrm>
            <a:off x="381000" y="221694"/>
            <a:ext cx="10972800" cy="119982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3" name="Google Shape;413;p86"/>
          <p:cNvSpPr txBox="1"/>
          <p:nvPr>
            <p:ph idx="1" type="body"/>
          </p:nvPr>
        </p:nvSpPr>
        <p:spPr>
          <a:xfrm>
            <a:off x="381000" y="1495361"/>
            <a:ext cx="10972800" cy="5304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b="0" i="0" sz="32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4" name="Google Shape;414;p86"/>
          <p:cNvSpPr txBox="1"/>
          <p:nvPr>
            <p:ph idx="2" type="body"/>
          </p:nvPr>
        </p:nvSpPr>
        <p:spPr>
          <a:xfrm>
            <a:off x="380999" y="2105680"/>
            <a:ext cx="5429865" cy="4095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5" name="Google Shape;415;p86"/>
          <p:cNvSpPr txBox="1"/>
          <p:nvPr>
            <p:ph idx="3" type="body"/>
          </p:nvPr>
        </p:nvSpPr>
        <p:spPr>
          <a:xfrm>
            <a:off x="5923935" y="2105680"/>
            <a:ext cx="5429865" cy="4095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ntent">
  <p:cSld name="Title and Two Content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87"/>
          <p:cNvSpPr txBox="1"/>
          <p:nvPr>
            <p:ph type="title"/>
          </p:nvPr>
        </p:nvSpPr>
        <p:spPr>
          <a:xfrm>
            <a:off x="381000" y="221694"/>
            <a:ext cx="10972800" cy="119982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8" name="Google Shape;418;p87"/>
          <p:cNvSpPr txBox="1"/>
          <p:nvPr>
            <p:ph idx="1" type="body"/>
          </p:nvPr>
        </p:nvSpPr>
        <p:spPr>
          <a:xfrm>
            <a:off x="380999" y="1496292"/>
            <a:ext cx="5429865" cy="46866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9" name="Google Shape;419;p87"/>
          <p:cNvSpPr txBox="1"/>
          <p:nvPr>
            <p:ph idx="2" type="body"/>
          </p:nvPr>
        </p:nvSpPr>
        <p:spPr>
          <a:xfrm>
            <a:off x="5923935" y="1496292"/>
            <a:ext cx="5429865" cy="46866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white">
  <p:cSld name="Quote white"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88"/>
          <p:cNvSpPr txBox="1"/>
          <p:nvPr>
            <p:ph type="title"/>
          </p:nvPr>
        </p:nvSpPr>
        <p:spPr>
          <a:xfrm>
            <a:off x="381000" y="221694"/>
            <a:ext cx="10972800" cy="119982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2" name="Google Shape;422;p88"/>
          <p:cNvSpPr txBox="1"/>
          <p:nvPr>
            <p:ph idx="1" type="body"/>
          </p:nvPr>
        </p:nvSpPr>
        <p:spPr>
          <a:xfrm>
            <a:off x="381000" y="1441833"/>
            <a:ext cx="10972800" cy="42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0" i="0" sz="6000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3" name="Google Shape;423;p88"/>
          <p:cNvSpPr txBox="1"/>
          <p:nvPr>
            <p:ph idx="2" type="body"/>
          </p:nvPr>
        </p:nvSpPr>
        <p:spPr>
          <a:xfrm>
            <a:off x="381000" y="5757203"/>
            <a:ext cx="10972800" cy="501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Blue" showMasterSp="0">
  <p:cSld name="Quote Blue">
    <p:bg>
      <p:bgPr>
        <a:solidFill>
          <a:schemeClr val="accent1"/>
        </a:solid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89"/>
          <p:cNvSpPr txBox="1"/>
          <p:nvPr>
            <p:ph type="title"/>
          </p:nvPr>
        </p:nvSpPr>
        <p:spPr>
          <a:xfrm>
            <a:off x="381000" y="221694"/>
            <a:ext cx="10972800" cy="119982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6" name="Google Shape;426;p89"/>
          <p:cNvSpPr txBox="1"/>
          <p:nvPr>
            <p:ph idx="1" type="body"/>
          </p:nvPr>
        </p:nvSpPr>
        <p:spPr>
          <a:xfrm>
            <a:off x="381000" y="1441833"/>
            <a:ext cx="10972800" cy="42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b="0" i="0" sz="60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89"/>
          <p:cNvSpPr txBox="1"/>
          <p:nvPr>
            <p:ph idx="2" type="body"/>
          </p:nvPr>
        </p:nvSpPr>
        <p:spPr>
          <a:xfrm>
            <a:off x="381000" y="5757203"/>
            <a:ext cx="10972800" cy="501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8" name="Google Shape;428;p89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429" name="Google Shape;429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37466" y="6554735"/>
            <a:ext cx="476084" cy="177524"/>
          </a:xfrm>
          <a:prstGeom prst="rect">
            <a:avLst/>
          </a:prstGeom>
          <a:noFill/>
          <a:ln>
            <a:noFill/>
          </a:ln>
        </p:spPr>
      </p:pic>
      <p:sp>
        <p:nvSpPr>
          <p:cNvPr id="430" name="Google Shape;430;p89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31" name="Google Shape;431;p89"/>
          <p:cNvSpPr/>
          <p:nvPr/>
        </p:nvSpPr>
        <p:spPr>
          <a:xfrm>
            <a:off x="5537995" y="6510549"/>
            <a:ext cx="111601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Intel Confidential</a:t>
            </a:r>
            <a:endParaRPr/>
          </a:p>
        </p:txBody>
      </p:sp>
      <p:sp>
        <p:nvSpPr>
          <p:cNvPr id="432" name="Google Shape;432;p89"/>
          <p:cNvSpPr/>
          <p:nvPr/>
        </p:nvSpPr>
        <p:spPr>
          <a:xfrm>
            <a:off x="286365" y="6510549"/>
            <a:ext cx="1701107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Department or Event Name</a:t>
            </a:r>
            <a:endParaRPr/>
          </a:p>
        </p:txBody>
      </p:sp>
      <p:sp>
        <p:nvSpPr>
          <p:cNvPr id="433" name="Google Shape;433;p89"/>
          <p:cNvSpPr txBox="1"/>
          <p:nvPr/>
        </p:nvSpPr>
        <p:spPr>
          <a:xfrm>
            <a:off x="11898805" y="6553045"/>
            <a:ext cx="142668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ay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gue White">
  <p:cSld name="Segue White"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90"/>
          <p:cNvSpPr txBox="1"/>
          <p:nvPr>
            <p:ph type="title"/>
          </p:nvPr>
        </p:nvSpPr>
        <p:spPr>
          <a:xfrm>
            <a:off x="381000" y="2229178"/>
            <a:ext cx="10972800" cy="119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6" name="Google Shape;436;p90"/>
          <p:cNvSpPr txBox="1"/>
          <p:nvPr>
            <p:ph idx="1" type="body"/>
          </p:nvPr>
        </p:nvSpPr>
        <p:spPr>
          <a:xfrm>
            <a:off x="381000" y="3449317"/>
            <a:ext cx="10972800" cy="6819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gue Blue" showMasterSp="0">
  <p:cSld name="Segue Blue">
    <p:bg>
      <p:bgPr>
        <a:solidFill>
          <a:schemeClr val="accent1"/>
        </a:solidFill>
      </p:bgPr>
    </p:bg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91"/>
          <p:cNvSpPr txBox="1"/>
          <p:nvPr>
            <p:ph type="title"/>
          </p:nvPr>
        </p:nvSpPr>
        <p:spPr>
          <a:xfrm>
            <a:off x="381000" y="2229178"/>
            <a:ext cx="10972800" cy="119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9" name="Google Shape;439;p91"/>
          <p:cNvSpPr txBox="1"/>
          <p:nvPr>
            <p:ph idx="1" type="body"/>
          </p:nvPr>
        </p:nvSpPr>
        <p:spPr>
          <a:xfrm>
            <a:off x="381000" y="3449317"/>
            <a:ext cx="10972800" cy="6819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sz="28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0" name="Google Shape;440;p91"/>
          <p:cNvSpPr/>
          <p:nvPr/>
        </p:nvSpPr>
        <p:spPr>
          <a:xfrm>
            <a:off x="0" y="6400800"/>
            <a:ext cx="11734800" cy="457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441" name="Google Shape;441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37466" y="6554735"/>
            <a:ext cx="476084" cy="177524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91"/>
          <p:cNvSpPr/>
          <p:nvPr/>
        </p:nvSpPr>
        <p:spPr>
          <a:xfrm>
            <a:off x="11734800" y="0"/>
            <a:ext cx="457200" cy="6400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43" name="Google Shape;443;p91"/>
          <p:cNvSpPr/>
          <p:nvPr/>
        </p:nvSpPr>
        <p:spPr>
          <a:xfrm>
            <a:off x="5537995" y="6510549"/>
            <a:ext cx="111601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Intel Confidential</a:t>
            </a:r>
            <a:endParaRPr/>
          </a:p>
        </p:txBody>
      </p:sp>
      <p:sp>
        <p:nvSpPr>
          <p:cNvPr id="444" name="Google Shape;444;p91"/>
          <p:cNvSpPr/>
          <p:nvPr/>
        </p:nvSpPr>
        <p:spPr>
          <a:xfrm>
            <a:off x="286365" y="6510549"/>
            <a:ext cx="1701107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Department or Event Name</a:t>
            </a:r>
            <a:endParaRPr/>
          </a:p>
        </p:txBody>
      </p:sp>
      <p:sp>
        <p:nvSpPr>
          <p:cNvPr id="445" name="Google Shape;445;p91"/>
          <p:cNvSpPr txBox="1"/>
          <p:nvPr/>
        </p:nvSpPr>
        <p:spPr>
          <a:xfrm>
            <a:off x="11898805" y="6553045"/>
            <a:ext cx="142668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ay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White">
  <p:cSld name="Title and Content White">
    <p:bg>
      <p:bgPr>
        <a:solidFill>
          <a:srgbClr val="F2F2F2"/>
        </a:solidFill>
      </p:bgPr>
    </p:bg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92"/>
          <p:cNvSpPr txBox="1"/>
          <p:nvPr>
            <p:ph type="title"/>
          </p:nvPr>
        </p:nvSpPr>
        <p:spPr>
          <a:xfrm>
            <a:off x="925220" y="2614497"/>
            <a:ext cx="4838270" cy="17823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  <a:defRPr sz="4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8" name="Google Shape;448;p92"/>
          <p:cNvSpPr/>
          <p:nvPr/>
        </p:nvSpPr>
        <p:spPr>
          <a:xfrm>
            <a:off x="11734800" y="6400800"/>
            <a:ext cx="457200" cy="457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49" name="Google Shape;449;p92"/>
          <p:cNvSpPr/>
          <p:nvPr/>
        </p:nvSpPr>
        <p:spPr>
          <a:xfrm>
            <a:off x="5867399" y="402558"/>
            <a:ext cx="5874297" cy="600347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50" name="Google Shape;450;p92"/>
          <p:cNvSpPr txBox="1"/>
          <p:nvPr>
            <p:ph idx="1" type="body"/>
          </p:nvPr>
        </p:nvSpPr>
        <p:spPr>
          <a:xfrm>
            <a:off x="6087623" y="546389"/>
            <a:ext cx="5433848" cy="111870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451" name="Google Shape;451;p92"/>
          <p:cNvGrpSpPr/>
          <p:nvPr/>
        </p:nvGrpSpPr>
        <p:grpSpPr>
          <a:xfrm>
            <a:off x="536812" y="2023074"/>
            <a:ext cx="492319" cy="591423"/>
            <a:chOff x="536812" y="2023074"/>
            <a:chExt cx="492319" cy="591423"/>
          </a:xfrm>
        </p:grpSpPr>
        <p:sp>
          <p:nvSpPr>
            <p:cNvPr id="452" name="Google Shape;452;p92"/>
            <p:cNvSpPr/>
            <p:nvPr/>
          </p:nvSpPr>
          <p:spPr>
            <a:xfrm>
              <a:off x="709974" y="2295340"/>
              <a:ext cx="319157" cy="31915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453" name="Google Shape;453;p92"/>
            <p:cNvSpPr/>
            <p:nvPr/>
          </p:nvSpPr>
          <p:spPr>
            <a:xfrm>
              <a:off x="536812" y="2123120"/>
              <a:ext cx="174318" cy="174318"/>
            </a:xfrm>
            <a:prstGeom prst="rect">
              <a:avLst/>
            </a:prstGeom>
            <a:solidFill>
              <a:srgbClr val="7BDEFF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454" name="Google Shape;454;p92"/>
            <p:cNvSpPr/>
            <p:nvPr/>
          </p:nvSpPr>
          <p:spPr>
            <a:xfrm>
              <a:off x="711130" y="2023074"/>
              <a:ext cx="100045" cy="100045"/>
            </a:xfrm>
            <a:prstGeom prst="rect">
              <a:avLst/>
            </a:prstGeom>
            <a:solidFill>
              <a:srgbClr val="B4F0FF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</p:grpSp>
      <p:sp>
        <p:nvSpPr>
          <p:cNvPr id="455" name="Google Shape;455;p92"/>
          <p:cNvSpPr txBox="1"/>
          <p:nvPr>
            <p:ph idx="2" type="body"/>
          </p:nvPr>
        </p:nvSpPr>
        <p:spPr>
          <a:xfrm>
            <a:off x="6087623" y="1813801"/>
            <a:ext cx="5433848" cy="43767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solidFill>
                  <a:schemeClr val="dk1"/>
                </a:solidFill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solidFill>
                  <a:schemeClr val="dk1"/>
                </a:solidFill>
              </a:defRPr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>
                <a:solidFill>
                  <a:schemeClr val="dk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6" name="Google Shape;456;p92"/>
          <p:cNvSpPr txBox="1"/>
          <p:nvPr/>
        </p:nvSpPr>
        <p:spPr>
          <a:xfrm>
            <a:off x="11898805" y="6553045"/>
            <a:ext cx="142668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Play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‹#›</a:t>
            </a:fld>
            <a:endParaRPr b="0" i="0" sz="10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Blue B" showMasterSp="0">
  <p:cSld name="Title and Content Blue B">
    <p:bg>
      <p:bgPr>
        <a:solidFill>
          <a:schemeClr val="dk2"/>
        </a:solidFill>
      </p:bgPr>
    </p:bg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93"/>
          <p:cNvSpPr/>
          <p:nvPr/>
        </p:nvSpPr>
        <p:spPr>
          <a:xfrm>
            <a:off x="11734800" y="6400800"/>
            <a:ext cx="457200" cy="457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59" name="Google Shape;459;p93"/>
          <p:cNvSpPr/>
          <p:nvPr/>
        </p:nvSpPr>
        <p:spPr>
          <a:xfrm>
            <a:off x="5867399" y="402558"/>
            <a:ext cx="5874297" cy="60034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60" name="Google Shape;460;p93"/>
          <p:cNvSpPr txBox="1"/>
          <p:nvPr>
            <p:ph type="title"/>
          </p:nvPr>
        </p:nvSpPr>
        <p:spPr>
          <a:xfrm>
            <a:off x="925220" y="2614497"/>
            <a:ext cx="4838270" cy="17823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1" name="Google Shape;461;p93"/>
          <p:cNvSpPr txBox="1"/>
          <p:nvPr>
            <p:ph idx="1" type="body"/>
          </p:nvPr>
        </p:nvSpPr>
        <p:spPr>
          <a:xfrm>
            <a:off x="6087623" y="546389"/>
            <a:ext cx="5433848" cy="111870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2" name="Google Shape;462;p93"/>
          <p:cNvSpPr txBox="1"/>
          <p:nvPr>
            <p:ph idx="2" type="body"/>
          </p:nvPr>
        </p:nvSpPr>
        <p:spPr>
          <a:xfrm>
            <a:off x="6087623" y="1813801"/>
            <a:ext cx="5433848" cy="43767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>
                <a:solidFill>
                  <a:schemeClr val="lt1"/>
                </a:solidFill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>
                <a:solidFill>
                  <a:schemeClr val="lt1"/>
                </a:solidFill>
              </a:defRPr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463" name="Google Shape;463;p9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37466" y="6554735"/>
            <a:ext cx="476084" cy="177524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93"/>
          <p:cNvSpPr/>
          <p:nvPr/>
        </p:nvSpPr>
        <p:spPr>
          <a:xfrm>
            <a:off x="5537995" y="6510549"/>
            <a:ext cx="111601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Intel Confidential</a:t>
            </a:r>
            <a:endParaRPr/>
          </a:p>
        </p:txBody>
      </p:sp>
      <p:sp>
        <p:nvSpPr>
          <p:cNvPr id="465" name="Google Shape;465;p93"/>
          <p:cNvSpPr/>
          <p:nvPr/>
        </p:nvSpPr>
        <p:spPr>
          <a:xfrm>
            <a:off x="286365" y="6510549"/>
            <a:ext cx="1701107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Department or Event Name</a:t>
            </a:r>
            <a:endParaRPr/>
          </a:p>
        </p:txBody>
      </p:sp>
      <p:sp>
        <p:nvSpPr>
          <p:cNvPr id="466" name="Google Shape;466;p93"/>
          <p:cNvSpPr txBox="1"/>
          <p:nvPr/>
        </p:nvSpPr>
        <p:spPr>
          <a:xfrm>
            <a:off x="11898805" y="6553045"/>
            <a:ext cx="142668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ay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grpSp>
        <p:nvGrpSpPr>
          <p:cNvPr id="467" name="Google Shape;467;p93"/>
          <p:cNvGrpSpPr/>
          <p:nvPr/>
        </p:nvGrpSpPr>
        <p:grpSpPr>
          <a:xfrm>
            <a:off x="536812" y="2023074"/>
            <a:ext cx="492319" cy="591423"/>
            <a:chOff x="536812" y="2023074"/>
            <a:chExt cx="492319" cy="591423"/>
          </a:xfrm>
        </p:grpSpPr>
        <p:sp>
          <p:nvSpPr>
            <p:cNvPr id="468" name="Google Shape;468;p93"/>
            <p:cNvSpPr/>
            <p:nvPr/>
          </p:nvSpPr>
          <p:spPr>
            <a:xfrm>
              <a:off x="709974" y="2295340"/>
              <a:ext cx="319157" cy="319157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469" name="Google Shape;469;p93"/>
            <p:cNvSpPr/>
            <p:nvPr/>
          </p:nvSpPr>
          <p:spPr>
            <a:xfrm>
              <a:off x="536812" y="2123120"/>
              <a:ext cx="174318" cy="17431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sp>
          <p:nvSpPr>
            <p:cNvPr id="470" name="Google Shape;470;p93"/>
            <p:cNvSpPr/>
            <p:nvPr/>
          </p:nvSpPr>
          <p:spPr>
            <a:xfrm>
              <a:off x="711130" y="2023074"/>
              <a:ext cx="100045" cy="10004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200"/>
                <a:buFont typeface="Play"/>
                <a:buNone/>
              </a:pPr>
              <a:r>
                <a:t/>
              </a:r>
              <a:endParaRPr b="0" i="0" sz="3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</p:grp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Frame Blue" showMasterSp="0">
  <p:cSld name="Title with Frame Blue">
    <p:bg>
      <p:bgPr>
        <a:solidFill>
          <a:schemeClr val="dk2"/>
        </a:solidFill>
      </p:bgPr>
    </p:bg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94"/>
          <p:cNvSpPr/>
          <p:nvPr/>
        </p:nvSpPr>
        <p:spPr>
          <a:xfrm>
            <a:off x="457200" y="464127"/>
            <a:ext cx="11286348" cy="59448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73" name="Google Shape;473;p94"/>
          <p:cNvSpPr txBox="1"/>
          <p:nvPr>
            <p:ph type="title"/>
          </p:nvPr>
        </p:nvSpPr>
        <p:spPr>
          <a:xfrm>
            <a:off x="806922" y="1776845"/>
            <a:ext cx="10557387" cy="33043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4" name="Google Shape;474;p94"/>
          <p:cNvSpPr/>
          <p:nvPr/>
        </p:nvSpPr>
        <p:spPr>
          <a:xfrm>
            <a:off x="11734800" y="6400800"/>
            <a:ext cx="457200" cy="457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75" name="Google Shape;475;p94"/>
          <p:cNvSpPr txBox="1"/>
          <p:nvPr/>
        </p:nvSpPr>
        <p:spPr>
          <a:xfrm>
            <a:off x="11898805" y="6553045"/>
            <a:ext cx="142668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ay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476" name="Google Shape;476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37466" y="6554735"/>
            <a:ext cx="476084" cy="177524"/>
          </a:xfrm>
          <a:prstGeom prst="rect">
            <a:avLst/>
          </a:prstGeom>
          <a:noFill/>
          <a:ln>
            <a:noFill/>
          </a:ln>
        </p:spPr>
      </p:pic>
      <p:sp>
        <p:nvSpPr>
          <p:cNvPr id="477" name="Google Shape;477;p94"/>
          <p:cNvSpPr/>
          <p:nvPr/>
        </p:nvSpPr>
        <p:spPr>
          <a:xfrm>
            <a:off x="5537995" y="6510549"/>
            <a:ext cx="111601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Intel Confidential</a:t>
            </a:r>
            <a:endParaRPr/>
          </a:p>
        </p:txBody>
      </p:sp>
      <p:sp>
        <p:nvSpPr>
          <p:cNvPr id="478" name="Google Shape;478;p94"/>
          <p:cNvSpPr/>
          <p:nvPr/>
        </p:nvSpPr>
        <p:spPr>
          <a:xfrm>
            <a:off x="286365" y="6510549"/>
            <a:ext cx="1701107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Department or Event Name</a:t>
            </a:r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l Logo" showMasterSp="0">
  <p:cSld name="Intel Logo">
    <p:bg>
      <p:bgPr>
        <a:solidFill>
          <a:schemeClr val="accent1"/>
        </a:solidFill>
      </p:bgPr>
    </p:bg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ogo&#10;&#10;Description automatically generated" id="480" name="Google Shape;480;p9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014381" y="2626737"/>
            <a:ext cx="4052408" cy="16439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 master">
  <p:cSld name="Slide 1 master">
    <p:bg>
      <p:bgPr>
        <a:solidFill>
          <a:srgbClr val="000000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7" name="Google Shape;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8;p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616">
              <a:alpha val="9490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2 master">
  <p:cSld name="Slide 2 master">
    <p:bg>
      <p:bgPr>
        <a:solidFill>
          <a:srgbClr val="000000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0" name="Google Shape;1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616">
              <a:alpha val="9490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3 master">
  <p:cSld name="Slide 3 master">
    <p:bg>
      <p:bgPr>
        <a:solidFill>
          <a:srgbClr val="000000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3" name="Google Shape;1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616">
              <a:alpha val="9490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4 master">
  <p:cSld name="Slide 4 master">
    <p:bg>
      <p:bgPr>
        <a:solidFill>
          <a:srgbClr val="00000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6" name="Google Shape;16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616">
              <a:alpha val="9490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5 master">
  <p:cSld name="Slide 5 master">
    <p:bg>
      <p:bgPr>
        <a:solidFill>
          <a:srgbClr val="000000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9" name="Google Shape;19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616">
              <a:alpha val="9490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6 master">
  <p:cSld name="Slide 6 master">
    <p:bg>
      <p:bgPr>
        <a:solidFill>
          <a:srgbClr val="000000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3e15de89eb8_0_6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76188" lIns="76188" spcFirstLastPara="1" rIns="76188" wrap="square" tIns="761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g3e15de89eb8_0_6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ctr" bIns="76188" lIns="76188" spcFirstLastPara="1" rIns="76188" wrap="square" tIns="761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0 master">
  <p:cSld name="Slide 10 master">
    <p:bg>
      <p:bgPr>
        <a:solidFill>
          <a:srgbClr val="000000"/>
        </a:solid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3e15de89eb8_0_46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g3e15de89eb8_0_46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2 master">
  <p:cSld name="Slide 12 master">
    <p:bg>
      <p:bgPr>
        <a:solidFill>
          <a:srgbClr val="000000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e15de89eb8_0_58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g3e15de89eb8_0_58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5 master">
  <p:cSld name="Slide 15 master">
    <p:bg>
      <p:bgPr>
        <a:solidFill>
          <a:srgbClr val="000000"/>
        </a:solid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g3e15de89eb8_0_70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g3e15de89eb8_0_70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33 master">
  <p:cSld name="Slide 33 master">
    <p:bg>
      <p:bgPr>
        <a:solidFill>
          <a:srgbClr val="000000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3e15de89eb8_0_84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g3e15de89eb8_0_84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slideLayout" Target="../slideLayouts/slideLayout40.xml"/><Relationship Id="rId5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3.xml"/><Relationship Id="rId8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5.xml"/><Relationship Id="rId10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48.xml"/><Relationship Id="rId13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50.xml"/><Relationship Id="rId15" Type="http://schemas.openxmlformats.org/officeDocument/2006/relationships/slideLayout" Target="../slideLayouts/slideLayout51.xml"/><Relationship Id="rId16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3.xml"/><Relationship Id="rId18" Type="http://schemas.openxmlformats.org/officeDocument/2006/relationships/slideLayout" Target="../slideLayouts/slideLayout54.xml"/><Relationship Id="rId19" Type="http://schemas.openxmlformats.org/officeDocument/2006/relationships/slideLayout" Target="../slideLayouts/slideLayout55.xml"/><Relationship Id="rId20" Type="http://schemas.openxmlformats.org/officeDocument/2006/relationships/slideLayout" Target="../slideLayouts/slideLayout56.xml"/><Relationship Id="rId21" Type="http://schemas.openxmlformats.org/officeDocument/2006/relationships/slideLayout" Target="../slideLayouts/slideLayout57.xml"/><Relationship Id="rId22" Type="http://schemas.openxmlformats.org/officeDocument/2006/relationships/slideLayout" Target="../slideLayouts/slideLayout58.xml"/><Relationship Id="rId23" Type="http://schemas.openxmlformats.org/officeDocument/2006/relationships/slideLayout" Target="../slideLayouts/slideLayout59.xml"/><Relationship Id="rId24" Type="http://schemas.openxmlformats.org/officeDocument/2006/relationships/slideLayout" Target="../slideLayouts/slideLayout60.xml"/><Relationship Id="rId25" Type="http://schemas.openxmlformats.org/officeDocument/2006/relationships/slideLayout" Target="../slideLayouts/slideLayout61.xml"/><Relationship Id="rId26" Type="http://schemas.openxmlformats.org/officeDocument/2006/relationships/slideLayout" Target="../slideLayouts/slideLayout62.xml"/><Relationship Id="rId27" Type="http://schemas.openxmlformats.org/officeDocument/2006/relationships/slideLayout" Target="../slideLayouts/slideLayout63.xml"/><Relationship Id="rId28" Type="http://schemas.openxmlformats.org/officeDocument/2006/relationships/slideLayout" Target="../slideLayouts/slideLayout64.xml"/><Relationship Id="rId29" Type="http://schemas.openxmlformats.org/officeDocument/2006/relationships/slideLayout" Target="../slideLayouts/slideLayout65.xml"/><Relationship Id="rId30" Type="http://schemas.openxmlformats.org/officeDocument/2006/relationships/slideLayout" Target="../slideLayouts/slideLayout66.xml"/><Relationship Id="rId31" Type="http://schemas.openxmlformats.org/officeDocument/2006/relationships/slideLayout" Target="../slideLayouts/slideLayout67.xml"/><Relationship Id="rId32" Type="http://schemas.openxmlformats.org/officeDocument/2006/relationships/slideLayout" Target="../slideLayouts/slideLayout68.xml"/><Relationship Id="rId33" Type="http://schemas.openxmlformats.org/officeDocument/2006/relationships/slideLayout" Target="../slideLayouts/slideLayout69.xml"/><Relationship Id="rId34" Type="http://schemas.openxmlformats.org/officeDocument/2006/relationships/slideLayout" Target="../slideLayouts/slideLayout70.xml"/><Relationship Id="rId35" Type="http://schemas.openxmlformats.org/officeDocument/2006/relationships/slideLayout" Target="../slideLayouts/slideLayout71.xml"/><Relationship Id="rId36" Type="http://schemas.openxmlformats.org/officeDocument/2006/relationships/slideLayout" Target="../slideLayouts/slideLayout72.xml"/><Relationship Id="rId37" Type="http://schemas.openxmlformats.org/officeDocument/2006/relationships/slideLayout" Target="../slideLayouts/slideLayout73.xml"/><Relationship Id="rId38" Type="http://schemas.openxmlformats.org/officeDocument/2006/relationships/slideLayout" Target="../slideLayouts/slideLayout74.xml"/><Relationship Id="rId39" Type="http://schemas.openxmlformats.org/officeDocument/2006/relationships/slideLayout" Target="../slideLayouts/slideLayout75.xml"/><Relationship Id="rId40" Type="http://schemas.openxmlformats.org/officeDocument/2006/relationships/slideLayout" Target="../slideLayouts/slideLayout76.xml"/><Relationship Id="rId41" Type="http://schemas.openxmlformats.org/officeDocument/2006/relationships/slideLayout" Target="../slideLayouts/slideLayout77.xml"/><Relationship Id="rId42" Type="http://schemas.openxmlformats.org/officeDocument/2006/relationships/theme" Target="../theme/theme1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slideLayout" Target="../slideLayouts/slideLayout79.xml"/><Relationship Id="rId3" Type="http://schemas.openxmlformats.org/officeDocument/2006/relationships/slideLayout" Target="../slideLayouts/slideLayout80.xml"/><Relationship Id="rId4" Type="http://schemas.openxmlformats.org/officeDocument/2006/relationships/slideLayout" Target="../slideLayouts/slideLayout81.xml"/><Relationship Id="rId5" Type="http://schemas.openxmlformats.org/officeDocument/2006/relationships/slideLayout" Target="../slideLayouts/slideLayout82.xml"/><Relationship Id="rId6" Type="http://schemas.openxmlformats.org/officeDocument/2006/relationships/slideLayout" Target="../slideLayouts/slideLayout83.xml"/><Relationship Id="rId7" Type="http://schemas.openxmlformats.org/officeDocument/2006/relationships/slideLayout" Target="../slideLayouts/slideLayout84.xml"/><Relationship Id="rId8" Type="http://schemas.openxmlformats.org/officeDocument/2006/relationships/slideLayout" Target="../slideLayouts/slideLayout85.xml"/><Relationship Id="rId9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7.xml"/><Relationship Id="rId11" Type="http://schemas.openxmlformats.org/officeDocument/2006/relationships/slideLayout" Target="../slideLayouts/slideLayout88.xml"/><Relationship Id="rId1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4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▪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4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4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41"/>
          <p:cNvSpPr txBox="1"/>
          <p:nvPr>
            <p:ph idx="12" type="sldNum"/>
          </p:nvPr>
        </p:nvSpPr>
        <p:spPr>
          <a:xfrm>
            <a:off x="11690927" y="6492875"/>
            <a:ext cx="501073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54"/>
          <p:cNvSpPr txBox="1"/>
          <p:nvPr>
            <p:ph type="title"/>
          </p:nvPr>
        </p:nvSpPr>
        <p:spPr>
          <a:xfrm>
            <a:off x="381000" y="221694"/>
            <a:ext cx="10972800" cy="119982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21" name="Google Shape;221;p54"/>
          <p:cNvSpPr txBox="1"/>
          <p:nvPr>
            <p:ph idx="1" type="body"/>
          </p:nvPr>
        </p:nvSpPr>
        <p:spPr>
          <a:xfrm>
            <a:off x="381000" y="1491673"/>
            <a:ext cx="10972800" cy="46852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lay"/>
              <a:buChar char="•"/>
              <a:defRPr b="0" i="0" sz="2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Char char="•"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Char char="•"/>
              <a:defRPr b="0" i="0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Char char="•"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302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Char char="•"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  <p:sldLayoutId id="2147483697" r:id="rId12"/>
    <p:sldLayoutId id="2147483698" r:id="rId13"/>
    <p:sldLayoutId id="2147483699" r:id="rId14"/>
    <p:sldLayoutId id="2147483700" r:id="rId15"/>
    <p:sldLayoutId id="2147483701" r:id="rId16"/>
    <p:sldLayoutId id="2147483702" r:id="rId17"/>
    <p:sldLayoutId id="2147483703" r:id="rId18"/>
    <p:sldLayoutId id="2147483704" r:id="rId19"/>
    <p:sldLayoutId id="2147483705" r:id="rId20"/>
    <p:sldLayoutId id="2147483706" r:id="rId21"/>
    <p:sldLayoutId id="2147483707" r:id="rId22"/>
    <p:sldLayoutId id="2147483708" r:id="rId23"/>
    <p:sldLayoutId id="2147483709" r:id="rId24"/>
    <p:sldLayoutId id="2147483710" r:id="rId25"/>
    <p:sldLayoutId id="2147483711" r:id="rId26"/>
    <p:sldLayoutId id="2147483712" r:id="rId27"/>
    <p:sldLayoutId id="2147483713" r:id="rId28"/>
    <p:sldLayoutId id="2147483714" r:id="rId29"/>
    <p:sldLayoutId id="2147483715" r:id="rId30"/>
    <p:sldLayoutId id="2147483716" r:id="rId31"/>
    <p:sldLayoutId id="2147483717" r:id="rId32"/>
    <p:sldLayoutId id="2147483718" r:id="rId33"/>
    <p:sldLayoutId id="2147483719" r:id="rId34"/>
    <p:sldLayoutId id="2147483720" r:id="rId35"/>
    <p:sldLayoutId id="2147483721" r:id="rId36"/>
    <p:sldLayoutId id="2147483722" r:id="rId37"/>
    <p:sldLayoutId id="2147483723" r:id="rId38"/>
    <p:sldLayoutId id="2147483724" r:id="rId39"/>
    <p:sldLayoutId id="2147483725" r:id="rId40"/>
    <p:sldLayoutId id="2147483726" r:id="rId4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801" r:id="rId1"/>
    <p:sldLayoutId id="2147483802" r:id="rId2"/>
    <p:sldLayoutId id="2147483803" r:id="rId3"/>
    <p:sldLayoutId id="2147483804" r:id="rId4"/>
    <p:sldLayoutId id="2147483805" r:id="rId5"/>
    <p:sldLayoutId id="2147483806" r:id="rId6"/>
    <p:sldLayoutId id="2147483807" r:id="rId7"/>
    <p:sldLayoutId id="2147483808" r:id="rId8"/>
    <p:sldLayoutId id="2147483809" r:id="rId9"/>
    <p:sldLayoutId id="2147483810" r:id="rId10"/>
    <p:sldLayoutId id="2147483811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54.png"/><Relationship Id="rId4" Type="http://schemas.openxmlformats.org/officeDocument/2006/relationships/hyperlink" Target="https://github.com/grcc-resendiz/ai-manufacturing-muskegon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5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7.jpg"/><Relationship Id="rId4" Type="http://schemas.openxmlformats.org/officeDocument/2006/relationships/image" Target="../media/image5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261.xml"/><Relationship Id="rId3" Type="http://schemas.openxmlformats.org/officeDocument/2006/relationships/image" Target="../media/pm_image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262.xml"/><Relationship Id="rId3" Type="http://schemas.openxmlformats.org/officeDocument/2006/relationships/image" Target="../media/pm_image1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263.xml"/><Relationship Id="rId3" Type="http://schemas.openxmlformats.org/officeDocument/2006/relationships/image" Target="../media/pm_image7.gif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264.xml"/><Relationship Id="rId3" Type="http://schemas.openxmlformats.org/officeDocument/2006/relationships/image" Target="../media/pm_image2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265.xml"/><Relationship Id="rId3" Type="http://schemas.openxmlformats.org/officeDocument/2006/relationships/image" Target="../media/pm_image13.jpg"/><Relationship Id="rId4" Type="http://schemas.openxmlformats.org/officeDocument/2006/relationships/hyperlink" Target="http://www.youtube.com/watch?v=QilHGSYbjDQ" TargetMode="External"/><Relationship Id="rId5" Type="http://schemas.openxmlformats.org/officeDocument/2006/relationships/image" Target="../media/pm_image3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266.xml"/><Relationship Id="rId3" Type="http://schemas.openxmlformats.org/officeDocument/2006/relationships/image" Target="../media/pm_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267.xml"/><Relationship Id="rId3" Type="http://schemas.openxmlformats.org/officeDocument/2006/relationships/image" Target="../media/pm_image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68.xml"/><Relationship Id="rId3" Type="http://schemas.openxmlformats.org/officeDocument/2006/relationships/image" Target="../media/pm_image10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69.xml"/><Relationship Id="rId3" Type="http://schemas.openxmlformats.org/officeDocument/2006/relationships/image" Target="../media/pm_image10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70.xml"/><Relationship Id="rId3" Type="http://schemas.openxmlformats.org/officeDocument/2006/relationships/image" Target="../media/pm_image10.png"/><Relationship Id="rId4" Type="http://schemas.openxmlformats.org/officeDocument/2006/relationships/image" Target="../media/pm_image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271.xml"/><Relationship Id="rId3" Type="http://schemas.openxmlformats.org/officeDocument/2006/relationships/image" Target="../media/pm_image17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272.xml"/><Relationship Id="rId3" Type="http://schemas.openxmlformats.org/officeDocument/2006/relationships/image" Target="../media/pm_image5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274.xml"/><Relationship Id="rId3" Type="http://schemas.openxmlformats.org/officeDocument/2006/relationships/image" Target="../media/pm_image16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275.xml"/><Relationship Id="rId3" Type="http://schemas.openxmlformats.org/officeDocument/2006/relationships/image" Target="../media/pm_image12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1"/>
          <p:cNvSpPr txBox="1"/>
          <p:nvPr>
            <p:ph type="title"/>
          </p:nvPr>
        </p:nvSpPr>
        <p:spPr>
          <a:xfrm>
            <a:off x="1833785" y="1743334"/>
            <a:ext cx="8781661" cy="18748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Play"/>
              <a:buNone/>
            </a:pPr>
            <a:r>
              <a:rPr lang="en-US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AI for Manufacturing </a:t>
            </a:r>
            <a:br>
              <a:rPr lang="en-US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</a:br>
            <a:r>
              <a:rPr lang="en-US" sz="6000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GRCC Training</a:t>
            </a:r>
            <a:endParaRPr/>
          </a:p>
        </p:txBody>
      </p:sp>
      <p:sp>
        <p:nvSpPr>
          <p:cNvPr id="487" name="Google Shape;487;p1"/>
          <p:cNvSpPr txBox="1"/>
          <p:nvPr>
            <p:ph idx="1" type="body"/>
          </p:nvPr>
        </p:nvSpPr>
        <p:spPr>
          <a:xfrm>
            <a:off x="1833563" y="3710273"/>
            <a:ext cx="5176837" cy="6492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AI for Workforce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2"/>
          <p:cNvSpPr txBox="1"/>
          <p:nvPr>
            <p:ph type="ctrTitle"/>
          </p:nvPr>
        </p:nvSpPr>
        <p:spPr>
          <a:xfrm>
            <a:off x="1125989" y="669057"/>
            <a:ext cx="4333906" cy="15177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Play"/>
              <a:buNone/>
            </a:pPr>
            <a:r>
              <a:rPr lang="en-US" sz="4200"/>
              <a:t>Welcome!</a:t>
            </a:r>
            <a:endParaRPr/>
          </a:p>
        </p:txBody>
      </p:sp>
      <p:sp>
        <p:nvSpPr>
          <p:cNvPr id="494" name="Google Shape;494;p2"/>
          <p:cNvSpPr txBox="1"/>
          <p:nvPr/>
        </p:nvSpPr>
        <p:spPr>
          <a:xfrm>
            <a:off x="1314300" y="4751625"/>
            <a:ext cx="10713600" cy="15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Play"/>
              <a:buNone/>
            </a:pPr>
            <a:r>
              <a:rPr lang="en-US" sz="4200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Get all the content at: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Play"/>
              <a:buNone/>
            </a:pPr>
            <a:r>
              <a:rPr lang="en-US" sz="4500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https://github.com/grcc-resendiz/ai-manufacturing-muskegon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6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11"/>
          <p:cNvSpPr txBox="1"/>
          <p:nvPr>
            <p:ph type="ctrTitle"/>
          </p:nvPr>
        </p:nvSpPr>
        <p:spPr>
          <a:xfrm>
            <a:off x="7858094" y="2670135"/>
            <a:ext cx="4333906" cy="15177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Play"/>
              <a:buNone/>
            </a:pPr>
            <a:r>
              <a:rPr lang="en-US" sz="4200"/>
              <a:t>Implementation and Next Steps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 sz="44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Your First AI Pilot</a:t>
            </a:r>
          </a:p>
        </p:txBody>
      </p:sp>
      <p:sp>
        <p:nvSpPr>
          <p:cNvPr id="613" name="Google Shape;613;p1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0" lvl="0" marL="2286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sz="2600" lang="en-US"/>
              <a:t>Pick one problem from your Day 1 list.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sz="2600" lang="en-US"/>
              <a:t>Match it to a tool: prompt, skill, app, vision model, or predictive model.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sz="2600" lang="en-US"/>
              <a:t>Name who owns it and what data you already have.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sz="2600" lang="en-US"/>
              <a:t>Define success in numbers: minutes, scrap, or dollars.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sz="2600" lang="en-US"/>
              <a:t>Commit to one step in the next 30 days.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29"/>
          <p:cNvSpPr txBox="1"/>
          <p:nvPr>
            <p:ph type="ctrTitle"/>
          </p:nvPr>
        </p:nvSpPr>
        <p:spPr>
          <a:xfrm>
            <a:off x="7858094" y="2670135"/>
            <a:ext cx="4333906" cy="15177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Play"/>
              <a:buNone/>
            </a:pPr>
            <a:r>
              <a:rPr lang="en-US" sz="4200"/>
              <a:t>Introduction to Orange Data Mining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30"/>
          <p:cNvSpPr txBox="1"/>
          <p:nvPr>
            <p:ph type="title"/>
          </p:nvPr>
        </p:nvSpPr>
        <p:spPr>
          <a:xfrm>
            <a:off x="386557" y="25361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en-US">
                <a:solidFill>
                  <a:schemeClr val="accent1"/>
                </a:solidFill>
              </a:rPr>
              <a:t>Introduction to Orange Data Mining</a:t>
            </a:r>
            <a:endParaRPr/>
          </a:p>
        </p:txBody>
      </p:sp>
      <p:sp>
        <p:nvSpPr>
          <p:cNvPr id="811" name="Google Shape;811;p30"/>
          <p:cNvSpPr txBox="1"/>
          <p:nvPr>
            <p:ph idx="1" type="body"/>
          </p:nvPr>
        </p:nvSpPr>
        <p:spPr>
          <a:xfrm>
            <a:off x="431800" y="1798937"/>
            <a:ext cx="9768645" cy="399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>
                <a:latin typeface="Play"/>
                <a:ea typeface="Play"/>
                <a:cs typeface="Play"/>
                <a:sym typeface="Play"/>
              </a:rPr>
              <a:t>Install Orange before class: orangedatamining.com/download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>
                <a:latin typeface="Play"/>
                <a:ea typeface="Play"/>
                <a:cs typeface="Play"/>
                <a:sym typeface="Play"/>
              </a:rPr>
              <a:t>Getting Started with Orange Data Mining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>
                <a:latin typeface="Play"/>
                <a:ea typeface="Play"/>
                <a:cs typeface="Play"/>
                <a:sym typeface="Play"/>
              </a:rPr>
              <a:t>Exploring the Canvas</a:t>
            </a:r>
            <a:endParaRPr sz="2800"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812" name="Google Shape;812;p30"/>
          <p:cNvSpPr txBox="1"/>
          <p:nvPr>
            <p:ph idx="12" type="sldNum"/>
          </p:nvPr>
        </p:nvSpPr>
        <p:spPr>
          <a:xfrm>
            <a:off x="11734800" y="6423246"/>
            <a:ext cx="501073" cy="4347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Play"/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‹#›</a:t>
            </a:fld>
            <a:endParaRPr b="0" i="0" sz="10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31"/>
          <p:cNvSpPr txBox="1"/>
          <p:nvPr>
            <p:ph type="title"/>
          </p:nvPr>
        </p:nvSpPr>
        <p:spPr>
          <a:xfrm>
            <a:off x="386557" y="25361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en-US">
                <a:solidFill>
                  <a:schemeClr val="accent1"/>
                </a:solidFill>
              </a:rPr>
              <a:t>Create a New Project</a:t>
            </a:r>
            <a:endParaRPr/>
          </a:p>
        </p:txBody>
      </p:sp>
      <p:sp>
        <p:nvSpPr>
          <p:cNvPr id="819" name="Google Shape;819;p31"/>
          <p:cNvSpPr txBox="1"/>
          <p:nvPr>
            <p:ph idx="1" type="body"/>
          </p:nvPr>
        </p:nvSpPr>
        <p:spPr>
          <a:xfrm>
            <a:off x="431799" y="1443831"/>
            <a:ext cx="5567846" cy="399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2400"/>
              <a:buFont typeface="Noto Sans Symbols"/>
              <a:buChar char="▪"/>
            </a:pPr>
            <a:r>
              <a:rPr b="0" i="0" lang="en-US" sz="2400" u="none" cap="none" strike="noStrike">
                <a:solidFill>
                  <a:srgbClr val="525252"/>
                </a:solidFill>
                <a:latin typeface="Play"/>
                <a:ea typeface="Play"/>
                <a:cs typeface="Play"/>
                <a:sym typeface="Play"/>
              </a:rPr>
              <a:t>Open the Orange Data Mining application</a:t>
            </a:r>
            <a:endParaRPr/>
          </a:p>
          <a:p>
            <a:pPr indent="-342900" lvl="0" marL="3429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525252"/>
              </a:buClr>
              <a:buSzPts val="2400"/>
              <a:buFont typeface="Noto Sans Symbols"/>
              <a:buChar char="▪"/>
            </a:pPr>
            <a:r>
              <a:rPr b="0" i="0" lang="en-US" sz="2400" u="none" cap="none" strike="noStrike">
                <a:solidFill>
                  <a:srgbClr val="525252"/>
                </a:solidFill>
                <a:latin typeface="Play"/>
                <a:ea typeface="Play"/>
                <a:cs typeface="Play"/>
                <a:sym typeface="Play"/>
              </a:rPr>
              <a:t>Welcome to Orange Page will appear</a:t>
            </a:r>
            <a:endParaRPr/>
          </a:p>
          <a:p>
            <a:pPr indent="-342900" lvl="0" marL="3429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525252"/>
              </a:buClr>
              <a:buSzPts val="2400"/>
              <a:buFont typeface="Noto Sans Symbols"/>
              <a:buChar char="▪"/>
            </a:pPr>
            <a:r>
              <a:rPr b="0" i="0" lang="en-US" sz="2400" u="none" cap="none" strike="noStrike">
                <a:solidFill>
                  <a:srgbClr val="525252"/>
                </a:solidFill>
                <a:latin typeface="Play"/>
                <a:ea typeface="Play"/>
                <a:cs typeface="Play"/>
                <a:sym typeface="Play"/>
              </a:rPr>
              <a:t>Click on New  to open a new project</a:t>
            </a:r>
            <a:endParaRPr b="0" i="0" sz="2400" u="none" cap="none" strike="noStrike">
              <a:latin typeface="Play"/>
              <a:ea typeface="Play"/>
              <a:cs typeface="Play"/>
              <a:sym typeface="Play"/>
            </a:endParaRPr>
          </a:p>
          <a:p>
            <a:pPr indent="-190500" lvl="0" marL="3429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None/>
            </a:pPr>
            <a:r>
              <a:t/>
            </a:r>
            <a:endParaRPr b="0" i="0" sz="2400" u="none" cap="none" strike="noStrike">
              <a:solidFill>
                <a:srgbClr val="525252"/>
              </a:solidFill>
              <a:latin typeface="Play"/>
              <a:ea typeface="Play"/>
              <a:cs typeface="Play"/>
              <a:sym typeface="Play"/>
            </a:endParaRPr>
          </a:p>
          <a:p>
            <a:pPr indent="-3048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820" name="Google Shape;820;p31"/>
          <p:cNvSpPr txBox="1"/>
          <p:nvPr>
            <p:ph idx="12" type="sldNum"/>
          </p:nvPr>
        </p:nvSpPr>
        <p:spPr>
          <a:xfrm>
            <a:off x="11734800" y="6423246"/>
            <a:ext cx="501073" cy="4347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Play"/>
                <a:ea typeface="Play"/>
                <a:cs typeface="Play"/>
                <a:sym typeface="Play"/>
              </a:rPr>
              <a:t>‹#›</a:t>
            </a:fld>
            <a:endParaRPr>
              <a:latin typeface="Play"/>
              <a:ea typeface="Play"/>
              <a:cs typeface="Play"/>
              <a:sym typeface="Play"/>
            </a:endParaRPr>
          </a:p>
        </p:txBody>
      </p:sp>
      <p:grpSp>
        <p:nvGrpSpPr>
          <p:cNvPr id="821" name="Google Shape;821;p31"/>
          <p:cNvGrpSpPr/>
          <p:nvPr/>
        </p:nvGrpSpPr>
        <p:grpSpPr>
          <a:xfrm>
            <a:off x="6096000" y="1443831"/>
            <a:ext cx="4947755" cy="4663892"/>
            <a:chOff x="6096000" y="1443831"/>
            <a:chExt cx="4947755" cy="4663892"/>
          </a:xfrm>
        </p:grpSpPr>
        <p:pic>
          <p:nvPicPr>
            <p:cNvPr id="822" name="Google Shape;822;p31"/>
            <p:cNvPicPr preferRelativeResize="0"/>
            <p:nvPr/>
          </p:nvPicPr>
          <p:blipFill rotWithShape="1">
            <a:blip r:embed="rId3">
              <a:alphaModFix/>
            </a:blip>
            <a:srcRect b="4880" l="-1" r="43267" t="0"/>
            <a:stretch/>
          </p:blipFill>
          <p:spPr>
            <a:xfrm>
              <a:off x="6096000" y="1443831"/>
              <a:ext cx="4947755" cy="4663892"/>
            </a:xfrm>
            <a:prstGeom prst="rect">
              <a:avLst/>
            </a:pr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</p:pic>
        <p:sp>
          <p:nvSpPr>
            <p:cNvPr id="823" name="Google Shape;823;p31"/>
            <p:cNvSpPr/>
            <p:nvPr/>
          </p:nvSpPr>
          <p:spPr>
            <a:xfrm>
              <a:off x="7025112" y="2307317"/>
              <a:ext cx="607949" cy="403462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</p:grp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8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9" name="Google Shape;829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89600" y="1753070"/>
            <a:ext cx="5845613" cy="4048822"/>
          </a:xfrm>
          <a:prstGeom prst="rect">
            <a:avLst/>
          </a:prstGeom>
          <a:noFill/>
          <a:ln>
            <a:noFill/>
          </a:ln>
        </p:spPr>
      </p:pic>
      <p:sp>
        <p:nvSpPr>
          <p:cNvPr id="830" name="Google Shape;830;p32"/>
          <p:cNvSpPr txBox="1"/>
          <p:nvPr>
            <p:ph type="title"/>
          </p:nvPr>
        </p:nvSpPr>
        <p:spPr>
          <a:xfrm>
            <a:off x="386557" y="25361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en-US">
                <a:solidFill>
                  <a:schemeClr val="accent1"/>
                </a:solidFill>
              </a:rPr>
              <a:t>Import Dataset</a:t>
            </a:r>
            <a:endParaRPr/>
          </a:p>
        </p:txBody>
      </p:sp>
      <p:sp>
        <p:nvSpPr>
          <p:cNvPr id="831" name="Google Shape;831;p32"/>
          <p:cNvSpPr txBox="1"/>
          <p:nvPr>
            <p:ph idx="1" type="body"/>
          </p:nvPr>
        </p:nvSpPr>
        <p:spPr>
          <a:xfrm>
            <a:off x="431799" y="1443831"/>
            <a:ext cx="5102727" cy="399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2400"/>
              <a:buFont typeface="Noto Sans Symbols"/>
              <a:buChar char="▪"/>
            </a:pPr>
            <a:r>
              <a:rPr b="0" i="0" lang="en-US" sz="2400" u="none" cap="none" strike="noStrike">
                <a:solidFill>
                  <a:srgbClr val="525252"/>
                </a:solidFill>
                <a:latin typeface="Play"/>
                <a:ea typeface="Play"/>
                <a:cs typeface="Play"/>
                <a:sym typeface="Play"/>
              </a:rPr>
              <a:t>Click on the file widget</a:t>
            </a:r>
            <a:endParaRPr/>
          </a:p>
          <a:p>
            <a:pPr indent="-342900" lvl="0" marL="3429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525252"/>
              </a:buClr>
              <a:buSzPts val="2400"/>
              <a:buFont typeface="Noto Sans Symbols"/>
              <a:buChar char="▪"/>
            </a:pPr>
            <a:r>
              <a:rPr b="0" i="0" lang="en-US" sz="2400" u="none" cap="none" strike="noStrike">
                <a:solidFill>
                  <a:srgbClr val="525252"/>
                </a:solidFill>
                <a:latin typeface="Play"/>
                <a:ea typeface="Play"/>
                <a:cs typeface="Play"/>
                <a:sym typeface="Play"/>
              </a:rPr>
              <a:t>Grab the dataset: </a:t>
            </a:r>
            <a:endParaRPr/>
          </a:p>
          <a:p>
            <a:pPr indent="-342900" lvl="0" marL="3429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525252"/>
              </a:buClr>
              <a:buSzPts val="2000"/>
              <a:buFont typeface="Noto Sans Symbols"/>
              <a:buChar char="▪"/>
            </a:pPr>
            <a:r>
              <a:rPr lang="en-US" sz="2000" u="sng">
                <a:solidFill>
                  <a:srgbClr val="525252"/>
                </a:solidFill>
                <a:latin typeface="Play"/>
                <a:ea typeface="Play"/>
                <a:cs typeface="Play"/>
                <a:sym typeface="Play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github.com/grcc-resendiz/ai-manufacturing-muskegon</a:t>
            </a:r>
            <a:endParaRPr b="0" i="0" sz="2400" u="none" cap="none" strike="noStrike">
              <a:solidFill>
                <a:srgbClr val="525252"/>
              </a:solidFill>
              <a:latin typeface="Play"/>
              <a:ea typeface="Play"/>
              <a:cs typeface="Play"/>
              <a:sym typeface="Play"/>
            </a:endParaRPr>
          </a:p>
          <a:p>
            <a:pPr indent="-3048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832" name="Google Shape;832;p32"/>
          <p:cNvSpPr txBox="1"/>
          <p:nvPr>
            <p:ph idx="12" type="sldNum"/>
          </p:nvPr>
        </p:nvSpPr>
        <p:spPr>
          <a:xfrm>
            <a:off x="11734800" y="6423246"/>
            <a:ext cx="501073" cy="4347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Play"/>
                <a:ea typeface="Play"/>
                <a:cs typeface="Play"/>
                <a:sym typeface="Play"/>
              </a:rPr>
              <a:t>‹#›</a:t>
            </a:fld>
            <a:endParaRPr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833" name="Google Shape;833;p32"/>
          <p:cNvSpPr/>
          <p:nvPr/>
        </p:nvSpPr>
        <p:spPr>
          <a:xfrm>
            <a:off x="8169548" y="2611652"/>
            <a:ext cx="607949" cy="403462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8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p33"/>
          <p:cNvSpPr txBox="1"/>
          <p:nvPr>
            <p:ph type="title"/>
          </p:nvPr>
        </p:nvSpPr>
        <p:spPr>
          <a:xfrm>
            <a:off x="386557" y="25361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en-US">
                <a:solidFill>
                  <a:schemeClr val="accent1"/>
                </a:solidFill>
              </a:rPr>
              <a:t>Making Predictions</a:t>
            </a:r>
            <a:endParaRPr/>
          </a:p>
        </p:txBody>
      </p:sp>
      <p:sp>
        <p:nvSpPr>
          <p:cNvPr id="840" name="Google Shape;840;p33"/>
          <p:cNvSpPr txBox="1"/>
          <p:nvPr>
            <p:ph idx="12" type="sldNum"/>
          </p:nvPr>
        </p:nvSpPr>
        <p:spPr>
          <a:xfrm>
            <a:off x="11734800" y="6423246"/>
            <a:ext cx="501073" cy="4347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Play"/>
                <a:ea typeface="Play"/>
                <a:cs typeface="Play"/>
                <a:sym typeface="Play"/>
              </a:rPr>
              <a:t>‹#›</a:t>
            </a:fld>
            <a:endParaRPr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descr="A diagram of data analysis&#10;&#10;AI-generated content may be incorrect." id="841" name="Google Shape;841;p33"/>
          <p:cNvPicPr preferRelativeResize="0"/>
          <p:nvPr/>
        </p:nvPicPr>
        <p:blipFill rotWithShape="1">
          <a:blip r:embed="rId3">
            <a:alphaModFix/>
          </a:blip>
          <a:srcRect b="7082" l="10069" r="12193" t="0"/>
          <a:stretch/>
        </p:blipFill>
        <p:spPr>
          <a:xfrm>
            <a:off x="4200939" y="0"/>
            <a:ext cx="8034934" cy="6890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p3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 sz="44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Technology Adoption Gap</a:t>
            </a:r>
            <a:endParaRPr/>
          </a:p>
        </p:txBody>
      </p:sp>
      <p:sp>
        <p:nvSpPr>
          <p:cNvPr id="859" name="Google Shape;859;p3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/>
              <a:t>What technology do you already have that is underused?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▪"/>
            </a:pPr>
            <a:r>
              <a:rPr lang="en-US"/>
              <a:t>PLC logs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▪"/>
            </a:pPr>
            <a:r>
              <a:rPr lang="en-US"/>
              <a:t>MES systems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▪"/>
            </a:pPr>
            <a:r>
              <a:rPr lang="en-US"/>
              <a:t>ERP data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▪"/>
            </a:pPr>
            <a:r>
              <a:rPr lang="en-US"/>
              <a:t>Sensors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▪"/>
            </a:pPr>
            <a:r>
              <a:rPr lang="en-US"/>
              <a:t>Maintenance logs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/>
              <a:t>Adoption is the bottleneck.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4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3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 sz="44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AI Readiness Reflection</a:t>
            </a:r>
            <a:endParaRPr/>
          </a:p>
        </p:txBody>
      </p:sp>
      <p:sp>
        <p:nvSpPr>
          <p:cNvPr id="866" name="Google Shape;866;p3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you tried this tomorrow: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 you have reliable data?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Is it centralized?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Is it clean?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Who owns it?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Google Shape;872;p3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 sz="44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Key Takeaways</a:t>
            </a:r>
            <a:endParaRPr/>
          </a:p>
        </p:txBody>
      </p:sp>
      <p:sp>
        <p:nvSpPr>
          <p:cNvPr id="873" name="Google Shape;873;p3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Workforce shortage is real.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Technology exists.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 learns from patterns.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 quality matters.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▪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Adoption is leadership-driven.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39"/>
          <p:cNvSpPr txBox="1"/>
          <p:nvPr>
            <p:ph type="title"/>
          </p:nvPr>
        </p:nvSpPr>
        <p:spPr>
          <a:xfrm>
            <a:off x="838200" y="276621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Play"/>
              <a:buNone/>
            </a:pPr>
            <a:r>
              <a:rPr lang="en-US" sz="4800">
                <a:solidFill>
                  <a:srgbClr val="000000"/>
                </a:solidFill>
              </a:rPr>
              <a:t>Questions?</a:t>
            </a:r>
            <a:endParaRPr/>
          </a:p>
        </p:txBody>
      </p:sp>
      <p:sp>
        <p:nvSpPr>
          <p:cNvPr id="886" name="Google Shape;886;p39"/>
          <p:cNvSpPr txBox="1"/>
          <p:nvPr/>
        </p:nvSpPr>
        <p:spPr>
          <a:xfrm>
            <a:off x="11734801" y="6423246"/>
            <a:ext cx="457200" cy="4347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‹#›</a:t>
            </a:fld>
            <a:endParaRPr sz="1000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aphical user interface&#10;&#10;Description automatically generated" id="892" name="Google Shape;892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136633" y="432187"/>
            <a:ext cx="7567992" cy="4255427"/>
          </a:xfrm>
          <a:prstGeom prst="rect">
            <a:avLst/>
          </a:prstGeom>
          <a:noFill/>
          <a:ln>
            <a:noFill/>
          </a:ln>
        </p:spPr>
      </p:pic>
      <p:sp>
        <p:nvSpPr>
          <p:cNvPr id="893" name="Google Shape;893;p40"/>
          <p:cNvSpPr/>
          <p:nvPr/>
        </p:nvSpPr>
        <p:spPr>
          <a:xfrm>
            <a:off x="0" y="5698067"/>
            <a:ext cx="1140542" cy="1159933"/>
          </a:xfrm>
          <a:prstGeom prst="rect">
            <a:avLst/>
          </a:prstGeom>
          <a:solidFill>
            <a:srgbClr val="FEC91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42" name="Google Shape;42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62800" y="0"/>
            <a:ext cx="50292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1"/>
          <p:cNvSpPr/>
          <p:nvPr/>
        </p:nvSpPr>
        <p:spPr>
          <a:xfrm>
            <a:off x="661492" y="2655888"/>
            <a:ext cx="6297018" cy="10334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250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4000"/>
              <a:buFont typeface="Mona Sans SemiBold"/>
              <a:buNone/>
            </a:pPr>
            <a:r>
              <a:rPr b="1" lang="en-US" sz="3333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Predictive Maintenance with Machine Learning</a:t>
            </a:r>
            <a:endParaRPr sz="33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1"/>
          <p:cNvSpPr/>
          <p:nvPr/>
        </p:nvSpPr>
        <p:spPr>
          <a:xfrm>
            <a:off x="661492" y="3937397"/>
            <a:ext cx="6297018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166"/>
              </a:lnSpc>
              <a:spcBef>
                <a:spcPts val="0"/>
              </a:spcBef>
              <a:spcAft>
                <a:spcPts val="0"/>
              </a:spcAft>
              <a:buClr>
                <a:srgbClr val="8F8F8F"/>
              </a:buClr>
              <a:buSzPts val="2400"/>
              <a:buFont typeface="Funnel Sans"/>
              <a:buNone/>
            </a:pPr>
            <a:r>
              <a:rPr lang="en-US" sz="2000">
                <a:solidFill>
                  <a:srgbClr val="8F8F8F"/>
                </a:solidFill>
                <a:latin typeface="Funnel Sans"/>
                <a:ea typeface="Funnel Sans"/>
                <a:cs typeface="Funnel Sans"/>
                <a:sym typeface="Funnel Sans"/>
              </a:rPr>
              <a:t>Using Data to Predict Equipment Failure</a:t>
            </a:r>
            <a:endParaRPr/>
          </a:p>
          <a:p>
            <a:pPr indent="0" lvl="0" marL="0" marR="0" rtl="0" algn="l">
              <a:lnSpc>
                <a:spcPct val="1041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50" name="Google Shape;50;g3e15de89eb8_0_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457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g3e15de89eb8_0_2"/>
          <p:cNvSpPr/>
          <p:nvPr/>
        </p:nvSpPr>
        <p:spPr>
          <a:xfrm>
            <a:off x="5250068" y="227013"/>
            <a:ext cx="6641932" cy="41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100"/>
              <a:buFont typeface="Instrument Sans Medium"/>
              <a:buNone/>
            </a:pPr>
            <a:r>
              <a:rPr lang="en-US" sz="2583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Machine Learning (ML)</a:t>
            </a:r>
            <a:endParaRPr sz="258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g3e15de89eb8_0_2"/>
          <p:cNvSpPr/>
          <p:nvPr/>
        </p:nvSpPr>
        <p:spPr>
          <a:xfrm>
            <a:off x="5250068" y="771525"/>
            <a:ext cx="6297000" cy="793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888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Open Sans"/>
              <a:buNone/>
            </a:pPr>
            <a:r>
              <a:rPr lang="en-US" sz="15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Machine learning is a branch of artificial intelligence that focuses on building systems that learn patterns from data and use those patterns to make predictions or decisions without being explicitly programmed for each task.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g3e15de89eb8_0_2"/>
          <p:cNvSpPr/>
          <p:nvPr/>
        </p:nvSpPr>
        <p:spPr>
          <a:xfrm>
            <a:off x="5233499" y="2077208"/>
            <a:ext cx="4572000" cy="1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2400"/>
              <a:buFont typeface="Instrument Sans Medium"/>
              <a:buNone/>
            </a:pPr>
            <a:r>
              <a:rPr lang="en-US" sz="200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The three major areas of ML are: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g3e15de89eb8_0_2"/>
          <p:cNvSpPr/>
          <p:nvPr/>
        </p:nvSpPr>
        <p:spPr>
          <a:xfrm>
            <a:off x="5233492" y="2550732"/>
            <a:ext cx="3082250" cy="1868000"/>
          </a:xfrm>
          <a:prstGeom prst="roundRect">
            <a:avLst>
              <a:gd fmla="val 4895" name="adj"/>
            </a:avLst>
          </a:prstGeom>
          <a:solidFill>
            <a:srgbClr val="1F1F1F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g3e15de89eb8_0_2"/>
          <p:cNvSpPr/>
          <p:nvPr/>
        </p:nvSpPr>
        <p:spPr>
          <a:xfrm>
            <a:off x="5233492" y="2531682"/>
            <a:ext cx="3082250" cy="76250"/>
          </a:xfrm>
          <a:prstGeom prst="roundRect">
            <a:avLst>
              <a:gd fmla="val 26046" name="adj"/>
            </a:avLst>
          </a:prstGeom>
          <a:solidFill>
            <a:srgbClr val="F5F547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g3e15de89eb8_0_2"/>
          <p:cNvSpPr/>
          <p:nvPr/>
        </p:nvSpPr>
        <p:spPr>
          <a:xfrm>
            <a:off x="6576219" y="2352295"/>
            <a:ext cx="397000" cy="397000"/>
          </a:xfrm>
          <a:prstGeom prst="roundRect">
            <a:avLst>
              <a:gd fmla="val 192000" name="adj"/>
            </a:avLst>
          </a:prstGeom>
          <a:solidFill>
            <a:srgbClr val="F5F547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e15de89eb8_0_2"/>
          <p:cNvSpPr/>
          <p:nvPr/>
        </p:nvSpPr>
        <p:spPr>
          <a:xfrm>
            <a:off x="6695282" y="2451514"/>
            <a:ext cx="158750" cy="1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Instrument Sans Medium"/>
              <a:buNone/>
            </a:pPr>
            <a:r>
              <a:rPr lang="en-US" sz="1250">
                <a:solidFill>
                  <a:srgbClr val="000000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1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e15de89eb8_0_2"/>
          <p:cNvSpPr/>
          <p:nvPr/>
        </p:nvSpPr>
        <p:spPr>
          <a:xfrm>
            <a:off x="5384788" y="2864229"/>
            <a:ext cx="2712750" cy="1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00"/>
              <a:buFont typeface="Instrument Sans Medium"/>
              <a:buNone/>
            </a:pPr>
            <a:r>
              <a:rPr lang="en-US" sz="200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Supervised Learning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g3e15de89eb8_0_2"/>
          <p:cNvSpPr/>
          <p:nvPr/>
        </p:nvSpPr>
        <p:spPr>
          <a:xfrm>
            <a:off x="5384800" y="3191652"/>
            <a:ext cx="2779750" cy="14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888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Open Sans"/>
              <a:buNone/>
            </a:pPr>
            <a:r>
              <a:rPr lang="en-US" sz="15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The model learns to make predictions from labeled data, where the correct output (label) is known. </a:t>
            </a:r>
            <a:r>
              <a:rPr b="1" lang="en-US" sz="15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Ex:</a:t>
            </a:r>
            <a:r>
              <a:rPr lang="en-US" sz="15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 predicting machine failure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g3e15de89eb8_0_2"/>
          <p:cNvSpPr/>
          <p:nvPr/>
        </p:nvSpPr>
        <p:spPr>
          <a:xfrm>
            <a:off x="8448080" y="2550732"/>
            <a:ext cx="3082500" cy="1868000"/>
          </a:xfrm>
          <a:prstGeom prst="roundRect">
            <a:avLst>
              <a:gd fmla="val 4895" name="adj"/>
            </a:avLst>
          </a:prstGeom>
          <a:solidFill>
            <a:srgbClr val="1F1F1F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g3e15de89eb8_0_2"/>
          <p:cNvSpPr/>
          <p:nvPr/>
        </p:nvSpPr>
        <p:spPr>
          <a:xfrm>
            <a:off x="8448080" y="2531682"/>
            <a:ext cx="3082500" cy="76250"/>
          </a:xfrm>
          <a:prstGeom prst="roundRect">
            <a:avLst>
              <a:gd fmla="val 26046" name="adj"/>
            </a:avLst>
          </a:prstGeom>
          <a:solidFill>
            <a:srgbClr val="F5F547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g3e15de89eb8_0_2"/>
          <p:cNvSpPr/>
          <p:nvPr/>
        </p:nvSpPr>
        <p:spPr>
          <a:xfrm>
            <a:off x="9790807" y="2352295"/>
            <a:ext cx="397000" cy="397000"/>
          </a:xfrm>
          <a:prstGeom prst="roundRect">
            <a:avLst>
              <a:gd fmla="val 192000" name="adj"/>
            </a:avLst>
          </a:prstGeom>
          <a:solidFill>
            <a:srgbClr val="F5F547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g3e15de89eb8_0_2"/>
          <p:cNvSpPr/>
          <p:nvPr/>
        </p:nvSpPr>
        <p:spPr>
          <a:xfrm>
            <a:off x="9909869" y="2451514"/>
            <a:ext cx="158750" cy="1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Instrument Sans Medium"/>
              <a:buNone/>
            </a:pPr>
            <a:r>
              <a:rPr lang="en-US" sz="1250">
                <a:solidFill>
                  <a:srgbClr val="000000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2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g3e15de89eb8_0_2"/>
          <p:cNvSpPr/>
          <p:nvPr/>
        </p:nvSpPr>
        <p:spPr>
          <a:xfrm>
            <a:off x="8599398" y="2881438"/>
            <a:ext cx="2931000" cy="2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00"/>
              <a:buFont typeface="Instrument Sans Medium"/>
              <a:buNone/>
            </a:pPr>
            <a:r>
              <a:rPr lang="en-US" sz="200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Unsupervised Learning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g3e15de89eb8_0_2"/>
          <p:cNvSpPr/>
          <p:nvPr/>
        </p:nvSpPr>
        <p:spPr>
          <a:xfrm>
            <a:off x="8599388" y="3191652"/>
            <a:ext cx="2779750" cy="793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888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Open Sans"/>
              <a:buNone/>
            </a:pPr>
            <a:r>
              <a:rPr lang="en-US" sz="15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The model learns from unlabeled data, without predefined outputs. </a:t>
            </a:r>
            <a:r>
              <a:rPr b="1" lang="en-US" sz="15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Ex:</a:t>
            </a:r>
            <a:r>
              <a:rPr lang="en-US" sz="15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 grouping similar machines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g3e15de89eb8_0_2"/>
          <p:cNvSpPr/>
          <p:nvPr/>
        </p:nvSpPr>
        <p:spPr>
          <a:xfrm>
            <a:off x="5233492" y="4983460"/>
            <a:ext cx="6297000" cy="1338750"/>
          </a:xfrm>
          <a:prstGeom prst="roundRect">
            <a:avLst>
              <a:gd fmla="val 6831" name="adj"/>
            </a:avLst>
          </a:prstGeom>
          <a:solidFill>
            <a:srgbClr val="1F1F1F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g3e15de89eb8_0_2"/>
          <p:cNvSpPr/>
          <p:nvPr/>
        </p:nvSpPr>
        <p:spPr>
          <a:xfrm>
            <a:off x="5233492" y="4730271"/>
            <a:ext cx="6297000" cy="76250"/>
          </a:xfrm>
          <a:prstGeom prst="roundRect">
            <a:avLst>
              <a:gd fmla="val 26046" name="adj"/>
            </a:avLst>
          </a:prstGeom>
          <a:solidFill>
            <a:srgbClr val="F5F547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e15de89eb8_0_2"/>
          <p:cNvSpPr/>
          <p:nvPr/>
        </p:nvSpPr>
        <p:spPr>
          <a:xfrm>
            <a:off x="8183562" y="4550883"/>
            <a:ext cx="397000" cy="397000"/>
          </a:xfrm>
          <a:prstGeom prst="roundRect">
            <a:avLst>
              <a:gd fmla="val 192000" name="adj"/>
            </a:avLst>
          </a:prstGeom>
          <a:solidFill>
            <a:srgbClr val="F5F547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e15de89eb8_0_2"/>
          <p:cNvSpPr/>
          <p:nvPr/>
        </p:nvSpPr>
        <p:spPr>
          <a:xfrm>
            <a:off x="8302625" y="4650102"/>
            <a:ext cx="158750" cy="1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Instrument Sans Medium"/>
              <a:buNone/>
            </a:pPr>
            <a:r>
              <a:rPr lang="en-US" sz="1250">
                <a:solidFill>
                  <a:srgbClr val="000000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3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g3e15de89eb8_0_2"/>
          <p:cNvSpPr/>
          <p:nvPr/>
        </p:nvSpPr>
        <p:spPr>
          <a:xfrm>
            <a:off x="5384788" y="5173562"/>
            <a:ext cx="3214500" cy="1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00"/>
              <a:buFont typeface="Instrument Sans Medium"/>
              <a:buNone/>
            </a:pPr>
            <a:r>
              <a:rPr lang="en-US" sz="200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Reinforcement Learning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g3e15de89eb8_0_2"/>
          <p:cNvSpPr/>
          <p:nvPr/>
        </p:nvSpPr>
        <p:spPr>
          <a:xfrm>
            <a:off x="5384800" y="5500985"/>
            <a:ext cx="5994500" cy="52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888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Open Sans"/>
              <a:buNone/>
            </a:pPr>
            <a:r>
              <a:rPr lang="en-US" sz="15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The model learns by interacting with an environment and receiving rewards or penalties. </a:t>
            </a:r>
            <a:r>
              <a:rPr b="1" lang="en-US" sz="15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Ex:</a:t>
            </a:r>
            <a:r>
              <a:rPr lang="en-US" sz="1500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 game-playing AI such as AlphaGo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e15de89eb8_0_342"/>
          <p:cNvSpPr/>
          <p:nvPr/>
        </p:nvSpPr>
        <p:spPr>
          <a:xfrm>
            <a:off x="1715766" y="327618"/>
            <a:ext cx="10111000" cy="10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35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900"/>
              <a:buFont typeface="Instrument Sans Medium"/>
              <a:buNone/>
            </a:pPr>
            <a:r>
              <a:rPr lang="en-US" sz="325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Supervised Learning Classification Example</a:t>
            </a:r>
            <a:endParaRPr sz="3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8" name="Google Shape;78;g3e15de89eb8_0_3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1288" y="1300940"/>
            <a:ext cx="9652964" cy="47950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e15de89eb8_0_464"/>
          <p:cNvSpPr/>
          <p:nvPr/>
        </p:nvSpPr>
        <p:spPr>
          <a:xfrm>
            <a:off x="2251402" y="334914"/>
            <a:ext cx="7689250" cy="10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35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900"/>
              <a:buFont typeface="Instrument Sans Medium"/>
              <a:buNone/>
            </a:pPr>
            <a:r>
              <a:rPr lang="en-US" sz="325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Unsupervised Clustering Example</a:t>
            </a:r>
            <a:endParaRPr sz="3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omputer screen with different balls" id="85" name="Google Shape;85;g3e15de89eb8_0_4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58845" y="1340291"/>
            <a:ext cx="9674310" cy="41774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91" name="Google Shape;91;g3e15de89eb8_0_5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"/>
            <a:ext cx="12192001" cy="135698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g3e15de89eb8_0_586"/>
          <p:cNvSpPr/>
          <p:nvPr/>
        </p:nvSpPr>
        <p:spPr>
          <a:xfrm>
            <a:off x="2227245" y="1510571"/>
            <a:ext cx="6745000" cy="51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35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900"/>
              <a:buFont typeface="Instrument Sans Medium"/>
              <a:buNone/>
            </a:pPr>
            <a:r>
              <a:rPr lang="en-US" sz="325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Reinforcement example – Pac-Man</a:t>
            </a:r>
            <a:endParaRPr sz="3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oject link:&#10;https://github.com/tychovdo/PacmanDQN" id="93" name="Google Shape;93;g3e15de89eb8_0_586" title="Deep Reinforcement Learning in Pac-man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01354" y="2180898"/>
            <a:ext cx="8189292" cy="46064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98" name="Google Shape;98;g3e15de89eb8_0_19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2011" y="1815430"/>
            <a:ext cx="11047978" cy="4531394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g3e15de89eb8_0_198"/>
          <p:cNvSpPr/>
          <p:nvPr/>
        </p:nvSpPr>
        <p:spPr>
          <a:xfrm>
            <a:off x="808742" y="538278"/>
            <a:ext cx="8920500" cy="51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35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900"/>
              <a:buFont typeface="Instrument Sans Medium"/>
              <a:buNone/>
            </a:pPr>
            <a:r>
              <a:rPr lang="en-US" sz="325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Supervised Learning with Statistical Data</a:t>
            </a:r>
            <a:endParaRPr sz="3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e15de89eb8_0_202"/>
          <p:cNvSpPr/>
          <p:nvPr/>
        </p:nvSpPr>
        <p:spPr>
          <a:xfrm>
            <a:off x="734560" y="193129"/>
            <a:ext cx="8469500" cy="465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285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500"/>
              <a:buFont typeface="Instrument Sans Medium"/>
              <a:buNone/>
            </a:pPr>
            <a:r>
              <a:rPr lang="en-US" sz="2917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Key Machine Learning Terms</a:t>
            </a:r>
            <a:endParaRPr sz="291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g3e15de89eb8_0_202"/>
          <p:cNvSpPr/>
          <p:nvPr/>
        </p:nvSpPr>
        <p:spPr>
          <a:xfrm>
            <a:off x="734560" y="881509"/>
            <a:ext cx="5360000" cy="1452750"/>
          </a:xfrm>
          <a:prstGeom prst="roundRect">
            <a:avLst>
              <a:gd fmla="val 1537" name="adj"/>
            </a:avLst>
          </a:prstGeom>
          <a:solidFill>
            <a:srgbClr val="3E3E3E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g3e15de89eb8_0_202"/>
          <p:cNvSpPr/>
          <p:nvPr/>
        </p:nvSpPr>
        <p:spPr>
          <a:xfrm>
            <a:off x="883388" y="1030338"/>
            <a:ext cx="446500" cy="446500"/>
          </a:xfrm>
          <a:prstGeom prst="roundRect">
            <a:avLst>
              <a:gd fmla="val 17064968" name="adj"/>
            </a:avLst>
          </a:prstGeom>
          <a:solidFill>
            <a:srgbClr val="F5F547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descr="preencoded.png" id="108" name="Google Shape;108;g3e15de89eb8_0_202"/>
          <p:cNvSpPr/>
          <p:nvPr/>
        </p:nvSpPr>
        <p:spPr>
          <a:xfrm>
            <a:off x="1006122" y="1153071"/>
            <a:ext cx="201000" cy="2010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g3e15de89eb8_0_202"/>
          <p:cNvSpPr/>
          <p:nvPr/>
        </p:nvSpPr>
        <p:spPr>
          <a:xfrm>
            <a:off x="883388" y="1625650"/>
            <a:ext cx="1860750" cy="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583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00"/>
              <a:buFont typeface="Instrument Sans Medium"/>
              <a:buNone/>
            </a:pPr>
            <a:r>
              <a:rPr lang="en-US" sz="200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Training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g3e15de89eb8_0_202"/>
          <p:cNvSpPr/>
          <p:nvPr/>
        </p:nvSpPr>
        <p:spPr>
          <a:xfrm>
            <a:off x="883388" y="1947416"/>
            <a:ext cx="5062500" cy="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421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900"/>
              <a:buFont typeface="Open Sans"/>
              <a:buNone/>
            </a:pPr>
            <a:r>
              <a:rPr lang="en-US" sz="1583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The process of using data to teach the model patterns</a:t>
            </a:r>
            <a:endParaRPr sz="158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g3e15de89eb8_0_202"/>
          <p:cNvSpPr/>
          <p:nvPr/>
        </p:nvSpPr>
        <p:spPr>
          <a:xfrm>
            <a:off x="6243482" y="881509"/>
            <a:ext cx="5360000" cy="1452750"/>
          </a:xfrm>
          <a:prstGeom prst="roundRect">
            <a:avLst>
              <a:gd fmla="val 1537" name="adj"/>
            </a:avLst>
          </a:prstGeom>
          <a:solidFill>
            <a:srgbClr val="3E3E3E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e15de89eb8_0_202"/>
          <p:cNvSpPr/>
          <p:nvPr/>
        </p:nvSpPr>
        <p:spPr>
          <a:xfrm>
            <a:off x="6392311" y="1030338"/>
            <a:ext cx="446500" cy="446500"/>
          </a:xfrm>
          <a:prstGeom prst="roundRect">
            <a:avLst>
              <a:gd fmla="val 17064968" name="adj"/>
            </a:avLst>
          </a:prstGeom>
          <a:solidFill>
            <a:srgbClr val="F5F547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descr="preencoded.png" id="113" name="Google Shape;113;g3e15de89eb8_0_202"/>
          <p:cNvSpPr/>
          <p:nvPr/>
        </p:nvSpPr>
        <p:spPr>
          <a:xfrm>
            <a:off x="6515044" y="1153071"/>
            <a:ext cx="201000" cy="201000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g3e15de89eb8_0_202"/>
          <p:cNvSpPr/>
          <p:nvPr/>
        </p:nvSpPr>
        <p:spPr>
          <a:xfrm>
            <a:off x="6392311" y="1625650"/>
            <a:ext cx="1860750" cy="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583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00"/>
              <a:buFont typeface="Instrument Sans Medium"/>
              <a:buNone/>
            </a:pPr>
            <a:r>
              <a:rPr lang="en-US" sz="200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Prediction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g3e15de89eb8_0_202"/>
          <p:cNvSpPr/>
          <p:nvPr/>
        </p:nvSpPr>
        <p:spPr>
          <a:xfrm>
            <a:off x="6392311" y="1947416"/>
            <a:ext cx="5062500" cy="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421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1900"/>
              <a:buFont typeface="Open Sans"/>
              <a:buNone/>
            </a:pPr>
            <a:r>
              <a:rPr lang="en-US" sz="1583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The output produced by a trained model on new data</a:t>
            </a:r>
            <a:endParaRPr sz="158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g3e15de89eb8_0_202"/>
          <p:cNvSpPr/>
          <p:nvPr/>
        </p:nvSpPr>
        <p:spPr>
          <a:xfrm>
            <a:off x="734560" y="2483198"/>
            <a:ext cx="5360000" cy="1691000"/>
          </a:xfrm>
          <a:prstGeom prst="roundRect">
            <a:avLst>
              <a:gd fmla="val 1320" name="adj"/>
            </a:avLst>
          </a:prstGeom>
          <a:solidFill>
            <a:srgbClr val="3E3E3E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g3e15de89eb8_0_202"/>
          <p:cNvSpPr/>
          <p:nvPr/>
        </p:nvSpPr>
        <p:spPr>
          <a:xfrm>
            <a:off x="883388" y="2632025"/>
            <a:ext cx="446500" cy="446500"/>
          </a:xfrm>
          <a:prstGeom prst="roundRect">
            <a:avLst>
              <a:gd fmla="val 17064968" name="adj"/>
            </a:avLst>
          </a:prstGeom>
          <a:solidFill>
            <a:srgbClr val="F5F547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descr="preencoded.png" id="118" name="Google Shape;118;g3e15de89eb8_0_202"/>
          <p:cNvSpPr/>
          <p:nvPr/>
        </p:nvSpPr>
        <p:spPr>
          <a:xfrm>
            <a:off x="1006122" y="2754759"/>
            <a:ext cx="201000" cy="201000"/>
          </a:xfrm>
          <a:prstGeom prst="rect">
            <a:avLst/>
          </a:prstGeom>
          <a:noFill/>
          <a:ln>
            <a:noFill/>
          </a:ln>
        </p:spPr>
      </p:sp>
      <p:sp>
        <p:nvSpPr>
          <p:cNvPr id="119" name="Google Shape;119;g3e15de89eb8_0_202"/>
          <p:cNvSpPr/>
          <p:nvPr/>
        </p:nvSpPr>
        <p:spPr>
          <a:xfrm>
            <a:off x="883388" y="3227338"/>
            <a:ext cx="1860750" cy="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583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00"/>
              <a:buFont typeface="Instrument Sans Medium"/>
              <a:buNone/>
            </a:pPr>
            <a:r>
              <a:rPr lang="en-US" sz="200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Overfitting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g3e15de89eb8_0_202"/>
          <p:cNvSpPr/>
          <p:nvPr/>
        </p:nvSpPr>
        <p:spPr>
          <a:xfrm>
            <a:off x="883388" y="3549104"/>
            <a:ext cx="5062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00"/>
              <a:buFont typeface="Open Sans"/>
              <a:buNone/>
            </a:pPr>
            <a:r>
              <a:rPr lang="en-US" sz="1667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When a model learns the training data too well and performs poorly on new data</a:t>
            </a:r>
            <a:endParaRPr sz="16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g3e15de89eb8_0_202"/>
          <p:cNvSpPr/>
          <p:nvPr/>
        </p:nvSpPr>
        <p:spPr>
          <a:xfrm>
            <a:off x="6243482" y="2483198"/>
            <a:ext cx="5360000" cy="1691000"/>
          </a:xfrm>
          <a:prstGeom prst="roundRect">
            <a:avLst>
              <a:gd fmla="val 1320" name="adj"/>
            </a:avLst>
          </a:prstGeom>
          <a:solidFill>
            <a:srgbClr val="3E3E3E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g3e15de89eb8_0_202"/>
          <p:cNvSpPr/>
          <p:nvPr/>
        </p:nvSpPr>
        <p:spPr>
          <a:xfrm>
            <a:off x="6392311" y="2632025"/>
            <a:ext cx="446500" cy="446500"/>
          </a:xfrm>
          <a:prstGeom prst="roundRect">
            <a:avLst>
              <a:gd fmla="val 17064968" name="adj"/>
            </a:avLst>
          </a:prstGeom>
          <a:solidFill>
            <a:srgbClr val="F5F547"/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descr="preencoded.png" id="123" name="Google Shape;123;g3e15de89eb8_0_202"/>
          <p:cNvSpPr/>
          <p:nvPr/>
        </p:nvSpPr>
        <p:spPr>
          <a:xfrm>
            <a:off x="6515044" y="2754759"/>
            <a:ext cx="201000" cy="201000"/>
          </a:xfrm>
          <a:prstGeom prst="rect">
            <a:avLst/>
          </a:prstGeom>
          <a:noFill/>
          <a:ln>
            <a:noFill/>
          </a:ln>
        </p:spPr>
      </p:sp>
      <p:sp>
        <p:nvSpPr>
          <p:cNvPr id="124" name="Google Shape;124;g3e15de89eb8_0_202"/>
          <p:cNvSpPr/>
          <p:nvPr/>
        </p:nvSpPr>
        <p:spPr>
          <a:xfrm>
            <a:off x="6392311" y="3227338"/>
            <a:ext cx="1860750" cy="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9583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400"/>
              <a:buFont typeface="Instrument Sans Medium"/>
              <a:buNone/>
            </a:pPr>
            <a:r>
              <a:rPr lang="en-US" sz="2000">
                <a:solidFill>
                  <a:srgbClr val="BFBFBF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Underfitting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g3e15de89eb8_0_202"/>
          <p:cNvSpPr/>
          <p:nvPr/>
        </p:nvSpPr>
        <p:spPr>
          <a:xfrm>
            <a:off x="6392311" y="3549104"/>
            <a:ext cx="5062500" cy="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00"/>
              <a:buFont typeface="Open Sans"/>
              <a:buNone/>
            </a:pPr>
            <a:r>
              <a:rPr lang="en-US" sz="1667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When a model is too simple </a:t>
            </a:r>
            <a:br>
              <a:rPr lang="en-US" sz="1667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</a:br>
            <a:r>
              <a:rPr lang="en-US" sz="1667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to capture patterns in the data</a:t>
            </a:r>
            <a:endParaRPr sz="16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6" name="Google Shape;126;g3e15de89eb8_0_202"/>
          <p:cNvPicPr preferRelativeResize="0"/>
          <p:nvPr/>
        </p:nvPicPr>
        <p:blipFill rotWithShape="1">
          <a:blip r:embed="rId3">
            <a:alphaModFix/>
          </a:blip>
          <a:srcRect b="38443" l="0" r="0" t="0"/>
          <a:stretch/>
        </p:blipFill>
        <p:spPr>
          <a:xfrm>
            <a:off x="2011125" y="4344454"/>
            <a:ext cx="8167057" cy="23204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e15de89eb8_0_710"/>
          <p:cNvSpPr/>
          <p:nvPr/>
        </p:nvSpPr>
        <p:spPr>
          <a:xfrm>
            <a:off x="476823" y="1610220"/>
            <a:ext cx="4134750" cy="51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35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900"/>
              <a:buFont typeface="Instrument Sans Medium"/>
              <a:buNone/>
            </a:pPr>
            <a:r>
              <a:rPr lang="en-US" sz="325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Confusion Matrix</a:t>
            </a:r>
            <a:endParaRPr sz="3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g3e15de89eb8_0_710"/>
          <p:cNvSpPr/>
          <p:nvPr/>
        </p:nvSpPr>
        <p:spPr>
          <a:xfrm>
            <a:off x="1041890" y="3844813"/>
            <a:ext cx="1333500" cy="1066750"/>
          </a:xfrm>
          <a:prstGeom prst="rect">
            <a:avLst/>
          </a:prstGeom>
          <a:solidFill>
            <a:schemeClr val="accent6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67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87 (TN) </a:t>
            </a:r>
            <a:endParaRPr/>
          </a:p>
        </p:txBody>
      </p:sp>
      <p:sp>
        <p:nvSpPr>
          <p:cNvPr id="134" name="Google Shape;134;g3e15de89eb8_0_710"/>
          <p:cNvSpPr/>
          <p:nvPr/>
        </p:nvSpPr>
        <p:spPr>
          <a:xfrm>
            <a:off x="2355295" y="3844813"/>
            <a:ext cx="1333500" cy="1066750"/>
          </a:xfrm>
          <a:prstGeom prst="rect">
            <a:avLst/>
          </a:prstGeom>
          <a:solidFill>
            <a:srgbClr val="FF0000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 (FP)</a:t>
            </a:r>
            <a:endParaRPr/>
          </a:p>
        </p:txBody>
      </p:sp>
      <p:sp>
        <p:nvSpPr>
          <p:cNvPr id="135" name="Google Shape;135;g3e15de89eb8_0_710"/>
          <p:cNvSpPr/>
          <p:nvPr/>
        </p:nvSpPr>
        <p:spPr>
          <a:xfrm>
            <a:off x="1045183" y="4901579"/>
            <a:ext cx="1333500" cy="1066750"/>
          </a:xfrm>
          <a:prstGeom prst="rect">
            <a:avLst/>
          </a:prstGeom>
          <a:solidFill>
            <a:srgbClr val="FF0000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 (FN)</a:t>
            </a:r>
            <a:endParaRPr/>
          </a:p>
        </p:txBody>
      </p:sp>
      <p:sp>
        <p:nvSpPr>
          <p:cNvPr id="136" name="Google Shape;136;g3e15de89eb8_0_710"/>
          <p:cNvSpPr/>
          <p:nvPr/>
        </p:nvSpPr>
        <p:spPr>
          <a:xfrm>
            <a:off x="2358588" y="4901579"/>
            <a:ext cx="1333500" cy="1066750"/>
          </a:xfrm>
          <a:prstGeom prst="rect">
            <a:avLst/>
          </a:prstGeom>
          <a:solidFill>
            <a:schemeClr val="accent6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 (TP)</a:t>
            </a:r>
            <a:endParaRPr/>
          </a:p>
        </p:txBody>
      </p:sp>
      <p:sp>
        <p:nvSpPr>
          <p:cNvPr id="137" name="Google Shape;137;g3e15de89eb8_0_710"/>
          <p:cNvSpPr txBox="1"/>
          <p:nvPr/>
        </p:nvSpPr>
        <p:spPr>
          <a:xfrm>
            <a:off x="1807510" y="3063264"/>
            <a:ext cx="133350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Predicted</a:t>
            </a:r>
            <a:endParaRPr/>
          </a:p>
        </p:txBody>
      </p:sp>
      <p:sp>
        <p:nvSpPr>
          <p:cNvPr id="138" name="Google Shape;138;g3e15de89eb8_0_710"/>
          <p:cNvSpPr txBox="1"/>
          <p:nvPr/>
        </p:nvSpPr>
        <p:spPr>
          <a:xfrm rot="-5400000">
            <a:off x="-39536" y="4540535"/>
            <a:ext cx="984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Actual</a:t>
            </a:r>
            <a:endParaRPr/>
          </a:p>
        </p:txBody>
      </p:sp>
      <p:sp>
        <p:nvSpPr>
          <p:cNvPr id="139" name="Google Shape;139;g3e15de89eb8_0_710"/>
          <p:cNvSpPr txBox="1"/>
          <p:nvPr/>
        </p:nvSpPr>
        <p:spPr>
          <a:xfrm>
            <a:off x="1524573" y="3423414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endParaRPr/>
          </a:p>
        </p:txBody>
      </p:sp>
      <p:sp>
        <p:nvSpPr>
          <p:cNvPr id="140" name="Google Shape;140;g3e15de89eb8_0_710"/>
          <p:cNvSpPr txBox="1"/>
          <p:nvPr/>
        </p:nvSpPr>
        <p:spPr>
          <a:xfrm rot="-5400000">
            <a:off x="549347" y="4185502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endParaRPr/>
          </a:p>
        </p:txBody>
      </p:sp>
      <p:sp>
        <p:nvSpPr>
          <p:cNvPr id="141" name="Google Shape;141;g3e15de89eb8_0_710"/>
          <p:cNvSpPr txBox="1"/>
          <p:nvPr/>
        </p:nvSpPr>
        <p:spPr>
          <a:xfrm rot="-5400000">
            <a:off x="507473" y="4986974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yes</a:t>
            </a:r>
            <a:endParaRPr/>
          </a:p>
        </p:txBody>
      </p:sp>
      <p:sp>
        <p:nvSpPr>
          <p:cNvPr id="142" name="Google Shape;142;g3e15de89eb8_0_710"/>
          <p:cNvSpPr txBox="1"/>
          <p:nvPr/>
        </p:nvSpPr>
        <p:spPr>
          <a:xfrm>
            <a:off x="2739108" y="3400259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yes</a:t>
            </a:r>
            <a:endParaRPr/>
          </a:p>
        </p:txBody>
      </p:sp>
      <p:sp>
        <p:nvSpPr>
          <p:cNvPr id="143" name="Google Shape;143;g3e15de89eb8_0_710"/>
          <p:cNvSpPr txBox="1"/>
          <p:nvPr/>
        </p:nvSpPr>
        <p:spPr>
          <a:xfrm>
            <a:off x="1122273" y="2450478"/>
            <a:ext cx="2569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CONFUSION MATRIX</a:t>
            </a:r>
            <a:endParaRPr/>
          </a:p>
        </p:txBody>
      </p:sp>
      <p:sp>
        <p:nvSpPr>
          <p:cNvPr id="144" name="Google Shape;144;g3e15de89eb8_0_710"/>
          <p:cNvSpPr txBox="1"/>
          <p:nvPr/>
        </p:nvSpPr>
        <p:spPr>
          <a:xfrm>
            <a:off x="4207970" y="2295848"/>
            <a:ext cx="8015500" cy="4309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-238125" lvl="0" marL="238125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</a:pP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b="1" lang="en-US" sz="2333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Confusion Matrix</a:t>
            </a: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compares predicted labels to actual labels.</a:t>
            </a:r>
            <a:endParaRPr/>
          </a:p>
          <a:p>
            <a:pPr indent="-238125" lvl="0" marL="238125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</a:pP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Suppose a model predicts whether a machine will fail during the next shift, across 100 machine shifts.</a:t>
            </a:r>
            <a:endParaRPr/>
          </a:p>
          <a:p>
            <a:pPr indent="-381000" lvl="1" marL="7620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ourier New"/>
              <a:buChar char="o"/>
            </a:pPr>
            <a:r>
              <a:rPr b="1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87, True Negatives (TN):</a:t>
            </a:r>
            <a:br>
              <a:rPr b="0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Healthy machines correctly predicted to keep running.</a:t>
            </a:r>
            <a:endParaRPr/>
          </a:p>
          <a:p>
            <a:pPr indent="-381000" lvl="1" marL="7620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ourier New"/>
              <a:buChar char="o"/>
            </a:pPr>
            <a:r>
              <a:rPr b="1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2, False Positives (FP):</a:t>
            </a:r>
            <a:br>
              <a:rPr b="0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False alarms: predicted a failure, but the machine was fine.</a:t>
            </a:r>
            <a:endParaRPr/>
          </a:p>
          <a:p>
            <a:pPr indent="-381000" lvl="1" marL="7620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ourier New"/>
              <a:buChar char="o"/>
            </a:pPr>
            <a:r>
              <a:rPr b="1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3, False Negatives (FN):</a:t>
            </a:r>
            <a:br>
              <a:rPr b="0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Missed failures: predicted fine, but the machine failed.</a:t>
            </a:r>
            <a:endParaRPr/>
          </a:p>
          <a:p>
            <a:pPr indent="-381000" lvl="1" marL="7620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ourier New"/>
              <a:buChar char="o"/>
            </a:pPr>
            <a:r>
              <a:rPr b="1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8, True Positives (TP):</a:t>
            </a:r>
            <a:br>
              <a:rPr b="0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333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Failures caught before they happened.</a:t>
            </a:r>
            <a:endParaRPr/>
          </a:p>
        </p:txBody>
      </p:sp>
      <p:pic>
        <p:nvPicPr>
          <p:cNvPr id="145" name="Google Shape;145;g3e15de89eb8_0_7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12855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e15de89eb8_0_975"/>
          <p:cNvSpPr/>
          <p:nvPr/>
        </p:nvSpPr>
        <p:spPr>
          <a:xfrm>
            <a:off x="476851" y="1521374"/>
            <a:ext cx="115372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35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900"/>
              <a:buFont typeface="Instrument Sans Medium"/>
              <a:buNone/>
            </a:pPr>
            <a:r>
              <a:rPr lang="en-US" sz="325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Confusion Matrix Evaluation Metrics (No Calculations)</a:t>
            </a:r>
            <a:endParaRPr sz="3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g3e15de89eb8_0_975"/>
          <p:cNvSpPr/>
          <p:nvPr/>
        </p:nvSpPr>
        <p:spPr>
          <a:xfrm>
            <a:off x="1041890" y="3844813"/>
            <a:ext cx="1333500" cy="1066750"/>
          </a:xfrm>
          <a:prstGeom prst="rect">
            <a:avLst/>
          </a:prstGeom>
          <a:solidFill>
            <a:schemeClr val="accent6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67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87 (TN) </a:t>
            </a:r>
            <a:endParaRPr/>
          </a:p>
        </p:txBody>
      </p:sp>
      <p:sp>
        <p:nvSpPr>
          <p:cNvPr id="153" name="Google Shape;153;g3e15de89eb8_0_975"/>
          <p:cNvSpPr/>
          <p:nvPr/>
        </p:nvSpPr>
        <p:spPr>
          <a:xfrm>
            <a:off x="2355295" y="3844813"/>
            <a:ext cx="1333500" cy="1066750"/>
          </a:xfrm>
          <a:prstGeom prst="rect">
            <a:avLst/>
          </a:prstGeom>
          <a:solidFill>
            <a:srgbClr val="FF0000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 (FP)</a:t>
            </a:r>
            <a:endParaRPr/>
          </a:p>
        </p:txBody>
      </p:sp>
      <p:sp>
        <p:nvSpPr>
          <p:cNvPr id="154" name="Google Shape;154;g3e15de89eb8_0_975"/>
          <p:cNvSpPr/>
          <p:nvPr/>
        </p:nvSpPr>
        <p:spPr>
          <a:xfrm>
            <a:off x="1045183" y="4901579"/>
            <a:ext cx="1333500" cy="1066750"/>
          </a:xfrm>
          <a:prstGeom prst="rect">
            <a:avLst/>
          </a:prstGeom>
          <a:solidFill>
            <a:srgbClr val="FF0000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 (FN)</a:t>
            </a:r>
            <a:endParaRPr/>
          </a:p>
        </p:txBody>
      </p:sp>
      <p:sp>
        <p:nvSpPr>
          <p:cNvPr id="155" name="Google Shape;155;g3e15de89eb8_0_975"/>
          <p:cNvSpPr/>
          <p:nvPr/>
        </p:nvSpPr>
        <p:spPr>
          <a:xfrm>
            <a:off x="2358588" y="4901579"/>
            <a:ext cx="1333500" cy="1066750"/>
          </a:xfrm>
          <a:prstGeom prst="rect">
            <a:avLst/>
          </a:prstGeom>
          <a:solidFill>
            <a:schemeClr val="accent6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 (TP)</a:t>
            </a:r>
            <a:endParaRPr/>
          </a:p>
        </p:txBody>
      </p:sp>
      <p:sp>
        <p:nvSpPr>
          <p:cNvPr id="156" name="Google Shape;156;g3e15de89eb8_0_975"/>
          <p:cNvSpPr txBox="1"/>
          <p:nvPr/>
        </p:nvSpPr>
        <p:spPr>
          <a:xfrm>
            <a:off x="1807510" y="3063264"/>
            <a:ext cx="133350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Predicted</a:t>
            </a:r>
            <a:endParaRPr/>
          </a:p>
        </p:txBody>
      </p:sp>
      <p:sp>
        <p:nvSpPr>
          <p:cNvPr id="157" name="Google Shape;157;g3e15de89eb8_0_975"/>
          <p:cNvSpPr txBox="1"/>
          <p:nvPr/>
        </p:nvSpPr>
        <p:spPr>
          <a:xfrm rot="-5400000">
            <a:off x="-39536" y="4540535"/>
            <a:ext cx="984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Actual</a:t>
            </a:r>
            <a:endParaRPr/>
          </a:p>
        </p:txBody>
      </p:sp>
      <p:sp>
        <p:nvSpPr>
          <p:cNvPr id="158" name="Google Shape;158;g3e15de89eb8_0_975"/>
          <p:cNvSpPr txBox="1"/>
          <p:nvPr/>
        </p:nvSpPr>
        <p:spPr>
          <a:xfrm>
            <a:off x="1524573" y="3423414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endParaRPr/>
          </a:p>
        </p:txBody>
      </p:sp>
      <p:sp>
        <p:nvSpPr>
          <p:cNvPr id="159" name="Google Shape;159;g3e15de89eb8_0_975"/>
          <p:cNvSpPr txBox="1"/>
          <p:nvPr/>
        </p:nvSpPr>
        <p:spPr>
          <a:xfrm rot="-5400000">
            <a:off x="549347" y="4185502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endParaRPr/>
          </a:p>
        </p:txBody>
      </p:sp>
      <p:sp>
        <p:nvSpPr>
          <p:cNvPr id="160" name="Google Shape;160;g3e15de89eb8_0_975"/>
          <p:cNvSpPr txBox="1"/>
          <p:nvPr/>
        </p:nvSpPr>
        <p:spPr>
          <a:xfrm rot="-5400000">
            <a:off x="507473" y="4986974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yes</a:t>
            </a:r>
            <a:endParaRPr/>
          </a:p>
        </p:txBody>
      </p:sp>
      <p:sp>
        <p:nvSpPr>
          <p:cNvPr id="161" name="Google Shape;161;g3e15de89eb8_0_975"/>
          <p:cNvSpPr txBox="1"/>
          <p:nvPr/>
        </p:nvSpPr>
        <p:spPr>
          <a:xfrm>
            <a:off x="2739108" y="3400259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yes</a:t>
            </a:r>
            <a:endParaRPr/>
          </a:p>
        </p:txBody>
      </p:sp>
      <p:pic>
        <p:nvPicPr>
          <p:cNvPr id="162" name="Google Shape;162;g3e15de89eb8_0_97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1285587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g3e15de89eb8_0_975"/>
          <p:cNvSpPr txBox="1"/>
          <p:nvPr/>
        </p:nvSpPr>
        <p:spPr>
          <a:xfrm>
            <a:off x="4072608" y="2261850"/>
            <a:ext cx="8119500" cy="42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-238125" lvl="0" marL="238125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1" lang="en-US" sz="2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Accuracy</a:t>
            </a: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tells us the proportion of all predictions that are correct.</a:t>
            </a:r>
            <a:endParaRPr/>
          </a:p>
          <a:p>
            <a:pPr indent="-285750" lvl="1" marL="666750" marR="0" rtl="0" algn="l">
              <a:spcBef>
                <a:spcPts val="1000"/>
              </a:spcBef>
              <a:spcAft>
                <a:spcPts val="0"/>
              </a:spcAft>
              <a:buClr>
                <a:srgbClr val="F7CAAC"/>
              </a:buClr>
              <a:buSzPts val="2400"/>
              <a:buFont typeface="Courier New"/>
              <a:buChar char="o"/>
            </a:pPr>
            <a:r>
              <a:rPr b="0" i="0" lang="en-US" sz="2000" u="none" cap="none" strike="noStrike">
                <a:solidFill>
                  <a:srgbClr val="F7CAAC"/>
                </a:solidFill>
                <a:latin typeface="Calibri"/>
                <a:ea typeface="Calibri"/>
                <a:cs typeface="Calibri"/>
                <a:sym typeface="Calibri"/>
              </a:rPr>
              <a:t>Ex: Out of 100 machine shifts, what percent did the model get right?</a:t>
            </a:r>
            <a:endParaRPr/>
          </a:p>
          <a:p>
            <a:pPr indent="-285750" lvl="0" marL="28575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ourier New"/>
              <a:buChar char="o"/>
            </a:pPr>
            <a:r>
              <a:rPr b="1" lang="en-US" sz="2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Precision</a:t>
            </a: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focuses on minimizing false positives. It finds the proportion of positive predictions that are correct.</a:t>
            </a:r>
            <a:endParaRPr/>
          </a:p>
          <a:p>
            <a:pPr indent="-238125" lvl="1" marL="619125" marR="0" rtl="0" algn="l">
              <a:spcBef>
                <a:spcPts val="1000"/>
              </a:spcBef>
              <a:spcAft>
                <a:spcPts val="0"/>
              </a:spcAft>
              <a:buClr>
                <a:srgbClr val="F7CAAC"/>
              </a:buClr>
              <a:buSzPts val="24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F7CAAC"/>
                </a:solidFill>
                <a:latin typeface="Calibri"/>
                <a:ea typeface="Calibri"/>
                <a:cs typeface="Calibri"/>
                <a:sym typeface="Calibri"/>
              </a:rPr>
              <a:t>Ex: Of the 10 failure warnings, how many were real failures?</a:t>
            </a:r>
            <a:endParaRPr/>
          </a:p>
          <a:p>
            <a:pPr indent="-238125" lvl="0" marL="238125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1" lang="en-US" sz="2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Recall</a:t>
            </a: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focuses on minimizing false negatives. It finds the proportion of true positives that are correctly identified.</a:t>
            </a:r>
            <a:endParaRPr/>
          </a:p>
          <a:p>
            <a:pPr indent="-285750" lvl="1" marL="666750" marR="0" rtl="0" algn="l">
              <a:spcBef>
                <a:spcPts val="1000"/>
              </a:spcBef>
              <a:spcAft>
                <a:spcPts val="0"/>
              </a:spcAft>
              <a:buClr>
                <a:srgbClr val="F7CAAC"/>
              </a:buClr>
              <a:buSzPts val="2400"/>
              <a:buFont typeface="Courier New"/>
              <a:buChar char="o"/>
            </a:pPr>
            <a:r>
              <a:rPr b="0" i="0" lang="en-US" sz="2000" u="none" cap="none" strike="noStrike">
                <a:solidFill>
                  <a:srgbClr val="F7CAAC"/>
                </a:solidFill>
                <a:latin typeface="Calibri"/>
                <a:ea typeface="Calibri"/>
                <a:cs typeface="Calibri"/>
                <a:sym typeface="Calibri"/>
              </a:rPr>
              <a:t>Ex: Of the 11 real failures, how many did the model catch?</a:t>
            </a:r>
            <a:endParaRPr/>
          </a:p>
          <a:p>
            <a:pPr indent="-238125" lvl="0" marL="238125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1" lang="en-US" sz="2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F1 Score</a:t>
            </a: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balances precision and recall into a single metric.</a:t>
            </a:r>
            <a:endParaRPr/>
          </a:p>
        </p:txBody>
      </p:sp>
      <p:sp>
        <p:nvSpPr>
          <p:cNvPr id="164" name="Google Shape;164;g3e15de89eb8_0_975"/>
          <p:cNvSpPr txBox="1"/>
          <p:nvPr/>
        </p:nvSpPr>
        <p:spPr>
          <a:xfrm>
            <a:off x="1122273" y="2450478"/>
            <a:ext cx="2569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CONFUSION MATRIX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6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6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6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6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6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6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6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e15de89eb8_0_1106"/>
          <p:cNvSpPr/>
          <p:nvPr/>
        </p:nvSpPr>
        <p:spPr>
          <a:xfrm>
            <a:off x="476851" y="1444188"/>
            <a:ext cx="11242750" cy="56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359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900"/>
              <a:buFont typeface="Instrument Sans Medium"/>
              <a:buNone/>
            </a:pPr>
            <a:r>
              <a:rPr lang="en-US" sz="3250">
                <a:solidFill>
                  <a:srgbClr val="FEFEFE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Confusion Matrix Evaluation Metrics (Calculations)</a:t>
            </a:r>
            <a:endParaRPr sz="3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g3e15de89eb8_0_1106"/>
          <p:cNvSpPr/>
          <p:nvPr/>
        </p:nvSpPr>
        <p:spPr>
          <a:xfrm>
            <a:off x="1041890" y="3844813"/>
            <a:ext cx="1333500" cy="1066750"/>
          </a:xfrm>
          <a:prstGeom prst="rect">
            <a:avLst/>
          </a:prstGeom>
          <a:solidFill>
            <a:schemeClr val="accent6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67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87 (TN) </a:t>
            </a:r>
            <a:endParaRPr/>
          </a:p>
        </p:txBody>
      </p:sp>
      <p:sp>
        <p:nvSpPr>
          <p:cNvPr id="172" name="Google Shape;172;g3e15de89eb8_0_1106"/>
          <p:cNvSpPr/>
          <p:nvPr/>
        </p:nvSpPr>
        <p:spPr>
          <a:xfrm>
            <a:off x="2355295" y="3844813"/>
            <a:ext cx="1333500" cy="1066750"/>
          </a:xfrm>
          <a:prstGeom prst="rect">
            <a:avLst/>
          </a:prstGeom>
          <a:solidFill>
            <a:srgbClr val="FF0000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 (FP)</a:t>
            </a:r>
            <a:endParaRPr/>
          </a:p>
        </p:txBody>
      </p:sp>
      <p:sp>
        <p:nvSpPr>
          <p:cNvPr id="173" name="Google Shape;173;g3e15de89eb8_0_1106"/>
          <p:cNvSpPr/>
          <p:nvPr/>
        </p:nvSpPr>
        <p:spPr>
          <a:xfrm>
            <a:off x="1045183" y="4901579"/>
            <a:ext cx="1333500" cy="1066750"/>
          </a:xfrm>
          <a:prstGeom prst="rect">
            <a:avLst/>
          </a:prstGeom>
          <a:solidFill>
            <a:srgbClr val="FF0000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 (FN)</a:t>
            </a:r>
            <a:endParaRPr/>
          </a:p>
        </p:txBody>
      </p:sp>
      <p:sp>
        <p:nvSpPr>
          <p:cNvPr id="174" name="Google Shape;174;g3e15de89eb8_0_1106"/>
          <p:cNvSpPr/>
          <p:nvPr/>
        </p:nvSpPr>
        <p:spPr>
          <a:xfrm>
            <a:off x="2358588" y="4901579"/>
            <a:ext cx="1333500" cy="1066750"/>
          </a:xfrm>
          <a:prstGeom prst="rect">
            <a:avLst/>
          </a:prstGeom>
          <a:solidFill>
            <a:schemeClr val="accent6"/>
          </a:solidFill>
          <a:ln cap="flat" cmpd="sng" w="10583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8083" lIns="76188" spcFirstLastPara="1" rIns="76188" wrap="square" tIns="38083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33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 (TP)</a:t>
            </a:r>
            <a:endParaRPr/>
          </a:p>
        </p:txBody>
      </p:sp>
      <p:sp>
        <p:nvSpPr>
          <p:cNvPr id="175" name="Google Shape;175;g3e15de89eb8_0_1106"/>
          <p:cNvSpPr txBox="1"/>
          <p:nvPr/>
        </p:nvSpPr>
        <p:spPr>
          <a:xfrm>
            <a:off x="1807510" y="3063264"/>
            <a:ext cx="133350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Predicted</a:t>
            </a:r>
            <a:endParaRPr/>
          </a:p>
        </p:txBody>
      </p:sp>
      <p:sp>
        <p:nvSpPr>
          <p:cNvPr id="176" name="Google Shape;176;g3e15de89eb8_0_1106"/>
          <p:cNvSpPr txBox="1"/>
          <p:nvPr/>
        </p:nvSpPr>
        <p:spPr>
          <a:xfrm rot="-5400000">
            <a:off x="-39536" y="4540535"/>
            <a:ext cx="984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Actual</a:t>
            </a:r>
            <a:endParaRPr/>
          </a:p>
        </p:txBody>
      </p:sp>
      <p:sp>
        <p:nvSpPr>
          <p:cNvPr id="177" name="Google Shape;177;g3e15de89eb8_0_1106"/>
          <p:cNvSpPr txBox="1"/>
          <p:nvPr/>
        </p:nvSpPr>
        <p:spPr>
          <a:xfrm>
            <a:off x="1524573" y="3423414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endParaRPr/>
          </a:p>
        </p:txBody>
      </p:sp>
      <p:sp>
        <p:nvSpPr>
          <p:cNvPr id="178" name="Google Shape;178;g3e15de89eb8_0_1106"/>
          <p:cNvSpPr txBox="1"/>
          <p:nvPr/>
        </p:nvSpPr>
        <p:spPr>
          <a:xfrm rot="-5400000">
            <a:off x="549347" y="4185502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endParaRPr/>
          </a:p>
        </p:txBody>
      </p:sp>
      <p:sp>
        <p:nvSpPr>
          <p:cNvPr id="179" name="Google Shape;179;g3e15de89eb8_0_1106"/>
          <p:cNvSpPr txBox="1"/>
          <p:nvPr/>
        </p:nvSpPr>
        <p:spPr>
          <a:xfrm rot="-5400000">
            <a:off x="507473" y="4986974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yes</a:t>
            </a:r>
            <a:endParaRPr/>
          </a:p>
        </p:txBody>
      </p:sp>
      <p:sp>
        <p:nvSpPr>
          <p:cNvPr id="180" name="Google Shape;180;g3e15de89eb8_0_1106"/>
          <p:cNvSpPr txBox="1"/>
          <p:nvPr/>
        </p:nvSpPr>
        <p:spPr>
          <a:xfrm>
            <a:off x="2739108" y="3400259"/>
            <a:ext cx="565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yes</a:t>
            </a:r>
            <a:endParaRPr/>
          </a:p>
        </p:txBody>
      </p:sp>
      <p:pic>
        <p:nvPicPr>
          <p:cNvPr id="181" name="Google Shape;181;g3e15de89eb8_0_1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1" cy="1285587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g3e15de89eb8_0_1106"/>
          <p:cNvSpPr txBox="1"/>
          <p:nvPr/>
        </p:nvSpPr>
        <p:spPr>
          <a:xfrm>
            <a:off x="1122273" y="2450478"/>
            <a:ext cx="2569750" cy="38475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CONFUSION MATRIX</a:t>
            </a:r>
            <a:endParaRPr/>
          </a:p>
        </p:txBody>
      </p:sp>
      <p:sp>
        <p:nvSpPr>
          <p:cNvPr id="9163" name="Google Shape;163;g3e15de89eb8_0_975"/>
          <p:cNvSpPr txBox="1"/>
          <p:nvPr/>
        </p:nvSpPr>
        <p:spPr>
          <a:xfrm>
            <a:off x="4072608" y="2145247"/>
            <a:ext cx="8119500" cy="42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8083" lIns="76188" spcFirstLastPara="1" rIns="76188" wrap="square" tIns="38083">
            <a:spAutoFit/>
          </a:bodyPr>
          <a:lstStyle/>
          <a:p>
            <a:pPr indent="-238125" lvl="0" marL="238125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1" lang="en-US" sz="2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Accuracy</a:t>
            </a: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 xml:space="preserve"> = (TP + TN) / Total = (8 + 87) / 100 = 95%</a:t>
            </a:r>
            <a:endParaRPr/>
          </a:p>
          <a:p>
            <a:pPr indent="-285750" lvl="1" marL="666750" marR="0" rtl="0" algn="l">
              <a:spcBef>
                <a:spcPts val="1000"/>
              </a:spcBef>
              <a:spcAft>
                <a:spcPts val="0"/>
              </a:spcAft>
              <a:buClr>
                <a:srgbClr val="F7CAAC"/>
              </a:buClr>
              <a:buSzPts val="2400"/>
              <a:buFont typeface="Courier New"/>
              <a:buChar char="o"/>
            </a:pPr>
            <a:r>
              <a:rPr b="0" i="0" lang="en-US" sz="2000" u="none" cap="none" strike="noStrike">
                <a:solidFill>
                  <a:srgbClr val="F7CAAC"/>
                </a:solidFill>
                <a:latin typeface="Calibri"/>
                <a:ea typeface="Calibri"/>
                <a:cs typeface="Calibri"/>
                <a:sym typeface="Calibri"/>
              </a:rPr>
              <a:t>95 of 100 predictions were right.</a:t>
            </a:r>
            <a:endParaRPr/>
          </a:p>
          <a:p>
            <a:pPr indent="-238125" lvl="0" marL="238125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1" lang="en-US" sz="2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Precision</a:t>
            </a: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 xml:space="preserve"> = TP / (TP + FP) = 8 / (8 + 2) = 80%</a:t>
            </a:r>
            <a:endParaRPr/>
          </a:p>
          <a:p>
            <a:pPr indent="-285750" lvl="1" marL="666750" marR="0" rtl="0" algn="l">
              <a:spcBef>
                <a:spcPts val="1000"/>
              </a:spcBef>
              <a:spcAft>
                <a:spcPts val="0"/>
              </a:spcAft>
              <a:buClr>
                <a:srgbClr val="F7CAAC"/>
              </a:buClr>
              <a:buSzPts val="2400"/>
              <a:buFont typeface="Courier New"/>
              <a:buChar char="o"/>
            </a:pPr>
            <a:r>
              <a:rPr b="0" i="0" lang="en-US" sz="2000" u="none" cap="none" strike="noStrike">
                <a:solidFill>
                  <a:srgbClr val="F7CAAC"/>
                </a:solidFill>
                <a:latin typeface="Calibri"/>
                <a:ea typeface="Calibri"/>
                <a:cs typeface="Calibri"/>
                <a:sym typeface="Calibri"/>
              </a:rPr>
              <a:t>When the model warned of a failure, it was right 80% of the time.</a:t>
            </a:r>
            <a:endParaRPr/>
          </a:p>
          <a:p>
            <a:pPr indent="-238125" lvl="0" marL="238125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1" lang="en-US" sz="2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Recall</a:t>
            </a: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 xml:space="preserve"> = TP / (TP + FN) = 8 / (8 + 3) = about 73%</a:t>
            </a:r>
            <a:endParaRPr/>
          </a:p>
          <a:p>
            <a:pPr indent="-285750" lvl="1" marL="666750" marR="0" rtl="0" algn="l">
              <a:spcBef>
                <a:spcPts val="1000"/>
              </a:spcBef>
              <a:spcAft>
                <a:spcPts val="0"/>
              </a:spcAft>
              <a:buClr>
                <a:srgbClr val="F7CAAC"/>
              </a:buClr>
              <a:buSzPts val="2400"/>
              <a:buFont typeface="Courier New"/>
              <a:buChar char="o"/>
            </a:pPr>
            <a:r>
              <a:rPr b="0" i="0" lang="en-US" sz="2000" u="none" cap="none" strike="noStrike">
                <a:solidFill>
                  <a:srgbClr val="F7CAAC"/>
                </a:solidFill>
                <a:latin typeface="Calibri"/>
                <a:ea typeface="Calibri"/>
                <a:cs typeface="Calibri"/>
                <a:sym typeface="Calibri"/>
              </a:rPr>
              <a:t>The model caught 73% of real failures. It missed 3.</a:t>
            </a:r>
            <a:endParaRPr/>
          </a:p>
          <a:p>
            <a:pPr indent="-238125" lvl="0" marL="238125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1" lang="en-US" sz="20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F1 Score</a:t>
            </a: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 xml:space="preserve"> = 2 x (0.80 x 0.73) / (0.80 + 0.73) = about 76%</a:t>
            </a:r>
            <a:endParaRPr/>
          </a:p>
          <a:p>
            <a:pPr indent="-285750" lvl="1" marL="666750" marR="0" rtl="0" algn="l">
              <a:spcBef>
                <a:spcPts val="1000"/>
              </a:spcBef>
              <a:spcAft>
                <a:spcPts val="0"/>
              </a:spcAft>
              <a:buClr>
                <a:srgbClr val="F7CAAC"/>
              </a:buClr>
              <a:buSzPts val="2400"/>
              <a:buFont typeface="Courier New"/>
              <a:buChar char="o"/>
            </a:pPr>
            <a:r>
              <a:rPr b="0" i="0" lang="en-US" sz="2000" u="none" cap="none" strike="noStrike">
                <a:solidFill>
                  <a:srgbClr val="F7CAAC"/>
                </a:solidFill>
                <a:latin typeface="Calibri"/>
                <a:ea typeface="Calibri"/>
                <a:cs typeface="Calibri"/>
                <a:sym typeface="Calibri"/>
              </a:rPr>
              <a:t>One score that balances catching failures and avoiding false alarms.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89" name="Google Shape;189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616">
              <a:alpha val="80000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"/>
          <p:cNvSpPr/>
          <p:nvPr/>
        </p:nvSpPr>
        <p:spPr>
          <a:xfrm>
            <a:off x="567536" y="600982"/>
            <a:ext cx="8817000" cy="6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1041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4800"/>
              <a:buFont typeface="Mona Sans SemiBold"/>
              <a:buNone/>
            </a:pPr>
            <a:r>
              <a:rPr b="1" lang="en-US" sz="4000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The Problem (manufacturing)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"/>
          <p:cNvSpPr/>
          <p:nvPr/>
        </p:nvSpPr>
        <p:spPr>
          <a:xfrm>
            <a:off x="1079026" y="2445262"/>
            <a:ext cx="4324182" cy="2677321"/>
          </a:xfrm>
          <a:prstGeom prst="roundRect">
            <a:avLst>
              <a:gd fmla="val 5647" name="adj"/>
            </a:avLst>
          </a:prstGeom>
          <a:solidFill>
            <a:srgbClr val="404040"/>
          </a:solidFill>
          <a:ln cap="flat" cmpd="sng" w="7938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"/>
          <p:cNvSpPr/>
          <p:nvPr/>
        </p:nvSpPr>
        <p:spPr>
          <a:xfrm>
            <a:off x="1225895" y="2754083"/>
            <a:ext cx="3637500" cy="2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6666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Mona Sans SemiBold"/>
              <a:buNone/>
            </a:pPr>
            <a:r>
              <a:rPr b="1" lang="en-US" sz="3000">
                <a:solidFill>
                  <a:srgbClr val="FFFFFF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Cost of Downtime</a:t>
            </a:r>
            <a:r>
              <a:rPr b="1" baseline="30000" lang="en-US" sz="3000">
                <a:solidFill>
                  <a:srgbClr val="FFFFFF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1</a:t>
            </a:r>
            <a:endParaRPr baseline="30000"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"/>
          <p:cNvSpPr/>
          <p:nvPr/>
        </p:nvSpPr>
        <p:spPr>
          <a:xfrm>
            <a:off x="1225887" y="3194224"/>
            <a:ext cx="3993292" cy="5292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Funnel Sans"/>
              <a:buNone/>
            </a:pPr>
            <a:r>
              <a:rPr lang="en-US" sz="2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Unplanned downtime costs the world's 500 largest companies about $1.4 trillion a year.</a:t>
            </a:r>
            <a:endParaRPr sz="26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"/>
          <p:cNvSpPr/>
          <p:nvPr/>
        </p:nvSpPr>
        <p:spPr>
          <a:xfrm>
            <a:off x="6641809" y="2445262"/>
            <a:ext cx="4324304" cy="2677321"/>
          </a:xfrm>
          <a:prstGeom prst="roundRect">
            <a:avLst>
              <a:gd fmla="val 5647" name="adj"/>
            </a:avLst>
          </a:prstGeom>
          <a:solidFill>
            <a:srgbClr val="404040"/>
          </a:solidFill>
          <a:ln cap="flat" cmpd="sng" w="7938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33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"/>
          <p:cNvSpPr/>
          <p:nvPr/>
        </p:nvSpPr>
        <p:spPr>
          <a:xfrm>
            <a:off x="6865646" y="2739938"/>
            <a:ext cx="3865000" cy="2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6666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Mona Sans SemiBold"/>
              <a:buNone/>
            </a:pPr>
            <a:r>
              <a:rPr b="1" lang="en-US" sz="3000">
                <a:solidFill>
                  <a:srgbClr val="FFFFFF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Cost per Hour</a:t>
            </a:r>
            <a:r>
              <a:rPr b="1" baseline="30000" lang="en-US" sz="3000">
                <a:solidFill>
                  <a:srgbClr val="FFFFFF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1</a:t>
            </a:r>
            <a:endParaRPr baseline="30000"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"/>
          <p:cNvSpPr/>
          <p:nvPr/>
        </p:nvSpPr>
        <p:spPr>
          <a:xfrm>
            <a:off x="6865649" y="3147656"/>
            <a:ext cx="3169543" cy="5292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Funnel Sans"/>
              <a:buNone/>
            </a:pPr>
            <a:r>
              <a:rPr lang="en-US" sz="2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A large automotive plant loses about $2.3 million for every hour it stands still.</a:t>
            </a:r>
            <a:endParaRPr sz="26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03" name="Google Shape;20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62800" y="0"/>
            <a:ext cx="50292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3"/>
          <p:cNvSpPr/>
          <p:nvPr/>
        </p:nvSpPr>
        <p:spPr>
          <a:xfrm>
            <a:off x="661492" y="701477"/>
            <a:ext cx="6410821" cy="10334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358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3900"/>
              <a:buFont typeface="Mona Sans SemiBold"/>
              <a:buNone/>
            </a:pPr>
            <a:r>
              <a:rPr b="1" lang="en-US" sz="3250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The Solution – Predictive Maintenance</a:t>
            </a:r>
            <a:endParaRPr sz="3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3"/>
          <p:cNvSpPr/>
          <p:nvPr/>
        </p:nvSpPr>
        <p:spPr>
          <a:xfrm>
            <a:off x="542438" y="2144312"/>
            <a:ext cx="3185000" cy="3969000"/>
          </a:xfrm>
          <a:prstGeom prst="roundRect">
            <a:avLst>
              <a:gd fmla="val 3739" name="adj"/>
            </a:avLst>
          </a:prstGeom>
          <a:solidFill>
            <a:srgbClr val="424242">
              <a:alpha val="9490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3"/>
          <p:cNvSpPr/>
          <p:nvPr/>
        </p:nvSpPr>
        <p:spPr>
          <a:xfrm>
            <a:off x="707728" y="2309613"/>
            <a:ext cx="2067421" cy="2584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1950"/>
              <a:buFont typeface="Mona Sans SemiBold"/>
              <a:buNone/>
            </a:pPr>
            <a:r>
              <a:rPr b="1" lang="en-US" sz="1625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Definition</a:t>
            </a:r>
            <a:endParaRPr sz="16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3"/>
          <p:cNvSpPr/>
          <p:nvPr/>
        </p:nvSpPr>
        <p:spPr>
          <a:xfrm>
            <a:off x="707728" y="2733377"/>
            <a:ext cx="2854325" cy="5292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88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Funnel Sans"/>
              <a:buNone/>
            </a:pPr>
            <a:r>
              <a:rPr lang="en-US" sz="1500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Predict failures </a:t>
            </a:r>
            <a:r>
              <a:rPr i="1" lang="en-US" sz="1500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before</a:t>
            </a:r>
            <a:r>
              <a:rPr lang="en-US" sz="1500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 they happen using data.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3"/>
          <p:cNvSpPr/>
          <p:nvPr/>
        </p:nvSpPr>
        <p:spPr>
          <a:xfrm>
            <a:off x="707728" y="3427908"/>
            <a:ext cx="2067421" cy="2584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1950"/>
              <a:buFont typeface="Mona Sans SemiBold"/>
              <a:buNone/>
            </a:pPr>
            <a:r>
              <a:rPr b="1" lang="en-US" sz="1625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How it works</a:t>
            </a:r>
            <a:endParaRPr sz="16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3"/>
          <p:cNvSpPr/>
          <p:nvPr/>
        </p:nvSpPr>
        <p:spPr>
          <a:xfrm>
            <a:off x="707728" y="3851672"/>
            <a:ext cx="2854325" cy="2025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5750" lvl="0" marL="285750" marR="0" rtl="0" algn="l">
              <a:lnSpc>
                <a:spcPct val="13888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Funnel Sans"/>
              <a:buChar char="•"/>
            </a:pPr>
            <a:r>
              <a:rPr lang="en-US" sz="1500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Collect data from machines (temperature, vibration, etc.)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lnSpc>
                <a:spcPct val="138888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Funnel Sans"/>
              <a:buChar char="•"/>
            </a:pPr>
            <a:r>
              <a:rPr lang="en-US" sz="1500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Analyze the data to find patterns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lnSpc>
                <a:spcPct val="138888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Funnel Sans"/>
              <a:buChar char="•"/>
            </a:pPr>
            <a:r>
              <a:rPr lang="en-US" sz="1500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Predict when a failure is likely and take action.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3"/>
          <p:cNvSpPr/>
          <p:nvPr/>
        </p:nvSpPr>
        <p:spPr>
          <a:xfrm>
            <a:off x="4018062" y="2148284"/>
            <a:ext cx="2067421" cy="2584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2400"/>
              <a:buFont typeface="Mona Sans SemiBold"/>
              <a:buNone/>
            </a:pPr>
            <a:r>
              <a:rPr b="1" lang="en-US" sz="2000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Impact</a:t>
            </a:r>
            <a:r>
              <a:rPr b="1" baseline="30000" lang="en-US" sz="2000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3</a:t>
            </a:r>
            <a:endParaRPr baseline="30000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3"/>
          <p:cNvSpPr/>
          <p:nvPr/>
        </p:nvSpPr>
        <p:spPr>
          <a:xfrm>
            <a:off x="4018062" y="2675433"/>
            <a:ext cx="2946797" cy="5458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F8F8F"/>
              </a:buClr>
              <a:buSzPts val="5150"/>
              <a:buFont typeface="Mona Sans SemiBold"/>
              <a:buNone/>
            </a:pPr>
            <a:r>
              <a:rPr b="1" lang="en-US" sz="4292">
                <a:solidFill>
                  <a:srgbClr val="8F8F8F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27</a:t>
            </a:r>
            <a:endParaRPr sz="4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3"/>
          <p:cNvSpPr/>
          <p:nvPr/>
        </p:nvSpPr>
        <p:spPr>
          <a:xfrm>
            <a:off x="4457700" y="3427908"/>
            <a:ext cx="2067421" cy="2584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Clr>
                <a:srgbClr val="8F8F8F"/>
              </a:buClr>
              <a:buSzPts val="1950"/>
              <a:buFont typeface="Mona Sans SemiBold"/>
              <a:buNone/>
            </a:pPr>
            <a:r>
              <a:rPr b="1" lang="en-US" sz="1625">
                <a:solidFill>
                  <a:srgbClr val="8F8F8F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Downtime Hours</a:t>
            </a:r>
            <a:endParaRPr sz="16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3"/>
          <p:cNvSpPr/>
          <p:nvPr/>
        </p:nvSpPr>
        <p:spPr>
          <a:xfrm>
            <a:off x="4018062" y="3851672"/>
            <a:ext cx="2946797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8888"/>
              </a:lnSpc>
              <a:spcBef>
                <a:spcPts val="0"/>
              </a:spcBef>
              <a:spcAft>
                <a:spcPts val="0"/>
              </a:spcAft>
              <a:buClr>
                <a:srgbClr val="8F8F8F"/>
              </a:buClr>
              <a:buSzPts val="1800"/>
              <a:buFont typeface="Funnel Sans"/>
              <a:buNone/>
            </a:pPr>
            <a:r>
              <a:rPr lang="en-US" sz="1500">
                <a:solidFill>
                  <a:srgbClr val="8F8F8F"/>
                </a:solidFill>
                <a:latin typeface="Funnel Sans"/>
                <a:ea typeface="Funnel Sans"/>
                <a:cs typeface="Funnel Sans"/>
                <a:sym typeface="Funnel Sans"/>
              </a:rPr>
              <a:t>Per plant each month in 2024, down from 39 in 2019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3"/>
          <p:cNvSpPr/>
          <p:nvPr/>
        </p:nvSpPr>
        <p:spPr>
          <a:xfrm>
            <a:off x="4018062" y="4529633"/>
            <a:ext cx="2946797" cy="5458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F8F8F"/>
              </a:buClr>
              <a:buSzPts val="5150"/>
              <a:buFont typeface="Mona Sans SemiBold"/>
              <a:buNone/>
            </a:pPr>
            <a:r>
              <a:rPr b="1" lang="en-US" sz="4292">
                <a:solidFill>
                  <a:srgbClr val="8F8F8F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2x</a:t>
            </a:r>
            <a:endParaRPr sz="4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3"/>
          <p:cNvSpPr/>
          <p:nvPr/>
        </p:nvSpPr>
        <p:spPr>
          <a:xfrm>
            <a:off x="4457700" y="5282108"/>
            <a:ext cx="2067421" cy="2584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Clr>
                <a:srgbClr val="8F8F8F"/>
              </a:buClr>
              <a:buSzPts val="1950"/>
              <a:buFont typeface="Mona Sans SemiBold"/>
              <a:buNone/>
            </a:pPr>
            <a:r>
              <a:rPr b="1" lang="en-US" sz="1625">
                <a:solidFill>
                  <a:srgbClr val="8F8F8F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More PdM Teams</a:t>
            </a:r>
            <a:endParaRPr sz="16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3"/>
          <p:cNvSpPr/>
          <p:nvPr/>
        </p:nvSpPr>
        <p:spPr>
          <a:xfrm>
            <a:off x="4018062" y="5705875"/>
            <a:ext cx="3185000" cy="26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8888"/>
              </a:lnSpc>
              <a:spcBef>
                <a:spcPts val="0"/>
              </a:spcBef>
              <a:spcAft>
                <a:spcPts val="0"/>
              </a:spcAft>
              <a:buClr>
                <a:srgbClr val="8F8F8F"/>
              </a:buClr>
              <a:buSzPts val="1800"/>
              <a:buFont typeface="Funnel Sans"/>
              <a:buNone/>
            </a:pPr>
            <a:r>
              <a:rPr lang="en-US" sz="1500">
                <a:solidFill>
                  <a:srgbClr val="8F8F8F"/>
                </a:solidFill>
                <a:latin typeface="Funnel Sans"/>
                <a:ea typeface="Funnel Sans"/>
                <a:cs typeface="Funnel Sans"/>
                <a:sym typeface="Funnel Sans"/>
              </a:rPr>
              <a:t>Almost half of firms now have predictive maintenance teams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41" name="Google Shape;24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5"/>
          <p:cNvSpPr/>
          <p:nvPr/>
        </p:nvSpPr>
        <p:spPr>
          <a:xfrm>
            <a:off x="0" y="-17463"/>
            <a:ext cx="12192000" cy="6858000"/>
          </a:xfrm>
          <a:prstGeom prst="rect">
            <a:avLst/>
          </a:prstGeom>
          <a:solidFill>
            <a:srgbClr val="181616">
              <a:alpha val="80000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5"/>
          <p:cNvSpPr/>
          <p:nvPr/>
        </p:nvSpPr>
        <p:spPr>
          <a:xfrm>
            <a:off x="661501" y="977208"/>
            <a:ext cx="9338750" cy="47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358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3900"/>
              <a:buFont typeface="Mona Sans SemiBold"/>
              <a:buNone/>
            </a:pPr>
            <a:r>
              <a:rPr b="1" lang="en-US" sz="3250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Machine Learning &amp; Supervised Learning</a:t>
            </a:r>
            <a:endParaRPr sz="3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5"/>
          <p:cNvSpPr/>
          <p:nvPr/>
        </p:nvSpPr>
        <p:spPr>
          <a:xfrm>
            <a:off x="377131" y="1741984"/>
            <a:ext cx="5470922" cy="4138810"/>
          </a:xfrm>
          <a:prstGeom prst="roundRect">
            <a:avLst>
              <a:gd fmla="val 2877" name="adj"/>
            </a:avLst>
          </a:prstGeom>
          <a:solidFill>
            <a:srgbClr val="1A1A2E">
              <a:alpha val="9490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5"/>
          <p:cNvSpPr/>
          <p:nvPr/>
        </p:nvSpPr>
        <p:spPr>
          <a:xfrm>
            <a:off x="542444" y="1907290"/>
            <a:ext cx="4884500" cy="2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2400"/>
              <a:buFont typeface="Mona Sans SemiBold"/>
              <a:buNone/>
            </a:pPr>
            <a:r>
              <a:rPr b="1" lang="en-US" sz="2000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What is Machine Learning?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5"/>
          <p:cNvSpPr/>
          <p:nvPr/>
        </p:nvSpPr>
        <p:spPr>
          <a:xfrm>
            <a:off x="542429" y="2377230"/>
            <a:ext cx="5140325" cy="5870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5750" lvl="0" marL="28575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Funnel Sans"/>
              <a:buChar char="•"/>
            </a:pPr>
            <a:r>
              <a:rPr lang="en-US" sz="1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Allowing a machine to learn patterns from data (pre-set algorithms)</a:t>
            </a:r>
            <a:endParaRPr sz="16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Funnel Sans"/>
              <a:buChar char="•"/>
            </a:pPr>
            <a:r>
              <a:rPr lang="en-US" sz="1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Use those patterns to make predictions</a:t>
            </a:r>
            <a:endParaRPr sz="16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5"/>
          <p:cNvSpPr/>
          <p:nvPr/>
        </p:nvSpPr>
        <p:spPr>
          <a:xfrm>
            <a:off x="508609" y="3535541"/>
            <a:ext cx="4685000" cy="2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2400"/>
              <a:buFont typeface="Mona Sans SemiBold"/>
              <a:buNone/>
            </a:pPr>
            <a:r>
              <a:rPr b="1" lang="en-US" sz="2000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What is Supervised Learning?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5"/>
          <p:cNvSpPr/>
          <p:nvPr/>
        </p:nvSpPr>
        <p:spPr>
          <a:xfrm>
            <a:off x="508595" y="3959302"/>
            <a:ext cx="5140325" cy="8516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5750" lvl="0" marL="28575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Funnel Sans"/>
              <a:buChar char="•"/>
            </a:pPr>
            <a:r>
              <a:rPr lang="en-US" sz="1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A type of machine learning that learns from labeled data</a:t>
            </a:r>
            <a:endParaRPr sz="16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Funnel Sans"/>
              <a:buChar char="•"/>
            </a:pPr>
            <a:r>
              <a:rPr lang="en-US" sz="1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Data includes: </a:t>
            </a:r>
            <a:r>
              <a:rPr b="1" lang="en-US" sz="1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Inputs</a:t>
            </a:r>
            <a:r>
              <a:rPr lang="en-US" sz="1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 (machine measurements) and </a:t>
            </a:r>
            <a:r>
              <a:rPr b="1" lang="en-US" sz="1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Outputs</a:t>
            </a:r>
            <a:r>
              <a:rPr lang="en-US" sz="1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 or </a:t>
            </a:r>
            <a:r>
              <a:rPr b="1" lang="en-US" sz="1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Labels</a:t>
            </a:r>
            <a:r>
              <a:rPr lang="en-US" sz="1667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 (failure or no failure)</a:t>
            </a:r>
            <a:endParaRPr sz="16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5"/>
          <p:cNvSpPr/>
          <p:nvPr/>
        </p:nvSpPr>
        <p:spPr>
          <a:xfrm>
            <a:off x="6267801" y="1741983"/>
            <a:ext cx="5298968" cy="4865232"/>
          </a:xfrm>
          <a:prstGeom prst="roundRect">
            <a:avLst>
              <a:gd fmla="val 2877" name="adj"/>
            </a:avLst>
          </a:prstGeom>
          <a:solidFill>
            <a:srgbClr val="1A1A2E">
              <a:alpha val="9490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5"/>
          <p:cNvSpPr/>
          <p:nvPr/>
        </p:nvSpPr>
        <p:spPr>
          <a:xfrm>
            <a:off x="6350287" y="1907291"/>
            <a:ext cx="4535750" cy="2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1950"/>
              <a:buFont typeface="Mona Sans SemiBold"/>
              <a:buNone/>
            </a:pPr>
            <a:r>
              <a:rPr b="1" lang="en-US" sz="1625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Example (simplified data)</a:t>
            </a:r>
            <a:endParaRPr sz="16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5"/>
          <p:cNvSpPr/>
          <p:nvPr/>
        </p:nvSpPr>
        <p:spPr>
          <a:xfrm>
            <a:off x="6314976" y="2219473"/>
            <a:ext cx="5133975" cy="4273402"/>
          </a:xfrm>
          <a:prstGeom prst="roundRect">
            <a:avLst>
              <a:gd fmla="val 2078" name="adj"/>
            </a:avLst>
          </a:prstGeom>
          <a:noFill/>
          <a:ln cap="flat" cmpd="sng" w="7938">
            <a:solidFill>
              <a:srgbClr val="FFFFFF">
                <a:alpha val="2392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5"/>
          <p:cNvSpPr/>
          <p:nvPr/>
        </p:nvSpPr>
        <p:spPr>
          <a:xfrm>
            <a:off x="6321326" y="2225823"/>
            <a:ext cx="5127625" cy="475754"/>
          </a:xfrm>
          <a:prstGeom prst="rect">
            <a:avLst/>
          </a:prstGeom>
          <a:solidFill>
            <a:srgbClr val="FFFFFF">
              <a:alpha val="392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5"/>
          <p:cNvSpPr/>
          <p:nvPr/>
        </p:nvSpPr>
        <p:spPr>
          <a:xfrm>
            <a:off x="6019701" y="2312169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b="1"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Temperature (K)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5"/>
          <p:cNvSpPr/>
          <p:nvPr/>
        </p:nvSpPr>
        <p:spPr>
          <a:xfrm>
            <a:off x="9529365" y="2312169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b="1"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Failure (0 or 1)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5"/>
          <p:cNvSpPr/>
          <p:nvPr/>
        </p:nvSpPr>
        <p:spPr>
          <a:xfrm>
            <a:off x="6321326" y="2701578"/>
            <a:ext cx="5127625" cy="475754"/>
          </a:xfrm>
          <a:prstGeom prst="rect">
            <a:avLst/>
          </a:prstGeom>
          <a:solidFill>
            <a:srgbClr val="000000">
              <a:alpha val="392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5"/>
          <p:cNvSpPr/>
          <p:nvPr/>
        </p:nvSpPr>
        <p:spPr>
          <a:xfrm>
            <a:off x="6019701" y="2787923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308.5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5"/>
          <p:cNvSpPr/>
          <p:nvPr/>
        </p:nvSpPr>
        <p:spPr>
          <a:xfrm>
            <a:off x="9529365" y="2787923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0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5"/>
          <p:cNvSpPr/>
          <p:nvPr/>
        </p:nvSpPr>
        <p:spPr>
          <a:xfrm>
            <a:off x="6321326" y="3177332"/>
            <a:ext cx="5127625" cy="475754"/>
          </a:xfrm>
          <a:prstGeom prst="rect">
            <a:avLst/>
          </a:prstGeom>
          <a:solidFill>
            <a:srgbClr val="FFFFFF">
              <a:alpha val="392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5"/>
          <p:cNvSpPr/>
          <p:nvPr/>
        </p:nvSpPr>
        <p:spPr>
          <a:xfrm>
            <a:off x="6019701" y="3263677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310.0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5"/>
          <p:cNvSpPr/>
          <p:nvPr/>
        </p:nvSpPr>
        <p:spPr>
          <a:xfrm>
            <a:off x="9529365" y="3263677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1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5"/>
          <p:cNvSpPr/>
          <p:nvPr/>
        </p:nvSpPr>
        <p:spPr>
          <a:xfrm>
            <a:off x="6321326" y="3653086"/>
            <a:ext cx="5127625" cy="475754"/>
          </a:xfrm>
          <a:prstGeom prst="rect">
            <a:avLst/>
          </a:prstGeom>
          <a:solidFill>
            <a:srgbClr val="000000">
              <a:alpha val="392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5"/>
          <p:cNvSpPr/>
          <p:nvPr/>
        </p:nvSpPr>
        <p:spPr>
          <a:xfrm>
            <a:off x="6019701" y="3739431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309.2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5"/>
          <p:cNvSpPr/>
          <p:nvPr/>
        </p:nvSpPr>
        <p:spPr>
          <a:xfrm>
            <a:off x="9529365" y="3739431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0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5"/>
          <p:cNvSpPr/>
          <p:nvPr/>
        </p:nvSpPr>
        <p:spPr>
          <a:xfrm>
            <a:off x="6321326" y="4128839"/>
            <a:ext cx="5127625" cy="475754"/>
          </a:xfrm>
          <a:prstGeom prst="rect">
            <a:avLst/>
          </a:prstGeom>
          <a:solidFill>
            <a:srgbClr val="FFFFFF">
              <a:alpha val="392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5"/>
          <p:cNvSpPr/>
          <p:nvPr/>
        </p:nvSpPr>
        <p:spPr>
          <a:xfrm>
            <a:off x="6019701" y="4215185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310.7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5"/>
          <p:cNvSpPr/>
          <p:nvPr/>
        </p:nvSpPr>
        <p:spPr>
          <a:xfrm>
            <a:off x="9529365" y="4215185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1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5"/>
          <p:cNvSpPr/>
          <p:nvPr/>
        </p:nvSpPr>
        <p:spPr>
          <a:xfrm>
            <a:off x="6321326" y="4604593"/>
            <a:ext cx="5127625" cy="475754"/>
          </a:xfrm>
          <a:prstGeom prst="rect">
            <a:avLst/>
          </a:prstGeom>
          <a:solidFill>
            <a:srgbClr val="000000">
              <a:alpha val="392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5"/>
          <p:cNvSpPr/>
          <p:nvPr/>
        </p:nvSpPr>
        <p:spPr>
          <a:xfrm>
            <a:off x="6019701" y="4690938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311.3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5"/>
          <p:cNvSpPr/>
          <p:nvPr/>
        </p:nvSpPr>
        <p:spPr>
          <a:xfrm>
            <a:off x="9529365" y="4690938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0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5"/>
          <p:cNvSpPr/>
          <p:nvPr/>
        </p:nvSpPr>
        <p:spPr>
          <a:xfrm>
            <a:off x="6308626" y="6001495"/>
            <a:ext cx="5133975" cy="475754"/>
          </a:xfrm>
          <a:prstGeom prst="rect">
            <a:avLst/>
          </a:prstGeom>
          <a:solidFill>
            <a:srgbClr val="FFFFFF">
              <a:alpha val="392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5"/>
          <p:cNvSpPr/>
          <p:nvPr/>
        </p:nvSpPr>
        <p:spPr>
          <a:xfrm>
            <a:off x="6314976" y="5080348"/>
            <a:ext cx="5127625" cy="475754"/>
          </a:xfrm>
          <a:prstGeom prst="rect">
            <a:avLst/>
          </a:prstGeom>
          <a:solidFill>
            <a:srgbClr val="FFFFFF">
              <a:alpha val="392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5"/>
          <p:cNvSpPr/>
          <p:nvPr/>
        </p:nvSpPr>
        <p:spPr>
          <a:xfrm>
            <a:off x="6019701" y="5166692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308.9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5"/>
          <p:cNvSpPr/>
          <p:nvPr/>
        </p:nvSpPr>
        <p:spPr>
          <a:xfrm>
            <a:off x="9529365" y="5166692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0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5"/>
          <p:cNvSpPr/>
          <p:nvPr/>
        </p:nvSpPr>
        <p:spPr>
          <a:xfrm>
            <a:off x="6321326" y="5572619"/>
            <a:ext cx="5127625" cy="475754"/>
          </a:xfrm>
          <a:prstGeom prst="rect">
            <a:avLst/>
          </a:prstGeom>
          <a:solidFill>
            <a:srgbClr val="000000">
              <a:alpha val="3921"/>
            </a:srgbClr>
          </a:solidFill>
          <a:ln>
            <a:noFill/>
          </a:ln>
        </p:spPr>
        <p:txBody>
          <a:bodyPr anchorCtr="0" anchor="t" bIns="38083" lIns="76188" spcFirstLastPara="1" rIns="76188" wrap="square" tIns="38083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5"/>
          <p:cNvSpPr/>
          <p:nvPr/>
        </p:nvSpPr>
        <p:spPr>
          <a:xfrm>
            <a:off x="7770118" y="2323422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b="1"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Vibration (mm/s)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5"/>
          <p:cNvSpPr/>
          <p:nvPr/>
        </p:nvSpPr>
        <p:spPr>
          <a:xfrm>
            <a:off x="7770118" y="2799177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4.3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5"/>
          <p:cNvSpPr/>
          <p:nvPr/>
        </p:nvSpPr>
        <p:spPr>
          <a:xfrm>
            <a:off x="7770118" y="3274930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4.2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5"/>
          <p:cNvSpPr/>
          <p:nvPr/>
        </p:nvSpPr>
        <p:spPr>
          <a:xfrm>
            <a:off x="7770118" y="3750684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2.5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5"/>
          <p:cNvSpPr/>
          <p:nvPr/>
        </p:nvSpPr>
        <p:spPr>
          <a:xfrm>
            <a:off x="7770118" y="4226438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3.9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5"/>
          <p:cNvSpPr/>
          <p:nvPr/>
        </p:nvSpPr>
        <p:spPr>
          <a:xfrm>
            <a:off x="7770118" y="4702192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2.4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5"/>
          <p:cNvSpPr/>
          <p:nvPr/>
        </p:nvSpPr>
        <p:spPr>
          <a:xfrm>
            <a:off x="7770118" y="5177946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3.8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5"/>
          <p:cNvSpPr/>
          <p:nvPr/>
        </p:nvSpPr>
        <p:spPr>
          <a:xfrm>
            <a:off x="6019701" y="5638484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311.5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5"/>
          <p:cNvSpPr/>
          <p:nvPr/>
        </p:nvSpPr>
        <p:spPr>
          <a:xfrm>
            <a:off x="6019701" y="6093882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310.1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5"/>
          <p:cNvSpPr/>
          <p:nvPr/>
        </p:nvSpPr>
        <p:spPr>
          <a:xfrm>
            <a:off x="9529365" y="5624977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1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5"/>
          <p:cNvSpPr/>
          <p:nvPr/>
        </p:nvSpPr>
        <p:spPr>
          <a:xfrm>
            <a:off x="9529365" y="6100730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0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5"/>
          <p:cNvSpPr/>
          <p:nvPr/>
        </p:nvSpPr>
        <p:spPr>
          <a:xfrm>
            <a:off x="7770118" y="5636230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4.3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5"/>
          <p:cNvSpPr/>
          <p:nvPr/>
        </p:nvSpPr>
        <p:spPr>
          <a:xfrm>
            <a:off x="7770118" y="6111983"/>
            <a:ext cx="2230041" cy="264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129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Funnel Sans"/>
              <a:buNone/>
            </a:pPr>
            <a:r>
              <a:rPr lang="en-US" sz="1292">
                <a:solidFill>
                  <a:srgbClr val="FFFFFF"/>
                </a:solidFill>
                <a:latin typeface="Funnel Sans"/>
                <a:ea typeface="Funnel Sans"/>
                <a:cs typeface="Funnel Sans"/>
                <a:sym typeface="Funnel Sans"/>
              </a:rPr>
              <a:t>2.2</a:t>
            </a:r>
            <a:endParaRPr sz="129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2" name="Google Shape;292;g3d364870ea6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33729" y="127000"/>
            <a:ext cx="8144765" cy="660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g3d364870ea6_0_0"/>
          <p:cNvSpPr/>
          <p:nvPr/>
        </p:nvSpPr>
        <p:spPr>
          <a:xfrm>
            <a:off x="195224" y="3221499"/>
            <a:ext cx="3638500" cy="41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359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3900"/>
              <a:buFont typeface="Mona Sans SemiBold"/>
              <a:buNone/>
            </a:pPr>
            <a:r>
              <a:rPr b="1" lang="en-US" sz="3250">
                <a:solidFill>
                  <a:srgbClr val="DDDDDD"/>
                </a:solidFill>
                <a:latin typeface="Mona Sans SemiBold"/>
                <a:ea typeface="Mona Sans SemiBold"/>
                <a:cs typeface="Mona Sans SemiBold"/>
                <a:sym typeface="Mona Sans SemiBold"/>
              </a:rPr>
              <a:t>Orange Canvas</a:t>
            </a:r>
            <a:endParaRPr sz="3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 sz="44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Day 3 Agenda</a:t>
            </a:r>
          </a:p>
        </p:txBody>
      </p:sp>
      <p:sp>
        <p:nvSpPr>
          <p:cNvPr id="613" name="Google Shape;613;p1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b="1" sz="2400" lang="en-US"/>
              <a:t>0:00  </a:t>
            </a:r>
            <a:r>
              <a:rPr sz="2400" lang="en-US"/>
              <a:t xml:space="preserve">Welcome and Day 2 recap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b="1" sz="2400" lang="en-US"/>
              <a:t>0:10  </a:t>
            </a:r>
            <a:r>
              <a:rPr sz="2400" lang="en-US"/>
              <a:t xml:space="preserve">Why downtime matters and how predictive maintenance works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b="1" sz="2400" lang="en-US"/>
              <a:t>0:20  </a:t>
            </a:r>
            <a:r>
              <a:rPr sz="2400" lang="en-US"/>
              <a:t xml:space="preserve">Machine learning basics and how to judge a model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b="1" sz="2400" lang="en-US"/>
              <a:t>0:50  </a:t>
            </a:r>
            <a:r>
              <a:rPr sz="2400" lang="en-US"/>
              <a:t xml:space="preserve">Hands on: predict machine failures in Orange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b="1" sz="2400" lang="en-US"/>
              <a:t>1:35  </a:t>
            </a:r>
            <a:r>
              <a:rPr sz="2400" lang="en-US"/>
              <a:t xml:space="preserve">Break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b="1" sz="2400" lang="en-US"/>
              <a:t>1:45  </a:t>
            </a:r>
            <a:r>
              <a:rPr sz="2400" lang="en-US"/>
              <a:t xml:space="preserve">Demo: the same model in Python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b="1" sz="2400" lang="en-US"/>
              <a:t>2:00  </a:t>
            </a:r>
            <a:r>
              <a:rPr sz="2400" lang="en-US"/>
              <a:t xml:space="preserve">Implementation: AI readiness and your first pilot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b="1" sz="2400" lang="en-US"/>
              <a:t>2:45  </a:t>
            </a:r>
            <a:r>
              <a:rPr sz="2400" lang="en-US"/>
              <a:t xml:space="preserve">Key takeaways and questions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 sz="44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Demo: The Same Model in Python</a:t>
            </a:r>
          </a:p>
        </p:txBody>
      </p:sp>
      <p:sp>
        <p:nvSpPr>
          <p:cNvPr id="613" name="Google Shape;613;p1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0" lvl="0" marL="2286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sz="2600" lang="en-US"/>
              <a:t>Open the Predictive Maintenance ML Demo on the course GitHub page.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sz="2600" lang="en-US"/>
              <a:t>Click Open in Codespaces, open the notebook, and click Run All.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sz="2600" lang="en-US"/>
              <a:t>Same idea as Orange: sensor data in, failure prediction out.</a:t>
            </a:r>
          </a:p>
          <a:p>
            <a:pPr indent="-254000" lvl="0" marL="2286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000"/>
              <a:buChar char="▪"/>
            </a:pPr>
            <a:r>
              <a:rPr sz="2600" lang="en-US"/>
              <a:t>You do not need to code. This is what a data team would build next.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2_IntelNewBrand">
  <a:themeElements>
    <a:clrScheme name="Intel2020">
      <a:dk1>
        <a:srgbClr val="525252"/>
      </a:dk1>
      <a:lt1>
        <a:srgbClr val="FFFFFF"/>
      </a:lt1>
      <a:dk2>
        <a:srgbClr val="004A86"/>
      </a:dk2>
      <a:lt2>
        <a:srgbClr val="FFFFFF"/>
      </a:lt2>
      <a:accent1>
        <a:srgbClr val="0068B5"/>
      </a:accent1>
      <a:accent2>
        <a:srgbClr val="00C7FD"/>
      </a:accent2>
      <a:accent3>
        <a:srgbClr val="FEC91B"/>
      </a:accent3>
      <a:accent4>
        <a:srgbClr val="E96115"/>
      </a:accent4>
      <a:accent5>
        <a:srgbClr val="8F5DA2"/>
      </a:accent5>
      <a:accent6>
        <a:srgbClr val="8BAE46"/>
      </a:accent6>
      <a:hlink>
        <a:srgbClr val="00C7FD"/>
      </a:hlink>
      <a:folHlink>
        <a:srgbClr val="0068B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2021-05-25T09:09:29Z</dcterms:created>
  <dc:creator>Varun Shukla</dc:creator>
</cp:coreProperties>
</file>