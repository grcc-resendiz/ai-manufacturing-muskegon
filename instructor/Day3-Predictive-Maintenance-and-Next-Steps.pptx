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Masters/slideMaster3.xml" ContentType="application/vnd.openxmlformats-officedocument.presentationml.slideMaster+xml"/>
  <Override PartName="/ppt/notesSlides/notesSlide261.xml" ContentType="application/vnd.openxmlformats-officedocument.presentationml.notesSlide+xml"/>
  <Override PartName="/ppt/slides/slide61.xml" ContentType="application/vnd.openxmlformats-officedocument.presentationml.slide+xml"/>
  <Override PartName="/ppt/notesSlides/notesSlide262.xml" ContentType="application/vnd.openxmlformats-officedocument.presentationml.notesSlide+xml"/>
  <Override PartName="/ppt/slides/slide62.xml" ContentType="application/vnd.openxmlformats-officedocument.presentationml.slide+xml"/>
  <Override PartName="/ppt/notesSlides/notesSlide263.xml" ContentType="application/vnd.openxmlformats-officedocument.presentationml.notesSlide+xml"/>
  <Override PartName="/ppt/slides/slide63.xml" ContentType="application/vnd.openxmlformats-officedocument.presentationml.slide+xml"/>
  <Override PartName="/ppt/notesSlides/notesSlide264.xml" ContentType="application/vnd.openxmlformats-officedocument.presentationml.notesSlide+xml"/>
  <Override PartName="/ppt/slides/slide64.xml" ContentType="application/vnd.openxmlformats-officedocument.presentationml.slide+xml"/>
  <Override PartName="/ppt/notesSlides/notesSlide265.xml" ContentType="application/vnd.openxmlformats-officedocument.presentationml.notesSlide+xml"/>
  <Override PartName="/ppt/slides/slide65.xml" ContentType="application/vnd.openxmlformats-officedocument.presentationml.slide+xml"/>
  <Override PartName="/ppt/notesSlides/notesSlide266.xml" ContentType="application/vnd.openxmlformats-officedocument.presentationml.notesSlide+xml"/>
  <Override PartName="/ppt/slides/slide66.xml" ContentType="application/vnd.openxmlformats-officedocument.presentationml.slide+xml"/>
  <Override PartName="/ppt/notesSlides/notesSlide267.xml" ContentType="application/vnd.openxmlformats-officedocument.presentationml.notesSlide+xml"/>
  <Override PartName="/ppt/slides/slide67.xml" ContentType="application/vnd.openxmlformats-officedocument.presentationml.slide+xml"/>
  <Override PartName="/ppt/notesSlides/notesSlide268.xml" ContentType="application/vnd.openxmlformats-officedocument.presentationml.notesSlide+xml"/>
  <Override PartName="/ppt/slides/slide68.xml" ContentType="application/vnd.openxmlformats-officedocument.presentationml.slide+xml"/>
  <Override PartName="/ppt/notesSlides/notesSlide269.xml" ContentType="application/vnd.openxmlformats-officedocument.presentationml.notesSlide+xml"/>
  <Override PartName="/ppt/slides/slide69.xml" ContentType="application/vnd.openxmlformats-officedocument.presentationml.slide+xml"/>
  <Override PartName="/ppt/notesSlides/notesSlide270.xml" ContentType="application/vnd.openxmlformats-officedocument.presentationml.notesSlide+xml"/>
  <Override PartName="/ppt/slides/slide70.xml" ContentType="application/vnd.openxmlformats-officedocument.presentationml.slide+xml"/>
  <Override PartName="/ppt/notesSlides/notesSlide271.xml" ContentType="application/vnd.openxmlformats-officedocument.presentationml.notesSlide+xml"/>
  <Override PartName="/ppt/slides/slide71.xml" ContentType="application/vnd.openxmlformats-officedocument.presentationml.slide+xml"/>
  <Override PartName="/ppt/notesSlides/notesSlide272.xml" ContentType="application/vnd.openxmlformats-officedocument.presentationml.notesSlide+xml"/>
  <Override PartName="/ppt/slides/slide72.xml" ContentType="application/vnd.openxmlformats-officedocument.presentationml.slide+xml"/>
  <Override PartName="/ppt/notesSlides/notesSlide274.xml" ContentType="application/vnd.openxmlformats-officedocument.presentationml.notesSlide+xml"/>
  <Override PartName="/ppt/slides/slide74.xml" ContentType="application/vnd.openxmlformats-officedocument.presentationml.slide+xml"/>
  <Override PartName="/ppt/notesSlides/notesSlide275.xml" ContentType="application/vnd.openxmlformats-officedocument.presentationml.notes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Slides/notesSlide276.xml" ContentType="application/vnd.openxmlformats-officedocument.presentationml.notesSlide+xml"/>
  <Override PartName="/ppt/notesSlides/notesSlide277.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85" r:id="rId4"/>
    <p:sldMasterId id="2147483800" r:id="rId500"/>
  </p:sldMasterIdLst>
  <p:notesMasterIdLst>
    <p:notesMasterId r:id="rId5"/>
  </p:notesMasterIdLst>
  <p:sldIdLst>
    <p:sldId id="256" r:id="rId6"/>
    <p:sldId id="257" r:id="rId7"/>
    <p:sldId id="310" r:id="rId501"/>
    <p:sldId id="296" r:id="rId361"/>
    <p:sldId id="297" r:id="rId371"/>
    <p:sldId id="298" r:id="rId372"/>
    <p:sldId id="299" r:id="rId362"/>
    <p:sldId id="300" r:id="rId363"/>
    <p:sldId id="301" r:id="rId364"/>
    <p:sldId id="302" r:id="rId365"/>
    <p:sldId id="303" r:id="rId366"/>
    <p:sldId id="304" r:id="rId367"/>
    <p:sldId id="305" r:id="rId374"/>
    <p:sldId id="306" r:id="rId368"/>
    <p:sldId id="307" r:id="rId369"/>
    <p:sldId id="308" r:id="rId370"/>
    <p:sldId id="283" r:id="rId33"/>
    <p:sldId id="284" r:id="rId34"/>
    <p:sldId id="285" r:id="rId35"/>
    <p:sldId id="286" r:id="rId36"/>
    <p:sldId id="287" r:id="rId37"/>
    <p:sldId id="309" r:id="rId375"/>
    <p:sldId id="311" r:id="rId502"/>
    <p:sldId id="265" r:id="rId15"/>
    <p:sldId id="289" r:id="rId39"/>
    <p:sldId id="290" r:id="rId40"/>
    <p:sldId id="268" r:id="rId18"/>
    <p:sldId id="291" r:id="rId41"/>
    <p:sldId id="293" r:id="rId43"/>
    <p:sldId id="294" r:id="rId44"/>
  </p:sldIdLst>
  <p:sldSz cy="6858000" cx="12192000"/>
  <p:notesSz cx="6858000" cy="9144000"/>
  <p:embeddedFontLst>
    <p:embeddedFont>
      <p:font typeface="Play"/>
      <p:regular r:id="rId45"/>
      <p:bold r:id="rId46"/>
    </p:embeddedFont>
    <p:embeddedFont>
      <p:font typeface="Instrument Sans Medium"/>
      <p:regular r:id="rId47"/>
      <p:bold r:id="rId48"/>
      <p:italic r:id="rId49"/>
      <p:boldItalic r:id="rId50"/>
    </p:embeddedFont>
    <p:embeddedFont>
      <p:font typeface="Quattrocento Sans"/>
      <p:regular r:id="rId51"/>
      <p:bold r:id="rId52"/>
      <p:italic r:id="rId53"/>
      <p:boldItalic r:id="rId54"/>
    </p:embeddedFont>
    <p:embeddedFont>
      <p:font typeface="Helvetica Neue"/>
      <p:regular r:id="rId55"/>
      <p:bold r:id="rId56"/>
      <p:italic r:id="rId57"/>
      <p:boldItalic r:id="rId58"/>
    </p:embeddedFont>
    <p:embeddedFont>
      <p:font typeface="Open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3" roundtripDataSignature="AMtx7mjEZ3avSO2br10BRwhPd8Iql27e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15" Type="http://schemas.openxmlformats.org/officeDocument/2006/relationships/slide" Target="slides/slide10.xml"/><Relationship Id="rId18" Type="http://schemas.openxmlformats.org/officeDocument/2006/relationships/slide" Target="slides/slide13.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font" Target="fonts/Play-regular.fntdata"/><Relationship Id="rId46" Type="http://schemas.openxmlformats.org/officeDocument/2006/relationships/font" Target="fonts/Play-bold.fntdata"/><Relationship Id="rId47" Type="http://schemas.openxmlformats.org/officeDocument/2006/relationships/font" Target="fonts/InstrumentSansMedium-regular.fntdata"/><Relationship Id="rId48" Type="http://schemas.openxmlformats.org/officeDocument/2006/relationships/font" Target="fonts/InstrumentSansMedium-bold.fntdata"/><Relationship Id="rId49" Type="http://schemas.openxmlformats.org/officeDocument/2006/relationships/font" Target="fonts/InstrumentSansMedium-italic.fntdata"/><Relationship Id="rId50" Type="http://schemas.openxmlformats.org/officeDocument/2006/relationships/font" Target="fonts/InstrumentSansMedium-boldItalic.fntdata"/><Relationship Id="rId51" Type="http://schemas.openxmlformats.org/officeDocument/2006/relationships/font" Target="fonts/QuattrocentoSans-regular.fntdata"/><Relationship Id="rId52" Type="http://schemas.openxmlformats.org/officeDocument/2006/relationships/font" Target="fonts/QuattrocentoSans-bold.fntdata"/><Relationship Id="rId53" Type="http://schemas.openxmlformats.org/officeDocument/2006/relationships/font" Target="fonts/QuattrocentoSans-italic.fntdata"/><Relationship Id="rId54" Type="http://schemas.openxmlformats.org/officeDocument/2006/relationships/font" Target="fonts/QuattrocentoSans-boldItalic.fntdata"/><Relationship Id="rId55" Type="http://schemas.openxmlformats.org/officeDocument/2006/relationships/font" Target="fonts/HelveticaNeue-regular.fntdata"/><Relationship Id="rId56" Type="http://schemas.openxmlformats.org/officeDocument/2006/relationships/font" Target="fonts/HelveticaNeue-bold.fntdata"/><Relationship Id="rId57" Type="http://schemas.openxmlformats.org/officeDocument/2006/relationships/font" Target="fonts/HelveticaNeue-italic.fntdata"/><Relationship Id="rId58" Type="http://schemas.openxmlformats.org/officeDocument/2006/relationships/font" Target="fonts/HelveticaNeue-boldItalic.fntdata"/><Relationship Id="rId59" Type="http://schemas.openxmlformats.org/officeDocument/2006/relationships/font" Target="fonts/OpenSans-regular.fntdata"/><Relationship Id="rId60" Type="http://schemas.openxmlformats.org/officeDocument/2006/relationships/font" Target="fonts/OpenSans-bold.fntdata"/><Relationship Id="rId61" Type="http://schemas.openxmlformats.org/officeDocument/2006/relationships/font" Target="fonts/OpenSans-italic.fntdata"/><Relationship Id="rId62" Type="http://schemas.openxmlformats.org/officeDocument/2006/relationships/font" Target="fonts/OpenSans-boldItalic.fntdata"/><Relationship Id="rId63" Type="http://customschemas.google.com/relationships/presentationmetadata" Target="metadata"/><Relationship Id="rId361" Type="http://schemas.openxmlformats.org/officeDocument/2006/relationships/slide" Target="slides/slide61.xml"/><Relationship Id="rId362" Type="http://schemas.openxmlformats.org/officeDocument/2006/relationships/slide" Target="slides/slide62.xml"/><Relationship Id="rId363" Type="http://schemas.openxmlformats.org/officeDocument/2006/relationships/slide" Target="slides/slide63.xml"/><Relationship Id="rId364" Type="http://schemas.openxmlformats.org/officeDocument/2006/relationships/slide" Target="slides/slide64.xml"/><Relationship Id="rId365" Type="http://schemas.openxmlformats.org/officeDocument/2006/relationships/slide" Target="slides/slide65.xml"/><Relationship Id="rId366" Type="http://schemas.openxmlformats.org/officeDocument/2006/relationships/slide" Target="slides/slide66.xml"/><Relationship Id="rId367" Type="http://schemas.openxmlformats.org/officeDocument/2006/relationships/slide" Target="slides/slide67.xml"/><Relationship Id="rId368" Type="http://schemas.openxmlformats.org/officeDocument/2006/relationships/slide" Target="slides/slide68.xml"/><Relationship Id="rId369" Type="http://schemas.openxmlformats.org/officeDocument/2006/relationships/slide" Target="slides/slide69.xml"/><Relationship Id="rId370" Type="http://schemas.openxmlformats.org/officeDocument/2006/relationships/slide" Target="slides/slide70.xml"/><Relationship Id="rId371" Type="http://schemas.openxmlformats.org/officeDocument/2006/relationships/slide" Target="slides/slide71.xml"/><Relationship Id="rId372" Type="http://schemas.openxmlformats.org/officeDocument/2006/relationships/slide" Target="slides/slide72.xml"/><Relationship Id="rId374" Type="http://schemas.openxmlformats.org/officeDocument/2006/relationships/slide" Target="slides/slide74.xml"/><Relationship Id="rId375" Type="http://schemas.openxmlformats.org/officeDocument/2006/relationships/slide" Target="slides/slide75.xml"/><Relationship Id="rId500" Type="http://schemas.openxmlformats.org/officeDocument/2006/relationships/slideMaster" Target="slideMasters/slideMaster3.xml"/>  <Relationship Id="rId501" Type="http://schemas.openxmlformats.org/officeDocument/2006/relationships/slide" Target="slides/slide76.xml"/>
  <Relationship Id="rId502" Type="http://schemas.openxmlformats.org/officeDocument/2006/relationships/slide" Target="slides/slide7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7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rtl="0" algn="l">
              <a:spcBef>
                <a:spcPts val="0"/>
              </a:spcBef>
              <a:spcAft>
                <a:spcPts val="0"/>
              </a:spcAft>
              <a:buNone/>
            </a:pPr>
            <a:r>
              <a:t/>
            </a:r>
            <a:endParaRPr/>
          </a:p>
        </p:txBody>
      </p:sp>
      <p:sp>
        <p:nvSpPr>
          <p:cNvPr id="484" name="Google Shape;48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Alright, let’s get into the course.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 you have probably gathered, today we have a lot to cover in a short amount of time so please forgive me if I start to talk a little fast.</a:t>
            </a:r>
            <a:endParaRPr/>
          </a:p>
          <a:p>
            <a:pPr indent="0" lvl="0" marL="0" marR="0" rtl="0" algn="l">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rtl="0" algn="l">
              <a:spcBef>
                <a:spcPts val="0"/>
              </a:spcBef>
              <a:spcAft>
                <a:spcPts val="0"/>
              </a:spcAft>
              <a:buNone/>
            </a:pPr>
            <a:r>
              <a:t/>
            </a:r>
            <a:endParaRPr/>
          </a:p>
        </p:txBody>
      </p:sp>
      <p:sp>
        <p:nvSpPr>
          <p:cNvPr id="491" name="Google Shape;49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Last section: move from learning to doing.</a:t>
            </a:r>
          </a:p>
        </p:txBody>
      </p:sp>
      <p:sp>
        <p:nvSpPr>
          <p:cNvPr id="585" name="Google Shape;58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Give 15 minutes to write, then ask 3 or 4 people to share.</a:t>
            </a:r>
          </a:p>
          <a:p>
            <a:r>
              <a:rPr lang="en-US"/>
              <a:t>This is the main takeaway of the training: one small, owned, measurable pilot.</a:t>
            </a:r>
          </a:p>
        </p:txBody>
      </p:sp>
      <p:sp>
        <p:nvSpPr>
          <p:cNvPr id="610" name="Google Shape;61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1" name="Google Shape;80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Hands on, about 45 minutes. Everyone uses the same dataset so we can compare results.</a:t>
            </a:r>
          </a:p>
        </p:txBody>
      </p:sp>
      <p:sp>
        <p:nvSpPr>
          <p:cNvPr id="802" name="Google Shape;80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But back to week 8, here’s the agenda for the ODM section. As you can see, just like python and streamlit, we slowly but surely walk the students through how to install ODM and use it.</a:t>
            </a:r>
            <a:endParaRPr/>
          </a:p>
        </p:txBody>
      </p:sp>
      <p:sp>
        <p:nvSpPr>
          <p:cNvPr id="808" name="Google Shape;80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525252"/>
              </a:buClr>
              <a:buSzPts val="1200"/>
              <a:buFont typeface="Arial"/>
              <a:buNone/>
            </a:pPr>
            <a:fld id="{00000000-1234-1234-1234-123412341234}" type="slidenum">
              <a:rPr b="0" i="0" lang="en-US" sz="1200" u="none" cap="none" strike="noStrike">
                <a:solidFill>
                  <a:srgbClr val="525252"/>
                </a:solidFill>
                <a:latin typeface="Arial"/>
                <a:ea typeface="Arial"/>
                <a:cs typeface="Arial"/>
                <a:sym typeface="Arial"/>
              </a:rPr>
              <a:t>‹#›</a:t>
            </a:fld>
            <a:endParaRPr b="0" i="0" sz="1200" u="none" cap="none" strike="noStrike">
              <a:solidFill>
                <a:srgbClr val="525252"/>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5" name="Google Shape;81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so we take the students through ODM to go from</a:t>
            </a:r>
            <a:endParaRPr/>
          </a:p>
        </p:txBody>
      </p:sp>
      <p:sp>
        <p:nvSpPr>
          <p:cNvPr id="816" name="Google Shape;81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Dataset: data/predictive_maintenance.csv on the course GitHub page. Columns include air and process temperature, rotational speed, torque, tool wear, Target (failure or not), and Failure Type.</a:t>
            </a:r>
          </a:p>
          <a:p>
            <a:r>
              <a:rPr lang="en-US"/>
              <a:t>Set Target as the target variable and ignore UDI and Product ID.</a:t>
            </a:r>
          </a:p>
        </p:txBody>
      </p:sp>
      <p:sp>
        <p:nvSpPr>
          <p:cNvPr id="827" name="Google Shape;82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Their final product that can actively make predictions.</a:t>
            </a:r>
            <a:endParaRPr/>
          </a:p>
        </p:txBody>
      </p:sp>
      <p:sp>
        <p:nvSpPr>
          <p:cNvPr id="837" name="Google Shape;83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5" name="Google Shape;85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Ask each table: what data do you already collect but never use?</a:t>
            </a:r>
          </a:p>
        </p:txBody>
      </p:sp>
      <p:sp>
        <p:nvSpPr>
          <p:cNvPr id="856" name="Google Shape;856;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a:t>Use these four questions to rate the pilot ideas on the next slide.</a:t>
            </a:r>
          </a:p>
        </p:txBody>
      </p:sp>
      <p:sp>
        <p:nvSpPr>
          <p:cNvPr id="863" name="Google Shape;863;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9" name="Google Shape;86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Summarize confidently.</a:t>
            </a:r>
            <a:endParaRPr/>
          </a:p>
        </p:txBody>
      </p:sp>
      <p:sp>
        <p:nvSpPr>
          <p:cNvPr id="870" name="Google Shape;87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Are there any questions?</a:t>
            </a:r>
            <a:endParaRPr/>
          </a:p>
        </p:txBody>
      </p:sp>
      <p:sp>
        <p:nvSpPr>
          <p:cNvPr id="883" name="Google Shape;88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9" name="Google Shape;88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that I’d like to thank you all for your time today.</a:t>
            </a:r>
            <a:endParaRPr/>
          </a:p>
        </p:txBody>
      </p:sp>
      <p:sp>
        <p:nvSpPr>
          <p:cNvPr id="890" name="Google Shape;890;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p:sp>
        <p:nvSpPr>
          <p:cNvPr id="38" name="Google Shape;38;p1: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1: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Opening song: https://youtu.be/7_oRyGmsioc?si=89sv1PxZDn-gfcso</a:t>
            </a:r>
            <a:endParaRPr/>
          </a:p>
        </p:txBody>
      </p:sp>
      <p:sp>
        <p:nvSpPr>
          <p:cNvPr id="40" name="Google Shape;40;p1: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p:sp>
        <p:nvSpPr>
          <p:cNvPr id="46" name="Google Shape;46;g3e15de89eb8_0_2: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47" name="Google Shape;47;g3e15de89eb8_0_2: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8" name="Google Shape;48;g3e15de89eb8_0_2: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p:sp>
        <p:nvSpPr>
          <p:cNvPr id="73" name="Google Shape;73;g3e15de89eb8_0_342: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g3e15de89eb8_0_342: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From Intel Elements of ML Slide 60</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5" name="Google Shape;75;g3e15de89eb8_0_342: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p:sp>
        <p:nvSpPr>
          <p:cNvPr id="80" name="Google Shape;80;g3e15de89eb8_0_464: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g3e15de89eb8_0_464: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Intel Machine Learning Slide 86</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2" name="Google Shape;82;g3e15de89eb8_0_464: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p:sp>
        <p:nvSpPr>
          <p:cNvPr id="87" name="Google Shape;87;g3e15de89eb8_0_586: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g3e15de89eb8_0_586: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Intel Machine Learning slide 112</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9" name="Google Shape;89;g3e15de89eb8_0_586: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p:sp>
        <p:nvSpPr>
          <p:cNvPr id="95" name="Google Shape;95;g3e15de89eb8_0_198:notes"/>
          <p:cNvSpPr/>
          <p:nvPr>
            <p:ph idx="2" type="sldImg"/>
          </p:nvPr>
        </p:nvSpPr>
        <p:spPr>
          <a:custGeom>
            <a:rect b="b" l="l" r="r" t="t"/>
            <a:pathLst>
              <a:path extrusionOk="0" h="120000" w="120000">
                <a:moveTo>
                  <a:pt x="0" y="0"/>
                </a:moveTo>
                <a:lnTo>
                  <a:pt x="120000" y="0"/>
                </a:lnTo>
                <a:lnTo>
                  <a:pt x="120000" y="120000"/>
                </a:lnTo>
                <a:lnTo>
                  <a:pt x="0" y="120000"/>
                </a:lnTo>
                <a:close/>
              </a:path>
            </a:pathLst>
          </a:custGeom>
        </p:spPr>
      </p:sp>
      <p:sp>
        <p:nvSpPr>
          <p:cNvPr id="96" name="Google Shape;96;g3e15de89eb8_0_198:notes"/>
          <p:cNvSpPr txBox="1"/>
          <p:nvPr>
            <p:ph idx="1" type="body"/>
          </p:nvPr>
        </p:nvSpPr>
        <p:spPr>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p:sp>
        <p:nvSpPr>
          <p:cNvPr id="101" name="Google Shape;101;g3e15de89eb8_0_202: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g3e15de89eb8_0_202: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Image from AWS AI practitioner course: </a:t>
            </a:r>
            <a:r>
              <a:rPr b="0" i="0" lang="en-US" sz="1200" u="none" strike="noStrike">
                <a:solidFill>
                  <a:schemeClr val="dk1"/>
                </a:solidFill>
                <a:latin typeface="Arial"/>
                <a:ea typeface="Arial"/>
                <a:cs typeface="Arial"/>
                <a:sym typeface="Arial"/>
              </a:rPr>
              <a:t>Responsible Artificial Intelligence Practices</a:t>
            </a:r>
            <a:endParaRPr/>
          </a:p>
          <a:p>
            <a:pPr indent="0" lvl="0" marL="0" marR="0" rtl="0" algn="l">
              <a:spcBef>
                <a:spcPts val="0"/>
              </a:spcBef>
              <a:spcAft>
                <a:spcPts val="0"/>
              </a:spcAft>
              <a:buNone/>
            </a:pPr>
            <a:r>
              <a:t/>
            </a:r>
            <a:endParaRPr b="0" i="0" sz="1200" u="none" strike="noStrike">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Training and prediction happen at different times and often on different data.</a:t>
            </a:r>
            <a:endParaRPr/>
          </a:p>
          <a:p>
            <a:pPr indent="-171450" lvl="0" marL="17145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A model that performs extremely well on training data can still perform poorly in practice.</a:t>
            </a:r>
            <a:endParaRPr/>
          </a:p>
          <a:p>
            <a:pPr indent="-171450" lvl="0" marL="17145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Overfitting and underfitting represent two different ways a model can fail.</a:t>
            </a:r>
            <a:endParaRPr/>
          </a:p>
          <a:p>
            <a:pPr indent="-171450" lvl="0" marL="17145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The goal is not perfect fit to past data, but good performance on new, unseen data.</a:t>
            </a:r>
            <a:endParaRPr/>
          </a:p>
          <a:p>
            <a:pPr indent="-171450" lvl="0" marL="17145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Model evaluation is how we detect these issues, which becomes important later in the course.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3" name="Google Shape;103;g3e15de89eb8_0_202: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p:sp>
        <p:nvSpPr>
          <p:cNvPr id="128" name="Google Shape;128;g3e15de89eb8_0_710: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g3e15de89eb8_0_710:notes"/>
          <p:cNvSpPr txBox="1"/>
          <p:nvPr>
            <p:ph idx="1" type="body"/>
          </p:nvPr>
        </p:nvSpPr>
        <p:spPr>
          <a:prstGeom prst="rect">
            <a:avLst/>
          </a:prstGeom>
          <a:noFill/>
          <a:ln>
            <a:noFill/>
          </a:ln>
        </p:spPr>
        <p:txBody>
          <a:bodyPr anchorCtr="0" anchor="t" bIns="45700" lIns="91425" spcFirstLastPara="1" rIns="91425" wrap="square" tIns="45700">
            <a:noAutofit/>
          </a:bodyPr>
          <a:lstStyle/>
          <a:p>
            <a:r>
              <a:rPr lang="en-US"/>
              <a:t>Ask: on your floor, which costs more, a missed failure or a false alarm? Same question as the Day 2 pilot discussion.</a:t>
            </a:r>
          </a:p>
        </p:txBody>
      </p:sp>
      <p:sp>
        <p:nvSpPr>
          <p:cNvPr id="130" name="Google Shape;130;g3e15de89eb8_0_710: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p:sp>
        <p:nvSpPr>
          <p:cNvPr id="147" name="Google Shape;147;g3e15de89eb8_0_975: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g3e15de89eb8_0_975: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9" name="Google Shape;149;g3e15de89eb8_0_975: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p:sp>
        <p:nvSpPr>
          <p:cNvPr id="166" name="Google Shape;166;g3e15de89eb8_0_1106: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g3e15de89eb8_0_1106:notes"/>
          <p:cNvSpPr txBox="1"/>
          <p:nvPr>
            <p:ph idx="1" type="body"/>
          </p:nvPr>
        </p:nvSpPr>
        <p:spPr>
          <a:prstGeom prst="rect">
            <a:avLst/>
          </a:prstGeom>
          <a:noFill/>
          <a:ln>
            <a:noFill/>
          </a:ln>
        </p:spPr>
        <p:txBody>
          <a:bodyPr anchorCtr="0" anchor="t" bIns="45700" lIns="91425" spcFirstLastPara="1" rIns="91425" wrap="square" tIns="45700">
            <a:noAutofit/>
          </a:bodyPr>
          <a:lstStyle/>
          <a:p>
            <a:r>
              <a:rPr lang="en-US"/>
              <a:t>Check: (8 + 87) / 100 = 0.95. 8 / 10 = 0.80. 8 / 11 = 0.727. F1 = 2 x 0.80 x 0.727 / 1.527 = 0.762.</a:t>
            </a:r>
          </a:p>
          <a:p>
            <a:r>
              <a:rPr lang="en-US"/>
              <a:t>For maintenance, recall usually matters most: a missed failure means unplanned downtime.</a:t>
            </a:r>
          </a:p>
        </p:txBody>
      </p:sp>
      <p:sp>
        <p:nvSpPr>
          <p:cNvPr id="168" name="Google Shape;168;g3e15de89eb8_0_1106: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p:sp>
        <p:nvSpPr>
          <p:cNvPr id="185" name="Google Shape;185;p2: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2:notes"/>
          <p:cNvSpPr txBox="1"/>
          <p:nvPr>
            <p:ph idx="1" type="body"/>
          </p:nvPr>
        </p:nvSpPr>
        <p:spPr>
          <a:prstGeom prst="rect">
            <a:avLst/>
          </a:prstGeom>
          <a:noFill/>
          <a:ln>
            <a:noFill/>
          </a:ln>
        </p:spPr>
        <p:txBody>
          <a:bodyPr anchorCtr="0" anchor="t" bIns="45700" lIns="91425" spcFirstLastPara="1" rIns="91425" wrap="square" tIns="45700">
            <a:noAutofit/>
          </a:bodyPr>
          <a:lstStyle/>
          <a:p>
            <a:r>
              <a:t>[1] Siemens, The True Cost of Downtime 2024: https://assets.new.siemens.com/siemens/assets/api/uuid:1b43afb5-2d07-47f7-9eb7-893fe7d0bc59/TCOD-2024_original.pdf</a:t>
            </a:r>
          </a:p>
          <a:p/>
          <a:p>
            <a:r>
              <a:t>Slide: The Problem, Unplanned Downtime</a:t>
            </a:r>
          </a:p>
          <a:p>
            <a:r>
              <a:t>$1.4 trillion is about 11% of revenue for the Fortune Global 500.</a:t>
            </a:r>
          </a:p>
          <a:p>
            <a:r>
              <a:t>Ask: what does an hour of downtime cost on your floor?</a:t>
            </a:r>
          </a:p>
        </p:txBody>
      </p:sp>
      <p:sp>
        <p:nvSpPr>
          <p:cNvPr id="187" name="Google Shape;187;p2: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p:sp>
        <p:nvSpPr>
          <p:cNvPr id="199" name="Google Shape;199;p3: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3:notes"/>
          <p:cNvSpPr txBox="1"/>
          <p:nvPr>
            <p:ph idx="1" type="body"/>
          </p:nvPr>
        </p:nvSpPr>
        <p:spPr>
          <a:prstGeom prst="rect">
            <a:avLst/>
          </a:prstGeom>
          <a:noFill/>
          <a:ln>
            <a:noFill/>
          </a:ln>
        </p:spPr>
        <p:txBody>
          <a:bodyPr anchorCtr="0" anchor="t" bIns="45700" lIns="91425" spcFirstLastPara="1" rIns="91425" wrap="square" tIns="45700">
            <a:noAutofit/>
          </a:bodyPr>
          <a:lstStyle/>
          <a:p>
            <a:r>
              <a:t>[3] Siemens, The True Cost of Downtime 2024: https://assets.new.siemens.com/siemens/assets/api/uuid:1b43afb5-2d07-47f7-9eb7-893fe7d0bc59/TCOD-2024_original.pdf</a:t>
            </a:r>
          </a:p>
          <a:p>
            <a:r>
              <a:t>Siemens credits predictive maintenance going mainstream as a critical factor in the drop from 39 to 27 hours.</a:t>
            </a:r>
          </a:p>
          <a:p>
            <a:r>
              <a:t>Almost half of firms surveyed have PdM teams, twice the share in 2019.</a:t>
            </a:r>
          </a:p>
        </p:txBody>
      </p:sp>
      <p:sp>
        <p:nvSpPr>
          <p:cNvPr id="201" name="Google Shape;201;p3: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p:sp>
        <p:nvSpPr>
          <p:cNvPr id="237" name="Google Shape;237;p5:notes"/>
          <p:cNvSpPr/>
          <p:nvPr>
            <p:ph idx="2" type="sldImg"/>
          </p:nvPr>
        </p:nvSpPr>
        <p:spPr>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5:notes"/>
          <p:cNvSpPr txBox="1"/>
          <p:nvPr>
            <p:ph idx="1" type="body"/>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9" name="Google Shape;239;p5:notes"/>
          <p:cNvSpPr txBox="1"/>
          <p:nvPr>
            <p:ph idx="12" type="sldNum"/>
          </p:nvPr>
        </p:nvSpPr>
        <p:spPr>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p:sp>
        <p:nvSpPr>
          <p:cNvPr id="289" name="Google Shape;289;g3d364870ea6_0_0:notes"/>
          <p:cNvSpPr/>
          <p:nvPr>
            <p:ph idx="2" type="sldImg"/>
          </p:nvPr>
        </p:nvSpPr>
        <p:spPr>
          <a:custGeom>
            <a:rect b="b" l="l" r="r" t="t"/>
            <a:pathLst>
              <a:path extrusionOk="0" h="120000" w="120000">
                <a:moveTo>
                  <a:pt x="0" y="0"/>
                </a:moveTo>
                <a:lnTo>
                  <a:pt x="120000" y="0"/>
                </a:lnTo>
                <a:lnTo>
                  <a:pt x="120000" y="120000"/>
                </a:lnTo>
                <a:lnTo>
                  <a:pt x="0" y="120000"/>
                </a:lnTo>
                <a:close/>
              </a:path>
            </a:pathLst>
          </a:custGeom>
        </p:spPr>
      </p:sp>
      <p:sp>
        <p:nvSpPr>
          <p:cNvPr id="290" name="Google Shape;290;g3d364870ea6_0_0:notes"/>
          <p:cNvSpPr txBox="1"/>
          <p:nvPr>
            <p:ph idx="1" type="body"/>
          </p:nvPr>
        </p:nvSpPr>
        <p:spPr>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recap of Day 2: did anyone open their app or model again? What would they change?</a:t>
            </a:r>
          </a:p>
          <a:p>
            <a:r>
              <a:rPr lang="en-US"/>
              <a:t>Today ties everything together and ends with a pilot plan each person takes back to work.</a:t>
            </a:r>
          </a:p>
        </p:txBody>
      </p:sp>
    </p:spTree>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Instructor demo, about 15 minutes. Repo: github.com/grcc-resendiz/kaggle-example (milling machine data with the same sensor columns as the Orange file).</a:t>
            </a:r>
          </a:p>
          <a:p>
            <a:r>
              <a:rPr lang="en-US"/>
              <a:t>Point out the confusion matrix in the notebook and compare it to the one from Orange.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1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3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3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5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7.png"/><Relationship Id="rId4" Type="http://schemas.openxmlformats.org/officeDocument/2006/relationships/image" Target="../media/image1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2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1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1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25.png"/><Relationship Id="rId4" Type="http://schemas.openxmlformats.org/officeDocument/2006/relationships/image" Target="../media/image1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1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0.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pm_image14.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pm_image14.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pm_image14.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pm_image14.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pm_image1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Breaker">
  <p:cSld name="1_Section Breaker">
    <p:spTree>
      <p:nvGrpSpPr>
        <p:cNvPr id="15" name="Shape 15"/>
        <p:cNvGrpSpPr/>
        <p:nvPr/>
      </p:nvGrpSpPr>
      <p:grpSpPr>
        <a:xfrm>
          <a:off x="0" y="0"/>
          <a:ext cx="0" cy="0"/>
          <a:chOff x="0" y="0"/>
          <a:chExt cx="0" cy="0"/>
        </a:xfrm>
      </p:grpSpPr>
      <p:pic>
        <p:nvPicPr>
          <p:cNvPr id="16" name="Google Shape;16;p42"/>
          <p:cNvPicPr preferRelativeResize="0"/>
          <p:nvPr/>
        </p:nvPicPr>
        <p:blipFill rotWithShape="1">
          <a:blip r:embed="rId2">
            <a:alphaModFix/>
          </a:blip>
          <a:srcRect b="0" l="0" r="0" t="0"/>
          <a:stretch/>
        </p:blipFill>
        <p:spPr>
          <a:xfrm>
            <a:off x="0" y="-3174"/>
            <a:ext cx="12202447" cy="6861174"/>
          </a:xfrm>
          <a:prstGeom prst="rect">
            <a:avLst/>
          </a:prstGeom>
          <a:noFill/>
          <a:ln>
            <a:noFill/>
          </a:ln>
        </p:spPr>
      </p:pic>
      <p:sp>
        <p:nvSpPr>
          <p:cNvPr id="17" name="Google Shape;17;p42"/>
          <p:cNvSpPr txBox="1"/>
          <p:nvPr>
            <p:ph type="title"/>
          </p:nvPr>
        </p:nvSpPr>
        <p:spPr>
          <a:xfrm>
            <a:off x="1833785" y="1743334"/>
            <a:ext cx="8781661" cy="18748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2"/>
          <p:cNvSpPr txBox="1"/>
          <p:nvPr>
            <p:ph idx="1" type="body"/>
          </p:nvPr>
        </p:nvSpPr>
        <p:spPr>
          <a:xfrm>
            <a:off x="1833563" y="3710273"/>
            <a:ext cx="5176837" cy="649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p:cSld name="12_divider">
    <p:bg>
      <p:bgPr>
        <a:solidFill>
          <a:srgbClr val="FFE27A"/>
        </a:solidFill>
      </p:bgPr>
    </p:bg>
    <p:spTree>
      <p:nvGrpSpPr>
        <p:cNvPr id="19" name="Shape 19"/>
        <p:cNvGrpSpPr/>
        <p:nvPr/>
      </p:nvGrpSpPr>
      <p:grpSpPr>
        <a:xfrm>
          <a:off x="0" y="0"/>
          <a:ext cx="0" cy="0"/>
          <a:chOff x="0" y="0"/>
          <a:chExt cx="0" cy="0"/>
        </a:xfrm>
      </p:grpSpPr>
      <p:sp>
        <p:nvSpPr>
          <p:cNvPr id="20" name="Google Shape;20;p43"/>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3"/>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43"/>
          <p:cNvSpPr/>
          <p:nvPr>
            <p:ph idx="2" type="pic"/>
          </p:nvPr>
        </p:nvSpPr>
        <p:spPr>
          <a:xfrm>
            <a:off x="874642" y="-695294"/>
            <a:ext cx="6678652" cy="6678652"/>
          </a:xfrm>
          <a:prstGeom prst="flowChartDelay">
            <a:avLst/>
          </a:prstGeom>
          <a:noFill/>
          <a:ln>
            <a:noFill/>
          </a:ln>
        </p:spPr>
      </p:sp>
      <p:sp>
        <p:nvSpPr>
          <p:cNvPr id="23" name="Google Shape;23;p43"/>
          <p:cNvSpPr/>
          <p:nvPr/>
        </p:nvSpPr>
        <p:spPr>
          <a:xfrm>
            <a:off x="0" y="5983356"/>
            <a:ext cx="874643" cy="874643"/>
          </a:xfrm>
          <a:prstGeom prst="rect">
            <a:avLst/>
          </a:prstGeom>
          <a:solidFill>
            <a:srgbClr val="EEB2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4" name="Google Shape;24;p43"/>
          <p:cNvPicPr preferRelativeResize="0"/>
          <p:nvPr/>
        </p:nvPicPr>
        <p:blipFill rotWithShape="1">
          <a:blip r:embed="rId2">
            <a:alphaModFix/>
          </a:blip>
          <a:srcRect b="0" l="0" r="0" t="0"/>
          <a:stretch/>
        </p:blipFill>
        <p:spPr>
          <a:xfrm>
            <a:off x="1352747" y="6253214"/>
            <a:ext cx="1352277" cy="35641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rmal Page">
  <p:cSld name="Normal Page">
    <p:spTree>
      <p:nvGrpSpPr>
        <p:cNvPr id="25" name="Shape 25"/>
        <p:cNvGrpSpPr/>
        <p:nvPr/>
      </p:nvGrpSpPr>
      <p:grpSpPr>
        <a:xfrm>
          <a:off x="0" y="0"/>
          <a:ext cx="0" cy="0"/>
          <a:chOff x="0" y="0"/>
          <a:chExt cx="0" cy="0"/>
        </a:xfrm>
      </p:grpSpPr>
      <p:sp>
        <p:nvSpPr>
          <p:cNvPr id="26" name="Google Shape;26;p44"/>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7" name="Google Shape;27;p44"/>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8" name="Google Shape;28;p44"/>
          <p:cNvSpPr txBox="1"/>
          <p:nvPr>
            <p:ph idx="1" type="body"/>
          </p:nvPr>
        </p:nvSpPr>
        <p:spPr>
          <a:xfrm>
            <a:off x="386557" y="1665697"/>
            <a:ext cx="10515600" cy="3998912"/>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2pPr>
            <a:lvl3pPr indent="-381000" lvl="2" marL="13716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3pPr>
            <a:lvl4pPr indent="-381000" lvl="3" marL="18288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4pPr>
            <a:lvl5pPr indent="-381000" lvl="4" marL="22860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44"/>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30" name="Google Shape;30;p44"/>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31" name="Google Shape;31;p44"/>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sp>
        <p:nvSpPr>
          <p:cNvPr id="33" name="Google Shape;33;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5"/>
          <p:cNvSpPr txBox="1"/>
          <p:nvPr>
            <p:ph idx="12" type="sldNum"/>
          </p:nvPr>
        </p:nvSpPr>
        <p:spPr>
          <a:xfrm>
            <a:off x="11690927" y="6492875"/>
            <a:ext cx="501073" cy="365125"/>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8" name="Shape 38"/>
        <p:cNvGrpSpPr/>
        <p:nvPr/>
      </p:nvGrpSpPr>
      <p:grpSpPr>
        <a:xfrm>
          <a:off x="0" y="0"/>
          <a:ext cx="0" cy="0"/>
          <a:chOff x="0" y="0"/>
          <a:chExt cx="0" cy="0"/>
        </a:xfrm>
      </p:grpSpPr>
      <p:sp>
        <p:nvSpPr>
          <p:cNvPr id="39" name="Google Shape;39;p46"/>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40" name="Google Shape;40;p46"/>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41" name="Shape 41"/>
        <p:cNvGrpSpPr/>
        <p:nvPr/>
      </p:nvGrpSpPr>
      <p:grpSpPr>
        <a:xfrm>
          <a:off x="0" y="0"/>
          <a:ext cx="0" cy="0"/>
          <a:chOff x="0" y="0"/>
          <a:chExt cx="0" cy="0"/>
        </a:xfrm>
      </p:grpSpPr>
      <p:sp>
        <p:nvSpPr>
          <p:cNvPr id="42" name="Google Shape;42;p47"/>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43" name="Google Shape;43;p47"/>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4" name="Shape 44"/>
        <p:cNvGrpSpPr/>
        <p:nvPr/>
      </p:nvGrpSpPr>
      <p:grpSpPr>
        <a:xfrm>
          <a:off x="0" y="0"/>
          <a:ext cx="0" cy="0"/>
          <a:chOff x="0" y="0"/>
          <a:chExt cx="0" cy="0"/>
        </a:xfrm>
      </p:grpSpPr>
      <p:sp>
        <p:nvSpPr>
          <p:cNvPr id="45" name="Google Shape;45;p48"/>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46" name="Google Shape;46;p48"/>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7" name="Shape 47"/>
        <p:cNvGrpSpPr/>
        <p:nvPr/>
      </p:nvGrpSpPr>
      <p:grpSpPr>
        <a:xfrm>
          <a:off x="0" y="0"/>
          <a:ext cx="0" cy="0"/>
          <a:chOff x="0" y="0"/>
          <a:chExt cx="0" cy="0"/>
        </a:xfrm>
      </p:grpSpPr>
      <p:sp>
        <p:nvSpPr>
          <p:cNvPr id="48" name="Google Shape;48;p49"/>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49" name="Google Shape;49;p49"/>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50" name="Shape 50"/>
        <p:cNvGrpSpPr/>
        <p:nvPr/>
      </p:nvGrpSpPr>
      <p:grpSpPr>
        <a:xfrm>
          <a:off x="0" y="0"/>
          <a:ext cx="0" cy="0"/>
          <a:chOff x="0" y="0"/>
          <a:chExt cx="0" cy="0"/>
        </a:xfrm>
      </p:grpSpPr>
      <p:sp>
        <p:nvSpPr>
          <p:cNvPr id="51" name="Google Shape;51;p50"/>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2" name="Google Shape;52;p50"/>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53" name="Shape 53"/>
        <p:cNvGrpSpPr/>
        <p:nvPr/>
      </p:nvGrpSpPr>
      <p:grpSpPr>
        <a:xfrm>
          <a:off x="0" y="0"/>
          <a:ext cx="0" cy="0"/>
          <a:chOff x="0" y="0"/>
          <a:chExt cx="0" cy="0"/>
        </a:xfrm>
      </p:grpSpPr>
      <p:sp>
        <p:nvSpPr>
          <p:cNvPr id="54" name="Google Shape;54;p51"/>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5" name="Google Shape;55;p51"/>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56" name="Shape 56"/>
        <p:cNvGrpSpPr/>
        <p:nvPr/>
      </p:nvGrpSpPr>
      <p:grpSpPr>
        <a:xfrm>
          <a:off x="0" y="0"/>
          <a:ext cx="0" cy="0"/>
          <a:chOff x="0" y="0"/>
          <a:chExt cx="0" cy="0"/>
        </a:xfrm>
      </p:grpSpPr>
      <p:sp>
        <p:nvSpPr>
          <p:cNvPr id="57" name="Google Shape;57;p52"/>
          <p:cNvSpPr/>
          <p:nvPr/>
        </p:nvSpPr>
        <p:spPr>
          <a:xfrm>
            <a:off x="0" y="0"/>
            <a:ext cx="12192000" cy="6858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8" name="Google Shape;58;p52"/>
          <p:cNvSpPr/>
          <p:nvPr/>
        </p:nvSpPr>
        <p:spPr>
          <a:xfrm>
            <a:off x="0" y="0"/>
            <a:ext cx="12192000" cy="6858000"/>
          </a:xfrm>
          <a:prstGeom prst="rect">
            <a:avLst/>
          </a:prstGeom>
          <a:solidFill>
            <a:srgbClr val="1F1F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Highlight Activity">
  <p:cSld name="2_Highlight Activity">
    <p:bg>
      <p:bgPr>
        <a:solidFill>
          <a:schemeClr val="lt1"/>
        </a:solidFill>
      </p:bgPr>
    </p:bg>
    <p:spTree>
      <p:nvGrpSpPr>
        <p:cNvPr id="59" name="Shape 59"/>
        <p:cNvGrpSpPr/>
        <p:nvPr/>
      </p:nvGrpSpPr>
      <p:grpSpPr>
        <a:xfrm>
          <a:off x="0" y="0"/>
          <a:ext cx="0" cy="0"/>
          <a:chOff x="0" y="0"/>
          <a:chExt cx="0" cy="0"/>
        </a:xfrm>
      </p:grpSpPr>
      <p:sp>
        <p:nvSpPr>
          <p:cNvPr id="60" name="Google Shape;60;p53"/>
          <p:cNvSpPr/>
          <p:nvPr/>
        </p:nvSpPr>
        <p:spPr>
          <a:xfrm>
            <a:off x="11734800"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53"/>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53"/>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63" name="Google Shape;63;p53"/>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64" name="Google Shape;64;p53"/>
          <p:cNvSpPr txBox="1"/>
          <p:nvPr>
            <p:ph idx="1" type="body"/>
          </p:nvPr>
        </p:nvSpPr>
        <p:spPr>
          <a:xfrm>
            <a:off x="838200" y="4196482"/>
            <a:ext cx="10515600" cy="17240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53"/>
          <p:cNvSpPr/>
          <p:nvPr/>
        </p:nvSpPr>
        <p:spPr>
          <a:xfrm>
            <a:off x="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66" name="Google Shape;66;p53"/>
          <p:cNvSpPr/>
          <p:nvPr/>
        </p:nvSpPr>
        <p:spPr>
          <a:xfrm>
            <a:off x="457200" y="4618"/>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67" name="Google Shape;67;p53"/>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68" name="Google Shape;68;p53"/>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9" name="Shape 69"/>
        <p:cNvGrpSpPr/>
        <p:nvPr/>
      </p:nvGrpSpPr>
      <p:grpSpPr>
        <a:xfrm>
          <a:off x="0" y="0"/>
          <a:ext cx="0" cy="0"/>
          <a:chOff x="0" y="0"/>
          <a:chExt cx="0" cy="0"/>
        </a:xfrm>
      </p:grpSpPr>
      <p:sp>
        <p:nvSpPr>
          <p:cNvPr id="70" name="Google Shape;70;p9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9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2" name="Google Shape;72;p96"/>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73" name="Google Shape;73;p96"/>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74" name="Google Shape;74;p96"/>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75" name="Google Shape;75;p96"/>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ddle Layout">
  <p:cSld name="Middle Layout">
    <p:spTree>
      <p:nvGrpSpPr>
        <p:cNvPr id="76" name="Shape 76"/>
        <p:cNvGrpSpPr/>
        <p:nvPr/>
      </p:nvGrpSpPr>
      <p:grpSpPr>
        <a:xfrm>
          <a:off x="0" y="0"/>
          <a:ext cx="0" cy="0"/>
          <a:chOff x="0" y="0"/>
          <a:chExt cx="0" cy="0"/>
        </a:xfrm>
      </p:grpSpPr>
      <p:sp>
        <p:nvSpPr>
          <p:cNvPr id="77" name="Google Shape;77;p97"/>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78" name="Google Shape;78;p97"/>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79" name="Google Shape;79;p97"/>
          <p:cNvSpPr txBox="1"/>
          <p:nvPr>
            <p:ph type="title"/>
          </p:nvPr>
        </p:nvSpPr>
        <p:spPr>
          <a:xfrm>
            <a:off x="394855" y="276621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97"/>
          <p:cNvSpPr txBox="1"/>
          <p:nvPr>
            <p:ph idx="1" type="body"/>
          </p:nvPr>
        </p:nvSpPr>
        <p:spPr>
          <a:xfrm>
            <a:off x="395288" y="4202113"/>
            <a:ext cx="9090025" cy="6286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97"/>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82" name="Google Shape;82;p97"/>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Review">
  <p:cSld name="Agenda / Review">
    <p:bg>
      <p:bgPr>
        <a:solidFill>
          <a:schemeClr val="lt1"/>
        </a:solidFill>
      </p:bgPr>
    </p:bg>
    <p:spTree>
      <p:nvGrpSpPr>
        <p:cNvPr id="83" name="Shape 83"/>
        <p:cNvGrpSpPr/>
        <p:nvPr/>
      </p:nvGrpSpPr>
      <p:grpSpPr>
        <a:xfrm>
          <a:off x="0" y="0"/>
          <a:ext cx="0" cy="0"/>
          <a:chOff x="0" y="0"/>
          <a:chExt cx="0" cy="0"/>
        </a:xfrm>
      </p:grpSpPr>
      <p:sp>
        <p:nvSpPr>
          <p:cNvPr id="84" name="Google Shape;84;p98"/>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98"/>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86" name="Google Shape;86;p98"/>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87" name="Google Shape;87;p98"/>
          <p:cNvSpPr txBox="1"/>
          <p:nvPr>
            <p:ph idx="1" type="body"/>
          </p:nvPr>
        </p:nvSpPr>
        <p:spPr>
          <a:xfrm>
            <a:off x="386557" y="1579178"/>
            <a:ext cx="10069513" cy="347345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88" name="Google Shape;88;p98"/>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89" name="Google Shape;89;p98"/>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er">
  <p:cSld name="Section Breaker">
    <p:spTree>
      <p:nvGrpSpPr>
        <p:cNvPr id="90" name="Shape 90"/>
        <p:cNvGrpSpPr/>
        <p:nvPr/>
      </p:nvGrpSpPr>
      <p:grpSpPr>
        <a:xfrm>
          <a:off x="0" y="0"/>
          <a:ext cx="0" cy="0"/>
          <a:chOff x="0" y="0"/>
          <a:chExt cx="0" cy="0"/>
        </a:xfrm>
      </p:grpSpPr>
      <p:pic>
        <p:nvPicPr>
          <p:cNvPr descr="Shape&#10;&#10;Description automatically generated" id="91" name="Google Shape;91;p99"/>
          <p:cNvPicPr preferRelativeResize="0"/>
          <p:nvPr/>
        </p:nvPicPr>
        <p:blipFill rotWithShape="1">
          <a:blip r:embed="rId2">
            <a:alphaModFix/>
          </a:blip>
          <a:srcRect b="0" l="0" r="0" t="0"/>
          <a:stretch/>
        </p:blipFill>
        <p:spPr>
          <a:xfrm>
            <a:off x="1" y="-3174"/>
            <a:ext cx="12207250" cy="6861174"/>
          </a:xfrm>
          <a:prstGeom prst="rect">
            <a:avLst/>
          </a:prstGeom>
          <a:noFill/>
          <a:ln>
            <a:noFill/>
          </a:ln>
        </p:spPr>
      </p:pic>
      <p:sp>
        <p:nvSpPr>
          <p:cNvPr id="92" name="Google Shape;92;p99"/>
          <p:cNvSpPr txBox="1"/>
          <p:nvPr>
            <p:ph type="title"/>
          </p:nvPr>
        </p:nvSpPr>
        <p:spPr>
          <a:xfrm>
            <a:off x="1833785" y="1743334"/>
            <a:ext cx="8781661" cy="18748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99"/>
          <p:cNvSpPr txBox="1"/>
          <p:nvPr>
            <p:ph idx="1" type="body"/>
          </p:nvPr>
        </p:nvSpPr>
        <p:spPr>
          <a:xfrm>
            <a:off x="1833563" y="3617913"/>
            <a:ext cx="5176837" cy="649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99"/>
          <p:cNvSpPr/>
          <p:nvPr/>
        </p:nvSpPr>
        <p:spPr>
          <a:xfrm>
            <a:off x="11734800" y="6393067"/>
            <a:ext cx="457199" cy="464933"/>
          </a:xfrm>
          <a:prstGeom prst="rect">
            <a:avLst/>
          </a:prstGeom>
          <a:solidFill>
            <a:srgbClr val="8BAE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Activity">
  <p:cSld name="Highlight Activity">
    <p:bg>
      <p:bgPr>
        <a:solidFill>
          <a:schemeClr val="lt1"/>
        </a:solidFill>
      </p:bgPr>
    </p:bg>
    <p:spTree>
      <p:nvGrpSpPr>
        <p:cNvPr id="95" name="Shape 95"/>
        <p:cNvGrpSpPr/>
        <p:nvPr/>
      </p:nvGrpSpPr>
      <p:grpSpPr>
        <a:xfrm>
          <a:off x="0" y="0"/>
          <a:ext cx="0" cy="0"/>
          <a:chOff x="0" y="0"/>
          <a:chExt cx="0" cy="0"/>
        </a:xfrm>
      </p:grpSpPr>
      <p:sp>
        <p:nvSpPr>
          <p:cNvPr id="96" name="Google Shape;96;p100"/>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00"/>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98" name="Google Shape;98;p100"/>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99" name="Google Shape;99;p100"/>
          <p:cNvSpPr txBox="1"/>
          <p:nvPr>
            <p:ph idx="1" type="body"/>
          </p:nvPr>
        </p:nvSpPr>
        <p:spPr>
          <a:xfrm>
            <a:off x="838200" y="4196482"/>
            <a:ext cx="10515600" cy="17240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100"/>
          <p:cNvSpPr/>
          <p:nvPr/>
        </p:nvSpPr>
        <p:spPr>
          <a:xfrm>
            <a:off x="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01" name="Google Shape;101;p100"/>
          <p:cNvSpPr/>
          <p:nvPr/>
        </p:nvSpPr>
        <p:spPr>
          <a:xfrm>
            <a:off x="457200" y="4618"/>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02" name="Google Shape;102;p100"/>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03" name="Google Shape;103;p100"/>
          <p:cNvSpPr txBox="1"/>
          <p:nvPr>
            <p:ph idx="12" type="sldNum"/>
          </p:nvPr>
        </p:nvSpPr>
        <p:spPr>
          <a:xfrm>
            <a:off x="11734801" y="6423246"/>
            <a:ext cx="457200" cy="43475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er Image">
  <p:cSld name="Section Breaker Image">
    <p:spTree>
      <p:nvGrpSpPr>
        <p:cNvPr id="104" name="Shape 104"/>
        <p:cNvGrpSpPr/>
        <p:nvPr/>
      </p:nvGrpSpPr>
      <p:grpSpPr>
        <a:xfrm>
          <a:off x="0" y="0"/>
          <a:ext cx="0" cy="0"/>
          <a:chOff x="0" y="0"/>
          <a:chExt cx="0" cy="0"/>
        </a:xfrm>
      </p:grpSpPr>
      <p:sp>
        <p:nvSpPr>
          <p:cNvPr id="105" name="Google Shape;105;p101"/>
          <p:cNvSpPr txBox="1"/>
          <p:nvPr/>
        </p:nvSpPr>
        <p:spPr>
          <a:xfrm>
            <a:off x="1515309" y="3581295"/>
            <a:ext cx="2837616" cy="1538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1000"/>
              <a:buFont typeface="Arial"/>
              <a:buNone/>
            </a:pPr>
            <a:r>
              <a:rPr b="0" i="0" lang="en-US" sz="1000" u="none" cap="none" strike="noStrike">
                <a:solidFill>
                  <a:schemeClr val="lt1"/>
                </a:solidFill>
                <a:latin typeface="Arial"/>
                <a:ea typeface="Arial"/>
                <a:cs typeface="Arial"/>
                <a:sym typeface="Arial"/>
              </a:rPr>
              <a:t>     </a:t>
            </a:r>
            <a:endParaRPr i="0" sz="800" u="none" cap="none" strike="noStrike">
              <a:solidFill>
                <a:schemeClr val="lt1"/>
              </a:solidFill>
              <a:latin typeface="Arial"/>
              <a:ea typeface="Arial"/>
              <a:cs typeface="Arial"/>
              <a:sym typeface="Arial"/>
            </a:endParaRPr>
          </a:p>
        </p:txBody>
      </p:sp>
      <p:sp>
        <p:nvSpPr>
          <p:cNvPr id="106" name="Google Shape;106;p101"/>
          <p:cNvSpPr/>
          <p:nvPr/>
        </p:nvSpPr>
        <p:spPr>
          <a:xfrm>
            <a:off x="1181933" y="1160392"/>
            <a:ext cx="3314700" cy="3314700"/>
          </a:xfrm>
          <a:prstGeom prst="rect">
            <a:avLst/>
          </a:prstGeom>
          <a:solidFill>
            <a:srgbClr val="FEC91B">
              <a:alpha val="94117"/>
            </a:srgbClr>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07" name="Google Shape;107;p101"/>
          <p:cNvSpPr/>
          <p:nvPr/>
        </p:nvSpPr>
        <p:spPr>
          <a:xfrm>
            <a:off x="797124" y="4475092"/>
            <a:ext cx="384809" cy="384809"/>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08" name="Google Shape;108;p101"/>
          <p:cNvSpPr/>
          <p:nvPr/>
        </p:nvSpPr>
        <p:spPr>
          <a:xfrm>
            <a:off x="622806" y="4300774"/>
            <a:ext cx="174318" cy="174318"/>
          </a:xfrm>
          <a:prstGeom prst="rect">
            <a:avLst/>
          </a:prstGeom>
          <a:solidFill>
            <a:srgbClr val="FFE17A"/>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09" name="Google Shape;109;p101"/>
          <p:cNvSpPr txBox="1"/>
          <p:nvPr>
            <p:ph type="title"/>
          </p:nvPr>
        </p:nvSpPr>
        <p:spPr>
          <a:xfrm>
            <a:off x="1391067" y="1694763"/>
            <a:ext cx="2961858" cy="88265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3200"/>
              <a:buFont typeface="Play"/>
              <a:buNone/>
              <a:defRPr sz="32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01"/>
          <p:cNvSpPr txBox="1"/>
          <p:nvPr>
            <p:ph idx="1" type="body"/>
          </p:nvPr>
        </p:nvSpPr>
        <p:spPr>
          <a:xfrm>
            <a:off x="1390233" y="3575050"/>
            <a:ext cx="2961858" cy="7055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000"/>
              <a:buNone/>
              <a:defRPr sz="1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 Finish">
  <p:cSld name="Start / Finish">
    <p:spTree>
      <p:nvGrpSpPr>
        <p:cNvPr id="111" name="Shape 111"/>
        <p:cNvGrpSpPr/>
        <p:nvPr/>
      </p:nvGrpSpPr>
      <p:grpSpPr>
        <a:xfrm>
          <a:off x="0" y="0"/>
          <a:ext cx="0" cy="0"/>
          <a:chOff x="0" y="0"/>
          <a:chExt cx="0" cy="0"/>
        </a:xfrm>
      </p:grpSpPr>
      <p:sp>
        <p:nvSpPr>
          <p:cNvPr id="112" name="Google Shape;112;p102"/>
          <p:cNvSpPr/>
          <p:nvPr>
            <p:ph idx="2" type="pic"/>
          </p:nvPr>
        </p:nvSpPr>
        <p:spPr>
          <a:xfrm>
            <a:off x="0" y="0"/>
            <a:ext cx="12192000" cy="68580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
  <p:cSld name="Test">
    <p:spTree>
      <p:nvGrpSpPr>
        <p:cNvPr id="113" name="Shape 113"/>
        <p:cNvGrpSpPr/>
        <p:nvPr/>
      </p:nvGrpSpPr>
      <p:grpSpPr>
        <a:xfrm>
          <a:off x="0" y="0"/>
          <a:ext cx="0" cy="0"/>
          <a:chOff x="0" y="0"/>
          <a:chExt cx="0" cy="0"/>
        </a:xfrm>
      </p:grpSpPr>
      <p:sp>
        <p:nvSpPr>
          <p:cNvPr id="114" name="Google Shape;114;p103"/>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15" name="Google Shape;115;p103"/>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16" name="Google Shape;116;p103"/>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17" name="Google Shape;117;p103"/>
          <p:cNvSpPr/>
          <p:nvPr/>
        </p:nvSpPr>
        <p:spPr>
          <a:xfrm>
            <a:off x="11734801"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 name="Google Shape;118;p103"/>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p:cSld name="Presentation Title">
    <p:spTree>
      <p:nvGrpSpPr>
        <p:cNvPr id="119" name="Shape 119"/>
        <p:cNvGrpSpPr/>
        <p:nvPr/>
      </p:nvGrpSpPr>
      <p:grpSpPr>
        <a:xfrm>
          <a:off x="0" y="0"/>
          <a:ext cx="0" cy="0"/>
          <a:chOff x="0" y="0"/>
          <a:chExt cx="0" cy="0"/>
        </a:xfrm>
      </p:grpSpPr>
      <p:pic>
        <p:nvPicPr>
          <p:cNvPr descr="Two people looking at a tablet&#10;&#10;Description automatically generated with medium confidence" id="120" name="Google Shape;120;p10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1" name="Google Shape;121;p104"/>
          <p:cNvSpPr txBox="1"/>
          <p:nvPr/>
        </p:nvSpPr>
        <p:spPr>
          <a:xfrm>
            <a:off x="1482438" y="5246255"/>
            <a:ext cx="6734282" cy="93060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FFFFF"/>
              </a:solidFill>
              <a:latin typeface="Play"/>
              <a:ea typeface="Play"/>
              <a:cs typeface="Play"/>
              <a:sym typeface="Play"/>
            </a:endParaRPr>
          </a:p>
        </p:txBody>
      </p:sp>
      <p:sp>
        <p:nvSpPr>
          <p:cNvPr id="122" name="Google Shape;122;p104"/>
          <p:cNvSpPr txBox="1"/>
          <p:nvPr>
            <p:ph type="title"/>
          </p:nvPr>
        </p:nvSpPr>
        <p:spPr>
          <a:xfrm>
            <a:off x="1482437" y="2766218"/>
            <a:ext cx="5491017" cy="24800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04"/>
          <p:cNvSpPr txBox="1"/>
          <p:nvPr>
            <p:ph idx="1" type="body"/>
          </p:nvPr>
        </p:nvSpPr>
        <p:spPr>
          <a:xfrm>
            <a:off x="1482438" y="5347422"/>
            <a:ext cx="5491016"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 / Review">
  <p:cSld name="1_Agenda / Review">
    <p:bg>
      <p:bgPr>
        <a:solidFill>
          <a:srgbClr val="FFE17A"/>
        </a:solidFill>
      </p:bgPr>
    </p:bg>
    <p:spTree>
      <p:nvGrpSpPr>
        <p:cNvPr id="124" name="Shape 124"/>
        <p:cNvGrpSpPr/>
        <p:nvPr/>
      </p:nvGrpSpPr>
      <p:grpSpPr>
        <a:xfrm>
          <a:off x="0" y="0"/>
          <a:ext cx="0" cy="0"/>
          <a:chOff x="0" y="0"/>
          <a:chExt cx="0" cy="0"/>
        </a:xfrm>
      </p:grpSpPr>
      <p:sp>
        <p:nvSpPr>
          <p:cNvPr id="125" name="Google Shape;125;p105"/>
          <p:cNvSpPr txBox="1"/>
          <p:nvPr>
            <p:ph type="title"/>
          </p:nvPr>
        </p:nvSpPr>
        <p:spPr>
          <a:xfrm>
            <a:off x="484237" y="106709"/>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105"/>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27" name="Google Shape;127;p105"/>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28" name="Google Shape;128;p105"/>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
        <p:nvSpPr>
          <p:cNvPr id="129" name="Google Shape;129;p105"/>
          <p:cNvSpPr txBox="1"/>
          <p:nvPr>
            <p:ph idx="1" type="body"/>
          </p:nvPr>
        </p:nvSpPr>
        <p:spPr>
          <a:xfrm>
            <a:off x="484237" y="1432272"/>
            <a:ext cx="10069513" cy="347345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sz="2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30" name="Google Shape;130;p105"/>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Normal Page">
  <p:cSld name="1_Normal Page">
    <p:spTree>
      <p:nvGrpSpPr>
        <p:cNvPr id="131" name="Shape 131"/>
        <p:cNvGrpSpPr/>
        <p:nvPr/>
      </p:nvGrpSpPr>
      <p:grpSpPr>
        <a:xfrm>
          <a:off x="0" y="0"/>
          <a:ext cx="0" cy="0"/>
          <a:chOff x="0" y="0"/>
          <a:chExt cx="0" cy="0"/>
        </a:xfrm>
      </p:grpSpPr>
      <p:sp>
        <p:nvSpPr>
          <p:cNvPr id="132" name="Google Shape;132;p106"/>
          <p:cNvSpPr txBox="1"/>
          <p:nvPr>
            <p:ph type="title"/>
          </p:nvPr>
        </p:nvSpPr>
        <p:spPr>
          <a:xfrm>
            <a:off x="431800" y="11826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106"/>
          <p:cNvSpPr txBox="1"/>
          <p:nvPr>
            <p:ph idx="1" type="body"/>
          </p:nvPr>
        </p:nvSpPr>
        <p:spPr>
          <a:xfrm>
            <a:off x="431799" y="1443831"/>
            <a:ext cx="10515600" cy="399891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Arial"/>
              <a:buNone/>
              <a:defRPr sz="2400">
                <a:solidFill>
                  <a:schemeClr val="dk1"/>
                </a:solidFill>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2pPr>
            <a:lvl3pPr indent="-381000" lvl="2" marL="13716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3pPr>
            <a:lvl4pPr indent="-381000" lvl="3" marL="18288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4pPr>
            <a:lvl5pPr indent="-381000" lvl="4" marL="2286000" algn="l">
              <a:lnSpc>
                <a:spcPct val="90000"/>
              </a:lnSpc>
              <a:spcBef>
                <a:spcPts val="500"/>
              </a:spcBef>
              <a:spcAft>
                <a:spcPts val="0"/>
              </a:spcAft>
              <a:buClr>
                <a:schemeClr val="dk1"/>
              </a:buClr>
              <a:buSzPts val="2400"/>
              <a:buFont typeface="Arial"/>
              <a:buChar char="•"/>
              <a:defRPr sz="24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106"/>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35" name="Google Shape;135;p106"/>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36" name="Google Shape;136;p106"/>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37" name="Google Shape;137;p106"/>
          <p:cNvSpPr/>
          <p:nvPr/>
        </p:nvSpPr>
        <p:spPr>
          <a:xfrm>
            <a:off x="11734801"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106"/>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ddle Layout">
  <p:cSld name="1_Middle Layout">
    <p:spTree>
      <p:nvGrpSpPr>
        <p:cNvPr id="139" name="Shape 139"/>
        <p:cNvGrpSpPr/>
        <p:nvPr/>
      </p:nvGrpSpPr>
      <p:grpSpPr>
        <a:xfrm>
          <a:off x="0" y="0"/>
          <a:ext cx="0" cy="0"/>
          <a:chOff x="0" y="0"/>
          <a:chExt cx="0" cy="0"/>
        </a:xfrm>
      </p:grpSpPr>
      <p:sp>
        <p:nvSpPr>
          <p:cNvPr id="140" name="Google Shape;140;p107"/>
          <p:cNvSpPr txBox="1"/>
          <p:nvPr>
            <p:ph type="title"/>
          </p:nvPr>
        </p:nvSpPr>
        <p:spPr>
          <a:xfrm>
            <a:off x="247073" y="276621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107"/>
          <p:cNvSpPr txBox="1"/>
          <p:nvPr>
            <p:ph idx="1" type="body"/>
          </p:nvPr>
        </p:nvSpPr>
        <p:spPr>
          <a:xfrm>
            <a:off x="247073" y="4116720"/>
            <a:ext cx="10515600" cy="5694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107"/>
          <p:cNvSpPr/>
          <p:nvPr/>
        </p:nvSpPr>
        <p:spPr>
          <a:xfrm>
            <a:off x="11734800" y="6393067"/>
            <a:ext cx="457199" cy="464933"/>
          </a:xfrm>
          <a:prstGeom prst="rect">
            <a:avLst/>
          </a:prstGeom>
          <a:solidFill>
            <a:srgbClr val="FFE17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107"/>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44" name="Google Shape;144;p107"/>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45" name="Google Shape;145;p107"/>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146" name="Google Shape;146;p107"/>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ighlight Activity">
  <p:cSld name="1_Highlight Activity">
    <p:bg>
      <p:bgPr>
        <a:solidFill>
          <a:schemeClr val="lt1"/>
        </a:solidFill>
      </p:bgPr>
    </p:bg>
    <p:spTree>
      <p:nvGrpSpPr>
        <p:cNvPr id="147" name="Shape 147"/>
        <p:cNvGrpSpPr/>
        <p:nvPr/>
      </p:nvGrpSpPr>
      <p:grpSpPr>
        <a:xfrm>
          <a:off x="0" y="0"/>
          <a:ext cx="0" cy="0"/>
          <a:chOff x="0" y="0"/>
          <a:chExt cx="0" cy="0"/>
        </a:xfrm>
      </p:grpSpPr>
      <p:sp>
        <p:nvSpPr>
          <p:cNvPr id="148" name="Google Shape;148;p108"/>
          <p:cNvSpPr/>
          <p:nvPr/>
        </p:nvSpPr>
        <p:spPr>
          <a:xfrm>
            <a:off x="11734800" y="6393067"/>
            <a:ext cx="457199" cy="464933"/>
          </a:xfrm>
          <a:prstGeom prst="rect">
            <a:avLst/>
          </a:prstGeom>
          <a:solidFill>
            <a:srgbClr val="FFE17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108"/>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08"/>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1" name="Google Shape;151;p108"/>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2" name="Google Shape;152;p108"/>
          <p:cNvSpPr txBox="1"/>
          <p:nvPr>
            <p:ph idx="1" type="body"/>
          </p:nvPr>
        </p:nvSpPr>
        <p:spPr>
          <a:xfrm>
            <a:off x="838200" y="4196482"/>
            <a:ext cx="10515600" cy="172402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 name="Google Shape;153;p108"/>
          <p:cNvSpPr/>
          <p:nvPr/>
        </p:nvSpPr>
        <p:spPr>
          <a:xfrm>
            <a:off x="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4" name="Google Shape;154;p108"/>
          <p:cNvSpPr/>
          <p:nvPr/>
        </p:nvSpPr>
        <p:spPr>
          <a:xfrm>
            <a:off x="457200" y="-3695"/>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55" name="Google Shape;155;p108"/>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156" name="Google Shape;156;p108"/>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Visual Slide">
  <p:cSld name="Recap Visual Slide">
    <p:spTree>
      <p:nvGrpSpPr>
        <p:cNvPr id="157" name="Shape 157"/>
        <p:cNvGrpSpPr/>
        <p:nvPr/>
      </p:nvGrpSpPr>
      <p:grpSpPr>
        <a:xfrm>
          <a:off x="0" y="0"/>
          <a:ext cx="0" cy="0"/>
          <a:chOff x="0" y="0"/>
          <a:chExt cx="0" cy="0"/>
        </a:xfrm>
      </p:grpSpPr>
      <p:pic>
        <p:nvPicPr>
          <p:cNvPr descr="A picture containing text, person, yellow&#10;&#10;Description automatically generated" id="158" name="Google Shape;158;p10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59" name="Google Shape;159;p109"/>
          <p:cNvSpPr txBox="1"/>
          <p:nvPr/>
        </p:nvSpPr>
        <p:spPr>
          <a:xfrm>
            <a:off x="8880600" y="2827905"/>
            <a:ext cx="2757218" cy="187485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500"/>
              <a:buFont typeface="Play"/>
              <a:buNone/>
            </a:pPr>
            <a:r>
              <a:rPr b="0" i="0" lang="en-US" sz="4500" u="none" cap="none" strike="noStrike">
                <a:solidFill>
                  <a:srgbClr val="000000"/>
                </a:solidFill>
                <a:latin typeface="Play"/>
                <a:ea typeface="Play"/>
                <a:cs typeface="Play"/>
                <a:sym typeface="Play"/>
              </a:rPr>
              <a:t>Recap</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Breaker Image">
  <p:cSld name="1_Section Breaker Image">
    <p:spTree>
      <p:nvGrpSpPr>
        <p:cNvPr id="160" name="Shape 160"/>
        <p:cNvGrpSpPr/>
        <p:nvPr/>
      </p:nvGrpSpPr>
      <p:grpSpPr>
        <a:xfrm>
          <a:off x="0" y="0"/>
          <a:ext cx="0" cy="0"/>
          <a:chOff x="0" y="0"/>
          <a:chExt cx="0" cy="0"/>
        </a:xfrm>
      </p:grpSpPr>
      <p:sp>
        <p:nvSpPr>
          <p:cNvPr id="161" name="Google Shape;161;p110"/>
          <p:cNvSpPr txBox="1"/>
          <p:nvPr/>
        </p:nvSpPr>
        <p:spPr>
          <a:xfrm>
            <a:off x="1515309" y="3581295"/>
            <a:ext cx="2837616" cy="1538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1000"/>
              <a:buFont typeface="Arial"/>
              <a:buNone/>
            </a:pPr>
            <a:r>
              <a:rPr b="0" i="0" lang="en-US" sz="1000" u="none" cap="none" strike="noStrike">
                <a:solidFill>
                  <a:schemeClr val="lt1"/>
                </a:solidFill>
                <a:latin typeface="Arial"/>
                <a:ea typeface="Arial"/>
                <a:cs typeface="Arial"/>
                <a:sym typeface="Arial"/>
              </a:rPr>
              <a:t>     </a:t>
            </a:r>
            <a:endParaRPr i="0" sz="800" u="none" cap="none" strike="noStrike">
              <a:solidFill>
                <a:schemeClr val="lt1"/>
              </a:solidFill>
              <a:latin typeface="Arial"/>
              <a:ea typeface="Arial"/>
              <a:cs typeface="Arial"/>
              <a:sym typeface="Arial"/>
            </a:endParaRPr>
          </a:p>
        </p:txBody>
      </p:sp>
      <p:sp>
        <p:nvSpPr>
          <p:cNvPr id="162" name="Google Shape;162;p110"/>
          <p:cNvSpPr/>
          <p:nvPr/>
        </p:nvSpPr>
        <p:spPr>
          <a:xfrm>
            <a:off x="1181933" y="1160392"/>
            <a:ext cx="3314700" cy="3314700"/>
          </a:xfrm>
          <a:prstGeom prst="rect">
            <a:avLst/>
          </a:prstGeom>
          <a:solidFill>
            <a:srgbClr val="FEC91B">
              <a:alpha val="94117"/>
            </a:srgbClr>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63" name="Google Shape;163;p110"/>
          <p:cNvSpPr/>
          <p:nvPr/>
        </p:nvSpPr>
        <p:spPr>
          <a:xfrm>
            <a:off x="797124" y="4475092"/>
            <a:ext cx="384809" cy="384809"/>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64" name="Google Shape;164;p110"/>
          <p:cNvSpPr/>
          <p:nvPr/>
        </p:nvSpPr>
        <p:spPr>
          <a:xfrm>
            <a:off x="622806" y="4300774"/>
            <a:ext cx="174318" cy="174318"/>
          </a:xfrm>
          <a:prstGeom prst="rect">
            <a:avLst/>
          </a:prstGeom>
          <a:solidFill>
            <a:srgbClr val="FFE17A"/>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Play"/>
              <a:ea typeface="Play"/>
              <a:cs typeface="Play"/>
              <a:sym typeface="Play"/>
            </a:endParaRPr>
          </a:p>
        </p:txBody>
      </p:sp>
      <p:sp>
        <p:nvSpPr>
          <p:cNvPr id="165" name="Google Shape;165;p110"/>
          <p:cNvSpPr txBox="1"/>
          <p:nvPr>
            <p:ph type="title"/>
          </p:nvPr>
        </p:nvSpPr>
        <p:spPr>
          <a:xfrm>
            <a:off x="1391067" y="1694763"/>
            <a:ext cx="2961858" cy="88265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3200"/>
              <a:buFont typeface="Play"/>
              <a:buNone/>
              <a:defRPr sz="32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110"/>
          <p:cNvSpPr txBox="1"/>
          <p:nvPr>
            <p:ph idx="1" type="body"/>
          </p:nvPr>
        </p:nvSpPr>
        <p:spPr>
          <a:xfrm>
            <a:off x="1390233" y="3575050"/>
            <a:ext cx="2961858" cy="7055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000"/>
              <a:buNone/>
              <a:defRPr sz="1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Ending">
  <p:cSld name="Presentation Ending">
    <p:spTree>
      <p:nvGrpSpPr>
        <p:cNvPr id="167" name="Shape 167"/>
        <p:cNvGrpSpPr/>
        <p:nvPr/>
      </p:nvGrpSpPr>
      <p:grpSpPr>
        <a:xfrm>
          <a:off x="0" y="0"/>
          <a:ext cx="0" cy="0"/>
          <a:chOff x="0" y="0"/>
          <a:chExt cx="0" cy="0"/>
        </a:xfrm>
      </p:grpSpPr>
      <p:pic>
        <p:nvPicPr>
          <p:cNvPr descr="A group of people looking at a computer&#10;&#10;Description automatically generated with medium confidence" id="168" name="Google Shape;168;p111"/>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descr="Graphical user interface&#10;&#10;Description automatically generated" id="169" name="Google Shape;169;p111"/>
          <p:cNvPicPr preferRelativeResize="0"/>
          <p:nvPr/>
        </p:nvPicPr>
        <p:blipFill rotWithShape="1">
          <a:blip r:embed="rId3">
            <a:alphaModFix/>
          </a:blip>
          <a:srcRect b="0" l="0" r="0" t="0"/>
          <a:stretch/>
        </p:blipFill>
        <p:spPr>
          <a:xfrm>
            <a:off x="-136633" y="432187"/>
            <a:ext cx="7567992" cy="4255427"/>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Title">
  <p:cSld name="1_Presentation Title">
    <p:spTree>
      <p:nvGrpSpPr>
        <p:cNvPr id="170" name="Shape 170"/>
        <p:cNvGrpSpPr/>
        <p:nvPr/>
      </p:nvGrpSpPr>
      <p:grpSpPr>
        <a:xfrm>
          <a:off x="0" y="0"/>
          <a:ext cx="0" cy="0"/>
          <a:chOff x="0" y="0"/>
          <a:chExt cx="0" cy="0"/>
        </a:xfrm>
      </p:grpSpPr>
      <p:pic>
        <p:nvPicPr>
          <p:cNvPr descr="Two people looking at a tablet&#10;&#10;Description automatically generated with medium confidence" id="171" name="Google Shape;171;p1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2" name="Google Shape;172;p112"/>
          <p:cNvSpPr txBox="1"/>
          <p:nvPr/>
        </p:nvSpPr>
        <p:spPr>
          <a:xfrm>
            <a:off x="1482438" y="5246255"/>
            <a:ext cx="6734282" cy="93060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FFFFF"/>
              </a:solidFill>
              <a:latin typeface="Play"/>
              <a:ea typeface="Play"/>
              <a:cs typeface="Play"/>
              <a:sym typeface="Play"/>
            </a:endParaRPr>
          </a:p>
        </p:txBody>
      </p:sp>
      <p:sp>
        <p:nvSpPr>
          <p:cNvPr id="173" name="Google Shape;173;p112"/>
          <p:cNvSpPr txBox="1"/>
          <p:nvPr>
            <p:ph type="title"/>
          </p:nvPr>
        </p:nvSpPr>
        <p:spPr>
          <a:xfrm>
            <a:off x="1557252" y="2699715"/>
            <a:ext cx="3663141" cy="24800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112"/>
          <p:cNvSpPr txBox="1"/>
          <p:nvPr>
            <p:ph idx="1" type="body"/>
          </p:nvPr>
        </p:nvSpPr>
        <p:spPr>
          <a:xfrm>
            <a:off x="1557252" y="5296134"/>
            <a:ext cx="4045527"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Breaker">
  <p:cSld name="2_Section Breaker">
    <p:spTree>
      <p:nvGrpSpPr>
        <p:cNvPr id="175" name="Shape 175"/>
        <p:cNvGrpSpPr/>
        <p:nvPr/>
      </p:nvGrpSpPr>
      <p:grpSpPr>
        <a:xfrm>
          <a:off x="0" y="0"/>
          <a:ext cx="0" cy="0"/>
          <a:chOff x="0" y="0"/>
          <a:chExt cx="0" cy="0"/>
        </a:xfrm>
      </p:grpSpPr>
      <p:pic>
        <p:nvPicPr>
          <p:cNvPr id="176" name="Google Shape;176;p113"/>
          <p:cNvPicPr preferRelativeResize="0"/>
          <p:nvPr/>
        </p:nvPicPr>
        <p:blipFill rotWithShape="1">
          <a:blip r:embed="rId2">
            <a:alphaModFix/>
          </a:blip>
          <a:srcRect b="0" l="0" r="0" t="0"/>
          <a:stretch/>
        </p:blipFill>
        <p:spPr>
          <a:xfrm>
            <a:off x="4805" y="-3174"/>
            <a:ext cx="12197642" cy="6861174"/>
          </a:xfrm>
          <a:prstGeom prst="rect">
            <a:avLst/>
          </a:prstGeom>
          <a:noFill/>
          <a:ln>
            <a:noFill/>
          </a:ln>
        </p:spPr>
      </p:pic>
      <p:sp>
        <p:nvSpPr>
          <p:cNvPr id="177" name="Google Shape;177;p113"/>
          <p:cNvSpPr txBox="1"/>
          <p:nvPr>
            <p:ph type="title"/>
          </p:nvPr>
        </p:nvSpPr>
        <p:spPr>
          <a:xfrm>
            <a:off x="1833786" y="1743334"/>
            <a:ext cx="6611946" cy="187485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113"/>
          <p:cNvSpPr txBox="1"/>
          <p:nvPr>
            <p:ph idx="1" type="body"/>
          </p:nvPr>
        </p:nvSpPr>
        <p:spPr>
          <a:xfrm>
            <a:off x="1833563" y="3710273"/>
            <a:ext cx="5176837" cy="6492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 / Review">
  <p:cSld name="2_Agenda / Review">
    <p:bg>
      <p:bgPr>
        <a:solidFill>
          <a:srgbClr val="FFE17A"/>
        </a:solidFill>
      </p:bgPr>
    </p:bg>
    <p:spTree>
      <p:nvGrpSpPr>
        <p:cNvPr id="179" name="Shape 179"/>
        <p:cNvGrpSpPr/>
        <p:nvPr/>
      </p:nvGrpSpPr>
      <p:grpSpPr>
        <a:xfrm>
          <a:off x="0" y="0"/>
          <a:ext cx="0" cy="0"/>
          <a:chOff x="0" y="0"/>
          <a:chExt cx="0" cy="0"/>
        </a:xfrm>
      </p:grpSpPr>
      <p:sp>
        <p:nvSpPr>
          <p:cNvPr id="180" name="Google Shape;180;p114"/>
          <p:cNvSpPr txBox="1"/>
          <p:nvPr>
            <p:ph type="title"/>
          </p:nvPr>
        </p:nvSpPr>
        <p:spPr>
          <a:xfrm>
            <a:off x="484237" y="22747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114"/>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82" name="Google Shape;182;p114"/>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83" name="Google Shape;183;p114"/>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
        <p:nvSpPr>
          <p:cNvPr id="184" name="Google Shape;184;p114"/>
          <p:cNvSpPr txBox="1"/>
          <p:nvPr>
            <p:ph idx="1" type="body"/>
          </p:nvPr>
        </p:nvSpPr>
        <p:spPr>
          <a:xfrm>
            <a:off x="484237" y="1561349"/>
            <a:ext cx="10069513" cy="347345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Font typeface="Arial"/>
              <a:buChar char="•"/>
              <a:defRPr sz="28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5" name="Google Shape;185;p114"/>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 Review">
  <p:cSld name="3_Agenda / Review">
    <p:bg>
      <p:bgPr>
        <a:solidFill>
          <a:srgbClr val="FFE17A"/>
        </a:solidFill>
      </p:bgPr>
    </p:bg>
    <p:spTree>
      <p:nvGrpSpPr>
        <p:cNvPr id="186" name="Shape 186"/>
        <p:cNvGrpSpPr/>
        <p:nvPr/>
      </p:nvGrpSpPr>
      <p:grpSpPr>
        <a:xfrm>
          <a:off x="0" y="0"/>
          <a:ext cx="0" cy="0"/>
          <a:chOff x="0" y="0"/>
          <a:chExt cx="0" cy="0"/>
        </a:xfrm>
      </p:grpSpPr>
      <p:sp>
        <p:nvSpPr>
          <p:cNvPr id="187" name="Google Shape;187;p115"/>
          <p:cNvSpPr/>
          <p:nvPr/>
        </p:nvSpPr>
        <p:spPr>
          <a:xfrm>
            <a:off x="0" y="6400800"/>
            <a:ext cx="11734800" cy="4572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88" name="Google Shape;188;p115"/>
          <p:cNvSpPr/>
          <p:nvPr/>
        </p:nvSpPr>
        <p:spPr>
          <a:xfrm>
            <a:off x="11734800" y="0"/>
            <a:ext cx="457200" cy="6400800"/>
          </a:xfrm>
          <a:prstGeom prst="rect">
            <a:avLst/>
          </a:prstGeom>
          <a:solidFill>
            <a:srgbClr val="FEC91B"/>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89" name="Google Shape;189;p115"/>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190" name="Google Shape;190;p115"/>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91" name="Google Shape;191;p115"/>
          <p:cNvSpPr txBox="1"/>
          <p:nvPr>
            <p:ph type="title"/>
          </p:nvPr>
        </p:nvSpPr>
        <p:spPr>
          <a:xfrm>
            <a:off x="247073" y="278469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15"/>
          <p:cNvSpPr txBox="1"/>
          <p:nvPr>
            <p:ph idx="1" type="body"/>
          </p:nvPr>
        </p:nvSpPr>
        <p:spPr>
          <a:xfrm>
            <a:off x="247073" y="4242665"/>
            <a:ext cx="10515600" cy="5694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Normal Page">
  <p:cSld name="2_Normal Page">
    <p:spTree>
      <p:nvGrpSpPr>
        <p:cNvPr id="193" name="Shape 193"/>
        <p:cNvGrpSpPr/>
        <p:nvPr/>
      </p:nvGrpSpPr>
      <p:grpSpPr>
        <a:xfrm>
          <a:off x="0" y="0"/>
          <a:ext cx="0" cy="0"/>
          <a:chOff x="0" y="0"/>
          <a:chExt cx="0" cy="0"/>
        </a:xfrm>
      </p:grpSpPr>
      <p:sp>
        <p:nvSpPr>
          <p:cNvPr id="194" name="Google Shape;194;p116"/>
          <p:cNvSpPr txBox="1"/>
          <p:nvPr>
            <p:ph type="title"/>
          </p:nvPr>
        </p:nvSpPr>
        <p:spPr>
          <a:xfrm>
            <a:off x="487217" y="55362"/>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116"/>
          <p:cNvSpPr txBox="1"/>
          <p:nvPr>
            <p:ph idx="1" type="body"/>
          </p:nvPr>
        </p:nvSpPr>
        <p:spPr>
          <a:xfrm>
            <a:off x="487217" y="1380925"/>
            <a:ext cx="10515600" cy="399891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Font typeface="Arial"/>
              <a:buNone/>
              <a:defRPr sz="2800">
                <a:solidFill>
                  <a:schemeClr val="dk1"/>
                </a:solidFill>
                <a:latin typeface="Arial"/>
                <a:ea typeface="Arial"/>
                <a:cs typeface="Arial"/>
                <a:sym typeface="Arial"/>
              </a:defRPr>
            </a:lvl1pPr>
            <a:lvl2pPr indent="-406400" lvl="1" marL="914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2pPr>
            <a:lvl3pPr indent="-406400" lvl="2" marL="13716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3pPr>
            <a:lvl4pPr indent="-406400" lvl="3" marL="18288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4pPr>
            <a:lvl5pPr indent="-406400" lvl="4" marL="22860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116"/>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197" name="Google Shape;197;p116"/>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pic>
        <p:nvPicPr>
          <p:cNvPr id="198" name="Google Shape;198;p116"/>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
        <p:nvSpPr>
          <p:cNvPr id="199" name="Google Shape;199;p116"/>
          <p:cNvSpPr/>
          <p:nvPr/>
        </p:nvSpPr>
        <p:spPr>
          <a:xfrm>
            <a:off x="11734801" y="6393067"/>
            <a:ext cx="457199" cy="4649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 name="Google Shape;200;p116"/>
          <p:cNvSpPr txBox="1"/>
          <p:nvPr>
            <p:ph idx="12" type="sldNum"/>
          </p:nvPr>
        </p:nvSpPr>
        <p:spPr>
          <a:xfrm>
            <a:off x="11725564" y="6495398"/>
            <a:ext cx="457200" cy="360363"/>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ddle Layout">
  <p:cSld name="2_Middle Layout">
    <p:spTree>
      <p:nvGrpSpPr>
        <p:cNvPr id="201" name="Shape 201"/>
        <p:cNvGrpSpPr/>
        <p:nvPr/>
      </p:nvGrpSpPr>
      <p:grpSpPr>
        <a:xfrm>
          <a:off x="0" y="0"/>
          <a:ext cx="0" cy="0"/>
          <a:chOff x="0" y="0"/>
          <a:chExt cx="0" cy="0"/>
        </a:xfrm>
      </p:grpSpPr>
      <p:sp>
        <p:nvSpPr>
          <p:cNvPr id="202" name="Google Shape;202;p117"/>
          <p:cNvSpPr txBox="1"/>
          <p:nvPr>
            <p:ph type="title"/>
          </p:nvPr>
        </p:nvSpPr>
        <p:spPr>
          <a:xfrm>
            <a:off x="247073" y="2784693"/>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117"/>
          <p:cNvSpPr txBox="1"/>
          <p:nvPr>
            <p:ph idx="1" type="body"/>
          </p:nvPr>
        </p:nvSpPr>
        <p:spPr>
          <a:xfrm>
            <a:off x="247073" y="4242665"/>
            <a:ext cx="10515600" cy="5694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117"/>
          <p:cNvSpPr/>
          <p:nvPr/>
        </p:nvSpPr>
        <p:spPr>
          <a:xfrm>
            <a:off x="11734800" y="6393067"/>
            <a:ext cx="457199" cy="46493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117"/>
          <p:cNvSpPr/>
          <p:nvPr/>
        </p:nvSpPr>
        <p:spPr>
          <a:xfrm>
            <a:off x="0" y="6400800"/>
            <a:ext cx="11734800" cy="4572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06" name="Google Shape;206;p117"/>
          <p:cNvSpPr/>
          <p:nvPr/>
        </p:nvSpPr>
        <p:spPr>
          <a:xfrm>
            <a:off x="11734800" y="0"/>
            <a:ext cx="457200" cy="640080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07" name="Google Shape;207;p117"/>
          <p:cNvSpPr txBox="1"/>
          <p:nvPr>
            <p:ph idx="12" type="sldNum"/>
          </p:nvPr>
        </p:nvSpPr>
        <p:spPr>
          <a:xfrm>
            <a:off x="11734799" y="6497493"/>
            <a:ext cx="457201" cy="365125"/>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1000">
                <a:solidFill>
                  <a:schemeClr val="dk1"/>
                </a:solidFill>
                <a:latin typeface="Play"/>
                <a:ea typeface="Play"/>
                <a:cs typeface="Play"/>
                <a:sym typeface="Play"/>
              </a:defRPr>
            </a:lvl1pPr>
            <a:lvl2pPr indent="0" lvl="1" marL="0" algn="ctr">
              <a:spcBef>
                <a:spcPts val="0"/>
              </a:spcBef>
              <a:buNone/>
              <a:defRPr sz="1000">
                <a:solidFill>
                  <a:schemeClr val="dk1"/>
                </a:solidFill>
                <a:latin typeface="Play"/>
                <a:ea typeface="Play"/>
                <a:cs typeface="Play"/>
                <a:sym typeface="Play"/>
              </a:defRPr>
            </a:lvl2pPr>
            <a:lvl3pPr indent="0" lvl="2" marL="0" algn="ctr">
              <a:spcBef>
                <a:spcPts val="0"/>
              </a:spcBef>
              <a:buNone/>
              <a:defRPr sz="1000">
                <a:solidFill>
                  <a:schemeClr val="dk1"/>
                </a:solidFill>
                <a:latin typeface="Play"/>
                <a:ea typeface="Play"/>
                <a:cs typeface="Play"/>
                <a:sym typeface="Play"/>
              </a:defRPr>
            </a:lvl3pPr>
            <a:lvl4pPr indent="0" lvl="3" marL="0" algn="ctr">
              <a:spcBef>
                <a:spcPts val="0"/>
              </a:spcBef>
              <a:buNone/>
              <a:defRPr sz="1000">
                <a:solidFill>
                  <a:schemeClr val="dk1"/>
                </a:solidFill>
                <a:latin typeface="Play"/>
                <a:ea typeface="Play"/>
                <a:cs typeface="Play"/>
                <a:sym typeface="Play"/>
              </a:defRPr>
            </a:lvl4pPr>
            <a:lvl5pPr indent="0" lvl="4" marL="0" algn="ctr">
              <a:spcBef>
                <a:spcPts val="0"/>
              </a:spcBef>
              <a:buNone/>
              <a:defRPr sz="1000">
                <a:solidFill>
                  <a:schemeClr val="dk1"/>
                </a:solidFill>
                <a:latin typeface="Play"/>
                <a:ea typeface="Play"/>
                <a:cs typeface="Play"/>
                <a:sym typeface="Play"/>
              </a:defRPr>
            </a:lvl5pPr>
            <a:lvl6pPr indent="0" lvl="5" marL="0" algn="ctr">
              <a:spcBef>
                <a:spcPts val="0"/>
              </a:spcBef>
              <a:buNone/>
              <a:defRPr sz="1000">
                <a:solidFill>
                  <a:schemeClr val="dk1"/>
                </a:solidFill>
                <a:latin typeface="Play"/>
                <a:ea typeface="Play"/>
                <a:cs typeface="Play"/>
                <a:sym typeface="Play"/>
              </a:defRPr>
            </a:lvl6pPr>
            <a:lvl7pPr indent="0" lvl="6" marL="0" algn="ctr">
              <a:spcBef>
                <a:spcPts val="0"/>
              </a:spcBef>
              <a:buNone/>
              <a:defRPr sz="1000">
                <a:solidFill>
                  <a:schemeClr val="dk1"/>
                </a:solidFill>
                <a:latin typeface="Play"/>
                <a:ea typeface="Play"/>
                <a:cs typeface="Play"/>
                <a:sym typeface="Play"/>
              </a:defRPr>
            </a:lvl7pPr>
            <a:lvl8pPr indent="0" lvl="7" marL="0" algn="ctr">
              <a:spcBef>
                <a:spcPts val="0"/>
              </a:spcBef>
              <a:buNone/>
              <a:defRPr sz="1000">
                <a:solidFill>
                  <a:schemeClr val="dk1"/>
                </a:solidFill>
                <a:latin typeface="Play"/>
                <a:ea typeface="Play"/>
                <a:cs typeface="Play"/>
                <a:sym typeface="Play"/>
              </a:defRPr>
            </a:lvl8pPr>
            <a:lvl9pPr indent="0" lvl="8" marL="0" algn="ctr">
              <a:spcBef>
                <a:spcPts val="0"/>
              </a:spcBef>
              <a:buNone/>
              <a:defRPr sz="1000">
                <a:solidFill>
                  <a:schemeClr val="dk1"/>
                </a:solidFill>
                <a:latin typeface="Play"/>
                <a:ea typeface="Play"/>
                <a:cs typeface="Play"/>
                <a:sym typeface="Play"/>
              </a:defRPr>
            </a:lvl9pPr>
          </a:lstStyle>
          <a:p>
            <a:pPr indent="0" lvl="0" marL="0" rtl="0" algn="ctr">
              <a:spcBef>
                <a:spcPts val="0"/>
              </a:spcBef>
              <a:spcAft>
                <a:spcPts val="0"/>
              </a:spcAft>
              <a:buNone/>
            </a:pPr>
            <a:fld id="{00000000-1234-1234-1234-123412341234}" type="slidenum">
              <a:rPr lang="en-US"/>
              <a:t>‹#›</a:t>
            </a:fld>
            <a:endParaRPr/>
          </a:p>
        </p:txBody>
      </p:sp>
      <p:pic>
        <p:nvPicPr>
          <p:cNvPr id="208" name="Google Shape;208;p117"/>
          <p:cNvPicPr preferRelativeResize="0"/>
          <p:nvPr/>
        </p:nvPicPr>
        <p:blipFill rotWithShape="1">
          <a:blip r:embed="rId2">
            <a:alphaModFix/>
          </a:blip>
          <a:srcRect b="0" l="0" r="0" t="0"/>
          <a:stretch/>
        </p:blipFill>
        <p:spPr>
          <a:xfrm>
            <a:off x="10579394" y="6487319"/>
            <a:ext cx="1080977" cy="290623"/>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VersionEnd">
  <p:cSld name="USVersionEnd">
    <p:bg>
      <p:bgPr>
        <a:blipFill>
          <a:blip r:embed="rId2">
            <a:alphaModFix/>
          </a:blip>
          <a:stretch>
            <a:fillRect/>
          </a:stretch>
        </a:blipFill>
      </p:bgPr>
    </p:bg>
    <p:spTree>
      <p:nvGrpSpPr>
        <p:cNvPr id="209" name="Shape 209"/>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4 copy" type="tx">
  <p:cSld name="TITLE_AND_BODY">
    <p:spTree>
      <p:nvGrpSpPr>
        <p:cNvPr id="210" name="Shape 210"/>
        <p:cNvGrpSpPr/>
        <p:nvPr/>
      </p:nvGrpSpPr>
      <p:grpSpPr>
        <a:xfrm>
          <a:off x="0" y="0"/>
          <a:ext cx="0" cy="0"/>
          <a:chOff x="0" y="0"/>
          <a:chExt cx="0" cy="0"/>
        </a:xfrm>
      </p:grpSpPr>
      <p:sp>
        <p:nvSpPr>
          <p:cNvPr id="211" name="Google Shape;211;p119"/>
          <p:cNvSpPr/>
          <p:nvPr/>
        </p:nvSpPr>
        <p:spPr>
          <a:xfrm>
            <a:off x="11750073" y="-5406"/>
            <a:ext cx="438151" cy="6429217"/>
          </a:xfrm>
          <a:prstGeom prst="rect">
            <a:avLst/>
          </a:prstGeom>
          <a:solidFill>
            <a:srgbClr val="E9E9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212" name="Google Shape;212;p119"/>
          <p:cNvSpPr/>
          <p:nvPr/>
        </p:nvSpPr>
        <p:spPr>
          <a:xfrm rot="5400000">
            <a:off x="5660355" y="766299"/>
            <a:ext cx="438151" cy="11753431"/>
          </a:xfrm>
          <a:prstGeom prst="rect">
            <a:avLst/>
          </a:prstGeom>
          <a:solidFill>
            <a:srgbClr val="E9E9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cxnSp>
        <p:nvCxnSpPr>
          <p:cNvPr id="213" name="Google Shape;213;p119"/>
          <p:cNvCxnSpPr/>
          <p:nvPr/>
        </p:nvCxnSpPr>
        <p:spPr>
          <a:xfrm rot="10800000">
            <a:off x="388358" y="329449"/>
            <a:ext cx="3761390" cy="1"/>
          </a:xfrm>
          <a:prstGeom prst="straightConnector1">
            <a:avLst/>
          </a:prstGeom>
          <a:noFill/>
          <a:ln cap="flat" cmpd="sng" w="12700">
            <a:solidFill>
              <a:srgbClr val="A5A5A5"/>
            </a:solidFill>
            <a:prstDash val="solid"/>
            <a:miter lim="8000"/>
            <a:headEnd len="sm" w="sm" type="none"/>
            <a:tailEnd len="sm" w="sm" type="none"/>
          </a:ln>
        </p:spPr>
      </p:cxnSp>
      <p:sp>
        <p:nvSpPr>
          <p:cNvPr id="214" name="Google Shape;214;p119"/>
          <p:cNvSpPr txBox="1"/>
          <p:nvPr>
            <p:ph idx="1" type="body"/>
          </p:nvPr>
        </p:nvSpPr>
        <p:spPr>
          <a:xfrm>
            <a:off x="367358" y="445135"/>
            <a:ext cx="4001657" cy="247651"/>
          </a:xfrm>
          <a:prstGeom prst="rect">
            <a:avLst/>
          </a:prstGeom>
          <a:noFill/>
          <a:ln>
            <a:noFill/>
          </a:ln>
        </p:spPr>
        <p:txBody>
          <a:bodyPr anchorCtr="0" anchor="t" bIns="45700" lIns="91425" spcFirstLastPara="1" rIns="91425" wrap="square" tIns="45700">
            <a:spAutoFit/>
          </a:bodyPr>
          <a:lstStyle>
            <a:lvl1pPr indent="-228600" lvl="0" marL="457200" algn="l">
              <a:lnSpc>
                <a:spcPct val="80000"/>
              </a:lnSpc>
              <a:spcBef>
                <a:spcPts val="0"/>
              </a:spcBef>
              <a:spcAft>
                <a:spcPts val="0"/>
              </a:spcAft>
              <a:buClr>
                <a:srgbClr val="0D295C"/>
              </a:buClr>
              <a:buSzPts val="1200"/>
              <a:buNone/>
              <a:defRPr sz="1200">
                <a:solidFill>
                  <a:srgbClr val="0D295C"/>
                </a:solidFill>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5" name="Google Shape;215;p119"/>
          <p:cNvSpPr txBox="1"/>
          <p:nvPr>
            <p:ph idx="2" type="body"/>
          </p:nvPr>
        </p:nvSpPr>
        <p:spPr>
          <a:xfrm>
            <a:off x="367358" y="698500"/>
            <a:ext cx="2555441" cy="830997"/>
          </a:xfrm>
          <a:prstGeom prst="rect">
            <a:avLst/>
          </a:prstGeom>
          <a:noFill/>
          <a:ln>
            <a:noFill/>
          </a:ln>
        </p:spPr>
        <p:txBody>
          <a:bodyPr anchorCtr="0" anchor="t" bIns="45700" lIns="91425" spcFirstLastPara="1" rIns="91425" wrap="square" tIns="45700">
            <a:spAutoFit/>
          </a:bodyPr>
          <a:lstStyle>
            <a:lvl1pPr indent="-228600" lvl="0" marL="457200" algn="l">
              <a:lnSpc>
                <a:spcPct val="80000"/>
              </a:lnSpc>
              <a:spcBef>
                <a:spcPts val="0"/>
              </a:spcBef>
              <a:spcAft>
                <a:spcPts val="0"/>
              </a:spcAft>
              <a:buClr>
                <a:srgbClr val="0D295B"/>
              </a:buClr>
              <a:buSzPts val="3000"/>
              <a:buNone/>
              <a:defRPr sz="3000">
                <a:solidFill>
                  <a:srgbClr val="0D295B"/>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119"/>
          <p:cNvSpPr txBox="1"/>
          <p:nvPr>
            <p:ph idx="3" type="body"/>
          </p:nvPr>
        </p:nvSpPr>
        <p:spPr>
          <a:xfrm>
            <a:off x="344751" y="1828800"/>
            <a:ext cx="3764699" cy="1833881"/>
          </a:xfrm>
          <a:prstGeom prst="rect">
            <a:avLst/>
          </a:prstGeom>
          <a:noFill/>
          <a:ln>
            <a:noFill/>
          </a:ln>
        </p:spPr>
        <p:txBody>
          <a:bodyPr anchorCtr="0" anchor="t" bIns="91425" lIns="91425" spcFirstLastPara="1" rIns="91425" wrap="square" tIns="91425">
            <a:spAutoFit/>
          </a:bodyPr>
          <a:lstStyle>
            <a:lvl1pPr indent="-228600" lvl="0" marL="457200" algn="l">
              <a:lnSpc>
                <a:spcPct val="110000"/>
              </a:lnSpc>
              <a:spcBef>
                <a:spcPts val="1300"/>
              </a:spcBef>
              <a:spcAft>
                <a:spcPts val="0"/>
              </a:spcAft>
              <a:buClr>
                <a:schemeClr val="dk1"/>
              </a:buClr>
              <a:buSzPts val="1100"/>
              <a:buNone/>
              <a:defRPr sz="1100">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 name="Google Shape;217;p119"/>
          <p:cNvSpPr txBox="1"/>
          <p:nvPr>
            <p:ph idx="12" type="sldNum"/>
          </p:nvPr>
        </p:nvSpPr>
        <p:spPr>
          <a:xfrm>
            <a:off x="11883354" y="6540500"/>
            <a:ext cx="184287" cy="1905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900">
                <a:latin typeface="Helvetica Neue"/>
                <a:ea typeface="Helvetica Neue"/>
                <a:cs typeface="Helvetica Neue"/>
                <a:sym typeface="Helvetica Neue"/>
              </a:defRPr>
            </a:lvl1pPr>
            <a:lvl2pPr indent="0" lvl="1" marL="0" algn="l">
              <a:spcBef>
                <a:spcPts val="0"/>
              </a:spcBef>
              <a:buNone/>
              <a:defRPr sz="900">
                <a:latin typeface="Helvetica Neue"/>
                <a:ea typeface="Helvetica Neue"/>
                <a:cs typeface="Helvetica Neue"/>
                <a:sym typeface="Helvetica Neue"/>
              </a:defRPr>
            </a:lvl2pPr>
            <a:lvl3pPr indent="0" lvl="2" marL="0" algn="l">
              <a:spcBef>
                <a:spcPts val="0"/>
              </a:spcBef>
              <a:buNone/>
              <a:defRPr sz="900">
                <a:latin typeface="Helvetica Neue"/>
                <a:ea typeface="Helvetica Neue"/>
                <a:cs typeface="Helvetica Neue"/>
                <a:sym typeface="Helvetica Neue"/>
              </a:defRPr>
            </a:lvl3pPr>
            <a:lvl4pPr indent="0" lvl="3" marL="0" algn="l">
              <a:spcBef>
                <a:spcPts val="0"/>
              </a:spcBef>
              <a:buNone/>
              <a:defRPr sz="900">
                <a:latin typeface="Helvetica Neue"/>
                <a:ea typeface="Helvetica Neue"/>
                <a:cs typeface="Helvetica Neue"/>
                <a:sym typeface="Helvetica Neue"/>
              </a:defRPr>
            </a:lvl4pPr>
            <a:lvl5pPr indent="0" lvl="4" marL="0" algn="l">
              <a:spcBef>
                <a:spcPts val="0"/>
              </a:spcBef>
              <a:buNone/>
              <a:defRPr sz="900">
                <a:latin typeface="Helvetica Neue"/>
                <a:ea typeface="Helvetica Neue"/>
                <a:cs typeface="Helvetica Neue"/>
                <a:sym typeface="Helvetica Neue"/>
              </a:defRPr>
            </a:lvl5pPr>
            <a:lvl6pPr indent="0" lvl="5" marL="0" algn="l">
              <a:spcBef>
                <a:spcPts val="0"/>
              </a:spcBef>
              <a:buNone/>
              <a:defRPr sz="900">
                <a:latin typeface="Helvetica Neue"/>
                <a:ea typeface="Helvetica Neue"/>
                <a:cs typeface="Helvetica Neue"/>
                <a:sym typeface="Helvetica Neue"/>
              </a:defRPr>
            </a:lvl6pPr>
            <a:lvl7pPr indent="0" lvl="6" marL="0" algn="l">
              <a:spcBef>
                <a:spcPts val="0"/>
              </a:spcBef>
              <a:buNone/>
              <a:defRPr sz="900">
                <a:latin typeface="Helvetica Neue"/>
                <a:ea typeface="Helvetica Neue"/>
                <a:cs typeface="Helvetica Neue"/>
                <a:sym typeface="Helvetica Neue"/>
              </a:defRPr>
            </a:lvl7pPr>
            <a:lvl8pPr indent="0" lvl="7" marL="0" algn="l">
              <a:spcBef>
                <a:spcPts val="0"/>
              </a:spcBef>
              <a:buNone/>
              <a:defRPr sz="900">
                <a:latin typeface="Helvetica Neue"/>
                <a:ea typeface="Helvetica Neue"/>
                <a:cs typeface="Helvetica Neue"/>
                <a:sym typeface="Helvetica Neue"/>
              </a:defRPr>
            </a:lvl8pPr>
            <a:lvl9pPr indent="0" lvl="8" marL="0" algn="l">
              <a:spcBef>
                <a:spcPts val="0"/>
              </a:spcBef>
              <a:buNone/>
              <a:defRPr sz="900">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a:solidFill>
                <a:schemeClr val="dk1"/>
              </a:solidFill>
            </a:endParaRPr>
          </a:p>
        </p:txBody>
      </p:sp>
      <p:pic>
        <p:nvPicPr>
          <p:cNvPr descr="Image" id="218" name="Google Shape;218;p119"/>
          <p:cNvPicPr preferRelativeResize="0"/>
          <p:nvPr/>
        </p:nvPicPr>
        <p:blipFill rotWithShape="1">
          <a:blip r:embed="rId2">
            <a:alphaModFix/>
          </a:blip>
          <a:srcRect b="0" l="0" r="0" t="0"/>
          <a:stretch/>
        </p:blipFill>
        <p:spPr>
          <a:xfrm>
            <a:off x="10591014" y="6511152"/>
            <a:ext cx="989661" cy="261845"/>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2" name="Shape 222"/>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p:cSld name="1_title">
    <p:spTree>
      <p:nvGrpSpPr>
        <p:cNvPr id="223" name="Shape 223"/>
        <p:cNvGrpSpPr/>
        <p:nvPr/>
      </p:nvGrpSpPr>
      <p:grpSpPr>
        <a:xfrm>
          <a:off x="0" y="0"/>
          <a:ext cx="0" cy="0"/>
          <a:chOff x="0" y="0"/>
          <a:chExt cx="0" cy="0"/>
        </a:xfrm>
      </p:grpSpPr>
      <p:sp>
        <p:nvSpPr>
          <p:cNvPr id="224" name="Google Shape;224;p56"/>
          <p:cNvSpPr/>
          <p:nvPr>
            <p:ph idx="2" type="pic"/>
          </p:nvPr>
        </p:nvSpPr>
        <p:spPr>
          <a:xfrm>
            <a:off x="0" y="0"/>
            <a:ext cx="12192000" cy="6858000"/>
          </a:xfrm>
          <a:prstGeom prst="rect">
            <a:avLst/>
          </a:prstGeom>
          <a:noFill/>
          <a:ln>
            <a:noFill/>
          </a:ln>
        </p:spPr>
      </p:sp>
      <p:pic>
        <p:nvPicPr>
          <p:cNvPr id="225" name="Google Shape;225;p56"/>
          <p:cNvPicPr preferRelativeResize="0"/>
          <p:nvPr/>
        </p:nvPicPr>
        <p:blipFill rotWithShape="1">
          <a:blip r:embed="rId2">
            <a:alphaModFix/>
          </a:blip>
          <a:srcRect b="0" l="0" r="0" t="0"/>
          <a:stretch/>
        </p:blipFill>
        <p:spPr>
          <a:xfrm>
            <a:off x="0" y="0"/>
            <a:ext cx="7638757" cy="7638757"/>
          </a:xfrm>
          <a:prstGeom prst="rect">
            <a:avLst/>
          </a:prstGeom>
          <a:noFill/>
          <a:ln>
            <a:noFill/>
          </a:ln>
        </p:spPr>
      </p:pic>
      <p:pic>
        <p:nvPicPr>
          <p:cNvPr id="226" name="Google Shape;226;p56"/>
          <p:cNvPicPr preferRelativeResize="0"/>
          <p:nvPr/>
        </p:nvPicPr>
        <p:blipFill rotWithShape="1">
          <a:blip r:embed="rId3">
            <a:alphaModFix/>
          </a:blip>
          <a:srcRect b="0" l="0" r="0" t="0"/>
          <a:stretch/>
        </p:blipFill>
        <p:spPr>
          <a:xfrm>
            <a:off x="1379122" y="1392116"/>
            <a:ext cx="1358900" cy="838200"/>
          </a:xfrm>
          <a:prstGeom prst="rect">
            <a:avLst/>
          </a:prstGeom>
          <a:noFill/>
          <a:ln>
            <a:noFill/>
          </a:ln>
        </p:spPr>
      </p:pic>
      <p:sp>
        <p:nvSpPr>
          <p:cNvPr id="227" name="Google Shape;227;p56"/>
          <p:cNvSpPr txBox="1"/>
          <p:nvPr>
            <p:ph type="ctrTitle"/>
          </p:nvPr>
        </p:nvSpPr>
        <p:spPr>
          <a:xfrm>
            <a:off x="1264245" y="2920341"/>
            <a:ext cx="4566715"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56"/>
          <p:cNvSpPr txBox="1"/>
          <p:nvPr>
            <p:ph idx="1" type="subTitle"/>
          </p:nvPr>
        </p:nvSpPr>
        <p:spPr>
          <a:xfrm>
            <a:off x="1264245" y="4887268"/>
            <a:ext cx="4566715"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p:cSld name="2_title">
    <p:bg>
      <p:bgPr>
        <a:solidFill>
          <a:srgbClr val="1F31AD"/>
        </a:solidFill>
      </p:bgPr>
    </p:bg>
    <p:spTree>
      <p:nvGrpSpPr>
        <p:cNvPr id="229" name="Shape 229"/>
        <p:cNvGrpSpPr/>
        <p:nvPr/>
      </p:nvGrpSpPr>
      <p:grpSpPr>
        <a:xfrm>
          <a:off x="0" y="0"/>
          <a:ext cx="0" cy="0"/>
          <a:chOff x="0" y="0"/>
          <a:chExt cx="0" cy="0"/>
        </a:xfrm>
      </p:grpSpPr>
      <p:sp>
        <p:nvSpPr>
          <p:cNvPr id="230" name="Google Shape;230;p57"/>
          <p:cNvSpPr txBox="1"/>
          <p:nvPr>
            <p:ph type="ctrTitle"/>
          </p:nvPr>
        </p:nvSpPr>
        <p:spPr>
          <a:xfrm>
            <a:off x="8090008" y="1554148"/>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500"/>
              <a:buFont typeface="Play"/>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57"/>
          <p:cNvSpPr txBox="1"/>
          <p:nvPr>
            <p:ph idx="1" type="subTitle"/>
          </p:nvPr>
        </p:nvSpPr>
        <p:spPr>
          <a:xfrm>
            <a:off x="8090008" y="3521075"/>
            <a:ext cx="3598410"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32" name="Google Shape;232;p57"/>
          <p:cNvPicPr preferRelativeResize="0"/>
          <p:nvPr/>
        </p:nvPicPr>
        <p:blipFill rotWithShape="1">
          <a:blip r:embed="rId2">
            <a:alphaModFix/>
          </a:blip>
          <a:srcRect b="0" l="0" r="0" t="0"/>
          <a:stretch/>
        </p:blipFill>
        <p:spPr>
          <a:xfrm>
            <a:off x="-1" y="5983357"/>
            <a:ext cx="874643" cy="874643"/>
          </a:xfrm>
          <a:prstGeom prst="rect">
            <a:avLst/>
          </a:prstGeom>
          <a:noFill/>
          <a:ln>
            <a:noFill/>
          </a:ln>
        </p:spPr>
      </p:pic>
      <p:sp>
        <p:nvSpPr>
          <p:cNvPr id="233" name="Google Shape;233;p57"/>
          <p:cNvSpPr/>
          <p:nvPr>
            <p:ph idx="2" type="pic"/>
          </p:nvPr>
        </p:nvSpPr>
        <p:spPr>
          <a:xfrm>
            <a:off x="874642" y="-695294"/>
            <a:ext cx="6678652" cy="6678652"/>
          </a:xfrm>
          <a:prstGeom prst="flowChartDelay">
            <a:avLst/>
          </a:prstGeom>
          <a:noFill/>
          <a:ln>
            <a:noFill/>
          </a:ln>
        </p:spPr>
      </p:sp>
      <p:pic>
        <p:nvPicPr>
          <p:cNvPr id="234" name="Google Shape;234;p57"/>
          <p:cNvPicPr preferRelativeResize="0"/>
          <p:nvPr/>
        </p:nvPicPr>
        <p:blipFill rotWithShape="1">
          <a:blip r:embed="rId3">
            <a:alphaModFix/>
          </a:blip>
          <a:srcRect b="0" l="0" r="0" t="0"/>
          <a:stretch/>
        </p:blipFill>
        <p:spPr>
          <a:xfrm>
            <a:off x="8926848" y="5621866"/>
            <a:ext cx="2523761" cy="665177"/>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p:cSld name="3_title">
    <p:bg>
      <p:bgPr>
        <a:solidFill>
          <a:srgbClr val="DCDCDC"/>
        </a:solidFill>
      </p:bgPr>
    </p:bg>
    <p:spTree>
      <p:nvGrpSpPr>
        <p:cNvPr id="235" name="Shape 235"/>
        <p:cNvGrpSpPr/>
        <p:nvPr/>
      </p:nvGrpSpPr>
      <p:grpSpPr>
        <a:xfrm>
          <a:off x="0" y="0"/>
          <a:ext cx="0" cy="0"/>
          <a:chOff x="0" y="0"/>
          <a:chExt cx="0" cy="0"/>
        </a:xfrm>
      </p:grpSpPr>
      <p:sp>
        <p:nvSpPr>
          <p:cNvPr id="236" name="Google Shape;236;p58"/>
          <p:cNvSpPr txBox="1"/>
          <p:nvPr>
            <p:ph type="ctrTitle"/>
          </p:nvPr>
        </p:nvSpPr>
        <p:spPr>
          <a:xfrm>
            <a:off x="7118003" y="2330005"/>
            <a:ext cx="435137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000000"/>
              </a:buClr>
              <a:buSzPts val="5000"/>
              <a:buFont typeface="Play"/>
              <a:buNone/>
              <a:defRPr sz="5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58"/>
          <p:cNvSpPr txBox="1"/>
          <p:nvPr>
            <p:ph idx="1" type="subTitle"/>
          </p:nvPr>
        </p:nvSpPr>
        <p:spPr>
          <a:xfrm>
            <a:off x="7118003" y="4296932"/>
            <a:ext cx="435137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38" name="Google Shape;238;p58"/>
          <p:cNvPicPr preferRelativeResize="0"/>
          <p:nvPr/>
        </p:nvPicPr>
        <p:blipFill rotWithShape="1">
          <a:blip r:embed="rId2">
            <a:alphaModFix/>
          </a:blip>
          <a:srcRect b="0" l="0" r="0" t="0"/>
          <a:stretch/>
        </p:blipFill>
        <p:spPr>
          <a:xfrm>
            <a:off x="-1" y="0"/>
            <a:ext cx="722625" cy="722625"/>
          </a:xfrm>
          <a:prstGeom prst="rect">
            <a:avLst/>
          </a:prstGeom>
          <a:noFill/>
          <a:ln>
            <a:noFill/>
          </a:ln>
        </p:spPr>
      </p:pic>
      <p:sp>
        <p:nvSpPr>
          <p:cNvPr id="239" name="Google Shape;239;p58"/>
          <p:cNvSpPr/>
          <p:nvPr>
            <p:ph idx="2" type="pic"/>
          </p:nvPr>
        </p:nvSpPr>
        <p:spPr>
          <a:xfrm>
            <a:off x="722624" y="724112"/>
            <a:ext cx="5517866" cy="5517866"/>
          </a:xfrm>
          <a:prstGeom prst="flowChartDelay">
            <a:avLst/>
          </a:prstGeom>
          <a:noFill/>
          <a:ln>
            <a:noFill/>
          </a:ln>
        </p:spPr>
      </p:sp>
      <p:pic>
        <p:nvPicPr>
          <p:cNvPr id="240" name="Google Shape;240;p58"/>
          <p:cNvPicPr preferRelativeResize="0"/>
          <p:nvPr/>
        </p:nvPicPr>
        <p:blipFill rotWithShape="1">
          <a:blip r:embed="rId3">
            <a:alphaModFix/>
          </a:blip>
          <a:srcRect b="0" l="0" r="0" t="0"/>
          <a:stretch/>
        </p:blipFill>
        <p:spPr>
          <a:xfrm>
            <a:off x="6462165" y="995711"/>
            <a:ext cx="2281959" cy="604907"/>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p:cSld name="4_title">
    <p:spTree>
      <p:nvGrpSpPr>
        <p:cNvPr id="241" name="Shape 241"/>
        <p:cNvGrpSpPr/>
        <p:nvPr/>
      </p:nvGrpSpPr>
      <p:grpSpPr>
        <a:xfrm>
          <a:off x="0" y="0"/>
          <a:ext cx="0" cy="0"/>
          <a:chOff x="0" y="0"/>
          <a:chExt cx="0" cy="0"/>
        </a:xfrm>
      </p:grpSpPr>
      <p:sp>
        <p:nvSpPr>
          <p:cNvPr id="242" name="Google Shape;242;p59"/>
          <p:cNvSpPr/>
          <p:nvPr>
            <p:ph idx="2" type="pic"/>
          </p:nvPr>
        </p:nvSpPr>
        <p:spPr>
          <a:xfrm>
            <a:off x="0" y="0"/>
            <a:ext cx="12192000" cy="6858000"/>
          </a:xfrm>
          <a:prstGeom prst="rect">
            <a:avLst/>
          </a:prstGeom>
          <a:noFill/>
          <a:ln>
            <a:noFill/>
          </a:ln>
        </p:spPr>
      </p:sp>
      <p:pic>
        <p:nvPicPr>
          <p:cNvPr id="243" name="Google Shape;243;p59"/>
          <p:cNvPicPr preferRelativeResize="0"/>
          <p:nvPr/>
        </p:nvPicPr>
        <p:blipFill rotWithShape="1">
          <a:blip r:embed="rId2">
            <a:alphaModFix/>
          </a:blip>
          <a:srcRect b="0" l="0" r="0" t="0"/>
          <a:stretch/>
        </p:blipFill>
        <p:spPr>
          <a:xfrm>
            <a:off x="-1" y="-3491246"/>
            <a:ext cx="10358214" cy="10358214"/>
          </a:xfrm>
          <a:prstGeom prst="rect">
            <a:avLst/>
          </a:prstGeom>
          <a:noFill/>
          <a:ln>
            <a:noFill/>
          </a:ln>
        </p:spPr>
      </p:pic>
      <p:sp>
        <p:nvSpPr>
          <p:cNvPr id="244" name="Google Shape;244;p59"/>
          <p:cNvSpPr/>
          <p:nvPr>
            <p:ph idx="3" type="pic"/>
          </p:nvPr>
        </p:nvSpPr>
        <p:spPr>
          <a:xfrm>
            <a:off x="0" y="0"/>
            <a:ext cx="12192000" cy="6858000"/>
          </a:xfrm>
          <a:prstGeom prst="rect">
            <a:avLst/>
          </a:prstGeom>
          <a:noFill/>
          <a:ln>
            <a:noFill/>
          </a:ln>
        </p:spPr>
      </p:sp>
      <p:sp>
        <p:nvSpPr>
          <p:cNvPr id="245" name="Google Shape;245;p59"/>
          <p:cNvSpPr txBox="1"/>
          <p:nvPr>
            <p:ph type="ctrTitle"/>
          </p:nvPr>
        </p:nvSpPr>
        <p:spPr>
          <a:xfrm>
            <a:off x="1833787" y="786741"/>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6" name="Google Shape;246;p59"/>
          <p:cNvSpPr txBox="1"/>
          <p:nvPr>
            <p:ph idx="1" type="subTitle"/>
          </p:nvPr>
        </p:nvSpPr>
        <p:spPr>
          <a:xfrm>
            <a:off x="1833787" y="2753669"/>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47" name="Google Shape;247;p59"/>
          <p:cNvPicPr preferRelativeResize="0"/>
          <p:nvPr/>
        </p:nvPicPr>
        <p:blipFill rotWithShape="1">
          <a:blip r:embed="rId3">
            <a:alphaModFix/>
          </a:blip>
          <a:srcRect b="0" l="0" r="0" t="0"/>
          <a:stretch/>
        </p:blipFill>
        <p:spPr>
          <a:xfrm>
            <a:off x="8926848" y="5621866"/>
            <a:ext cx="2523761" cy="665177"/>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p:cSld name="1_divider">
    <p:bg>
      <p:bgPr>
        <a:solidFill>
          <a:srgbClr val="1F31AD"/>
        </a:solidFill>
      </p:bgPr>
    </p:bg>
    <p:spTree>
      <p:nvGrpSpPr>
        <p:cNvPr id="248" name="Shape 248"/>
        <p:cNvGrpSpPr/>
        <p:nvPr/>
      </p:nvGrpSpPr>
      <p:grpSpPr>
        <a:xfrm>
          <a:off x="0" y="0"/>
          <a:ext cx="0" cy="0"/>
          <a:chOff x="0" y="0"/>
          <a:chExt cx="0" cy="0"/>
        </a:xfrm>
      </p:grpSpPr>
      <p:pic>
        <p:nvPicPr>
          <p:cNvPr id="249" name="Google Shape;249;p60"/>
          <p:cNvPicPr preferRelativeResize="0"/>
          <p:nvPr/>
        </p:nvPicPr>
        <p:blipFill rotWithShape="1">
          <a:blip r:embed="rId2">
            <a:alphaModFix/>
          </a:blip>
          <a:srcRect b="0" l="0" r="0" t="0"/>
          <a:stretch/>
        </p:blipFill>
        <p:spPr>
          <a:xfrm>
            <a:off x="0" y="0"/>
            <a:ext cx="8518358" cy="8518358"/>
          </a:xfrm>
          <a:prstGeom prst="rect">
            <a:avLst/>
          </a:prstGeom>
          <a:noFill/>
          <a:ln>
            <a:noFill/>
          </a:ln>
        </p:spPr>
      </p:pic>
      <p:sp>
        <p:nvSpPr>
          <p:cNvPr id="250" name="Google Shape;250;p60"/>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60"/>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52" name="Google Shape;252;p60"/>
          <p:cNvPicPr preferRelativeResize="0"/>
          <p:nvPr/>
        </p:nvPicPr>
        <p:blipFill rotWithShape="1">
          <a:blip r:embed="rId3">
            <a:alphaModFix/>
          </a:blip>
          <a:srcRect b="0" l="0" r="0" t="0"/>
          <a:stretch/>
        </p:blipFill>
        <p:spPr>
          <a:xfrm>
            <a:off x="1352549" y="288758"/>
            <a:ext cx="1352277" cy="356414"/>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p:cSld name="2_divider">
    <p:bg>
      <p:bgPr>
        <a:solidFill>
          <a:srgbClr val="5B69FF"/>
        </a:solidFill>
      </p:bgPr>
    </p:bg>
    <p:spTree>
      <p:nvGrpSpPr>
        <p:cNvPr id="253" name="Shape 253"/>
        <p:cNvGrpSpPr/>
        <p:nvPr/>
      </p:nvGrpSpPr>
      <p:grpSpPr>
        <a:xfrm>
          <a:off x="0" y="0"/>
          <a:ext cx="0" cy="0"/>
          <a:chOff x="0" y="0"/>
          <a:chExt cx="0" cy="0"/>
        </a:xfrm>
      </p:grpSpPr>
      <p:pic>
        <p:nvPicPr>
          <p:cNvPr id="254" name="Google Shape;254;p61"/>
          <p:cNvPicPr preferRelativeResize="0"/>
          <p:nvPr/>
        </p:nvPicPr>
        <p:blipFill rotWithShape="1">
          <a:blip r:embed="rId2">
            <a:alphaModFix/>
          </a:blip>
          <a:srcRect b="0" l="0" r="0" t="0"/>
          <a:stretch/>
        </p:blipFill>
        <p:spPr>
          <a:xfrm>
            <a:off x="-18007" y="-2896617"/>
            <a:ext cx="9763585" cy="9763585"/>
          </a:xfrm>
          <a:prstGeom prst="rect">
            <a:avLst/>
          </a:prstGeom>
          <a:noFill/>
          <a:ln>
            <a:noFill/>
          </a:ln>
        </p:spPr>
      </p:pic>
      <p:sp>
        <p:nvSpPr>
          <p:cNvPr id="255" name="Google Shape;255;p61"/>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61"/>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57" name="Google Shape;257;p61"/>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p:cSld name="3_divider">
    <p:bg>
      <p:bgPr>
        <a:solidFill>
          <a:srgbClr val="98A1FF"/>
        </a:solidFill>
      </p:bgPr>
    </p:bg>
    <p:spTree>
      <p:nvGrpSpPr>
        <p:cNvPr id="258" name="Shape 258"/>
        <p:cNvGrpSpPr/>
        <p:nvPr/>
      </p:nvGrpSpPr>
      <p:grpSpPr>
        <a:xfrm>
          <a:off x="0" y="0"/>
          <a:ext cx="0" cy="0"/>
          <a:chOff x="0" y="0"/>
          <a:chExt cx="0" cy="0"/>
        </a:xfrm>
      </p:grpSpPr>
      <p:sp>
        <p:nvSpPr>
          <p:cNvPr id="259" name="Google Shape;259;p62"/>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62"/>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61" name="Google Shape;261;p62"/>
          <p:cNvPicPr preferRelativeResize="0"/>
          <p:nvPr/>
        </p:nvPicPr>
        <p:blipFill rotWithShape="1">
          <a:blip r:embed="rId2">
            <a:alphaModFix/>
          </a:blip>
          <a:srcRect b="0" l="0" r="0" t="0"/>
          <a:stretch/>
        </p:blipFill>
        <p:spPr>
          <a:xfrm>
            <a:off x="-1" y="5983357"/>
            <a:ext cx="874643" cy="874643"/>
          </a:xfrm>
          <a:prstGeom prst="rect">
            <a:avLst/>
          </a:prstGeom>
          <a:noFill/>
          <a:ln>
            <a:noFill/>
          </a:ln>
        </p:spPr>
      </p:pic>
      <p:sp>
        <p:nvSpPr>
          <p:cNvPr id="262" name="Google Shape;262;p62"/>
          <p:cNvSpPr/>
          <p:nvPr>
            <p:ph idx="2" type="pic"/>
          </p:nvPr>
        </p:nvSpPr>
        <p:spPr>
          <a:xfrm>
            <a:off x="874642" y="-695294"/>
            <a:ext cx="6678652" cy="6678652"/>
          </a:xfrm>
          <a:prstGeom prst="flowChartDelay">
            <a:avLst/>
          </a:prstGeom>
          <a:noFill/>
          <a:ln>
            <a:noFill/>
          </a:ln>
        </p:spPr>
      </p:sp>
      <p:pic>
        <p:nvPicPr>
          <p:cNvPr id="263" name="Google Shape;263;p62"/>
          <p:cNvPicPr preferRelativeResize="0"/>
          <p:nvPr/>
        </p:nvPicPr>
        <p:blipFill rotWithShape="1">
          <a:blip r:embed="rId3">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vider">
  <p:cSld name="4_divider">
    <p:bg>
      <p:bgPr>
        <a:solidFill>
          <a:srgbClr val="C81326"/>
        </a:solidFill>
      </p:bgPr>
    </p:bg>
    <p:spTree>
      <p:nvGrpSpPr>
        <p:cNvPr id="264" name="Shape 264"/>
        <p:cNvGrpSpPr/>
        <p:nvPr/>
      </p:nvGrpSpPr>
      <p:grpSpPr>
        <a:xfrm>
          <a:off x="0" y="0"/>
          <a:ext cx="0" cy="0"/>
          <a:chOff x="0" y="0"/>
          <a:chExt cx="0" cy="0"/>
        </a:xfrm>
      </p:grpSpPr>
      <p:sp>
        <p:nvSpPr>
          <p:cNvPr id="265" name="Google Shape;265;p63"/>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63"/>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67" name="Google Shape;267;p63"/>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268" name="Google Shape;268;p63"/>
          <p:cNvPicPr preferRelativeResize="0"/>
          <p:nvPr/>
        </p:nvPicPr>
        <p:blipFill rotWithShape="1">
          <a:blip r:embed="rId3">
            <a:alphaModFix/>
          </a:blip>
          <a:srcRect b="0" l="0" r="0" t="0"/>
          <a:stretch/>
        </p:blipFill>
        <p:spPr>
          <a:xfrm>
            <a:off x="-1" y="-1"/>
            <a:ext cx="8518357" cy="8518357"/>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ivider">
  <p:cSld name="5_divider">
    <p:bg>
      <p:bgPr>
        <a:solidFill>
          <a:srgbClr val="FF5660"/>
        </a:solidFill>
      </p:bgPr>
    </p:bg>
    <p:spTree>
      <p:nvGrpSpPr>
        <p:cNvPr id="269" name="Shape 269"/>
        <p:cNvGrpSpPr/>
        <p:nvPr/>
      </p:nvGrpSpPr>
      <p:grpSpPr>
        <a:xfrm>
          <a:off x="0" y="0"/>
          <a:ext cx="0" cy="0"/>
          <a:chOff x="0" y="0"/>
          <a:chExt cx="0" cy="0"/>
        </a:xfrm>
      </p:grpSpPr>
      <p:pic>
        <p:nvPicPr>
          <p:cNvPr id="270" name="Google Shape;270;p64"/>
          <p:cNvPicPr preferRelativeResize="0"/>
          <p:nvPr/>
        </p:nvPicPr>
        <p:blipFill rotWithShape="1">
          <a:blip r:embed="rId2">
            <a:alphaModFix/>
          </a:blip>
          <a:srcRect b="0" l="0" r="0" t="0"/>
          <a:stretch/>
        </p:blipFill>
        <p:spPr>
          <a:xfrm>
            <a:off x="-18008" y="-2891071"/>
            <a:ext cx="9763585" cy="9763585"/>
          </a:xfrm>
          <a:prstGeom prst="rect">
            <a:avLst/>
          </a:prstGeom>
          <a:noFill/>
          <a:ln>
            <a:noFill/>
          </a:ln>
        </p:spPr>
      </p:pic>
      <p:sp>
        <p:nvSpPr>
          <p:cNvPr id="271" name="Google Shape;271;p64"/>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64"/>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73" name="Google Shape;273;p64"/>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divider">
  <p:cSld name="6_divider">
    <p:bg>
      <p:bgPr>
        <a:solidFill>
          <a:srgbClr val="FF858A"/>
        </a:solidFill>
      </p:bgPr>
    </p:bg>
    <p:spTree>
      <p:nvGrpSpPr>
        <p:cNvPr id="274" name="Shape 274"/>
        <p:cNvGrpSpPr/>
        <p:nvPr/>
      </p:nvGrpSpPr>
      <p:grpSpPr>
        <a:xfrm>
          <a:off x="0" y="0"/>
          <a:ext cx="0" cy="0"/>
          <a:chOff x="0" y="0"/>
          <a:chExt cx="0" cy="0"/>
        </a:xfrm>
      </p:grpSpPr>
      <p:sp>
        <p:nvSpPr>
          <p:cNvPr id="275" name="Google Shape;275;p65"/>
          <p:cNvSpPr txBox="1"/>
          <p:nvPr>
            <p:ph type="ctrTitle"/>
          </p:nvPr>
        </p:nvSpPr>
        <p:spPr>
          <a:xfrm>
            <a:off x="8017438" y="1842906"/>
            <a:ext cx="3598410" cy="1874852"/>
          </a:xfrm>
          <a:prstGeom prst="rect">
            <a:avLst/>
          </a:prstGeom>
          <a:solidFill>
            <a:srgbClr val="FF858A"/>
          </a:solid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65"/>
          <p:cNvSpPr txBox="1"/>
          <p:nvPr>
            <p:ph idx="1" type="subTitle"/>
          </p:nvPr>
        </p:nvSpPr>
        <p:spPr>
          <a:xfrm>
            <a:off x="8017438" y="3809833"/>
            <a:ext cx="3598410" cy="930609"/>
          </a:xfrm>
          <a:prstGeom prst="rect">
            <a:avLst/>
          </a:prstGeom>
          <a:solidFill>
            <a:srgbClr val="FF858A"/>
          </a:solid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77" name="Google Shape;277;p65"/>
          <p:cNvSpPr/>
          <p:nvPr>
            <p:ph idx="2" type="pic"/>
          </p:nvPr>
        </p:nvSpPr>
        <p:spPr>
          <a:xfrm>
            <a:off x="874642" y="-695294"/>
            <a:ext cx="6678652" cy="6678652"/>
          </a:xfrm>
          <a:prstGeom prst="flowChartDelay">
            <a:avLst/>
          </a:prstGeom>
          <a:noFill/>
          <a:ln>
            <a:noFill/>
          </a:ln>
        </p:spPr>
      </p:sp>
      <p:sp>
        <p:nvSpPr>
          <p:cNvPr id="278" name="Google Shape;278;p65"/>
          <p:cNvSpPr/>
          <p:nvPr/>
        </p:nvSpPr>
        <p:spPr>
          <a:xfrm>
            <a:off x="0" y="5983356"/>
            <a:ext cx="874643" cy="874643"/>
          </a:xfrm>
          <a:prstGeom prst="rect">
            <a:avLst/>
          </a:prstGeom>
          <a:solidFill>
            <a:srgbClr val="FFB6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279" name="Google Shape;279;p65"/>
          <p:cNvPicPr preferRelativeResize="0"/>
          <p:nvPr/>
        </p:nvPicPr>
        <p:blipFill rotWithShape="1">
          <a:blip r:embed="rId2">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divider">
  <p:cSld name="7_divider">
    <p:bg>
      <p:bgPr>
        <a:solidFill>
          <a:srgbClr val="005C84"/>
        </a:solidFill>
      </p:bgPr>
    </p:bg>
    <p:spTree>
      <p:nvGrpSpPr>
        <p:cNvPr id="280" name="Shape 280"/>
        <p:cNvGrpSpPr/>
        <p:nvPr/>
      </p:nvGrpSpPr>
      <p:grpSpPr>
        <a:xfrm>
          <a:off x="0" y="0"/>
          <a:ext cx="0" cy="0"/>
          <a:chOff x="0" y="0"/>
          <a:chExt cx="0" cy="0"/>
        </a:xfrm>
      </p:grpSpPr>
      <p:sp>
        <p:nvSpPr>
          <p:cNvPr id="281" name="Google Shape;281;p66"/>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66"/>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83" name="Google Shape;283;p66"/>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284" name="Google Shape;284;p66"/>
          <p:cNvPicPr preferRelativeResize="0"/>
          <p:nvPr/>
        </p:nvPicPr>
        <p:blipFill rotWithShape="1">
          <a:blip r:embed="rId3">
            <a:alphaModFix/>
          </a:blip>
          <a:srcRect b="0" l="0" r="0" t="0"/>
          <a:stretch/>
        </p:blipFill>
        <p:spPr>
          <a:xfrm>
            <a:off x="0" y="-1"/>
            <a:ext cx="8518356" cy="851835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divider">
  <p:cSld name="8_divider">
    <p:bg>
      <p:bgPr>
        <a:solidFill>
          <a:srgbClr val="02C8FD"/>
        </a:solidFill>
      </p:bgPr>
    </p:bg>
    <p:spTree>
      <p:nvGrpSpPr>
        <p:cNvPr id="285" name="Shape 285"/>
        <p:cNvGrpSpPr/>
        <p:nvPr/>
      </p:nvGrpSpPr>
      <p:grpSpPr>
        <a:xfrm>
          <a:off x="0" y="0"/>
          <a:ext cx="0" cy="0"/>
          <a:chOff x="0" y="0"/>
          <a:chExt cx="0" cy="0"/>
        </a:xfrm>
      </p:grpSpPr>
      <p:pic>
        <p:nvPicPr>
          <p:cNvPr id="286" name="Google Shape;286;p67"/>
          <p:cNvPicPr preferRelativeResize="0"/>
          <p:nvPr/>
        </p:nvPicPr>
        <p:blipFill rotWithShape="1">
          <a:blip r:embed="rId2">
            <a:alphaModFix/>
          </a:blip>
          <a:srcRect b="0" l="0" r="0" t="0"/>
          <a:stretch/>
        </p:blipFill>
        <p:spPr>
          <a:xfrm>
            <a:off x="-14515" y="-2893472"/>
            <a:ext cx="9760092" cy="9760092"/>
          </a:xfrm>
          <a:prstGeom prst="rect">
            <a:avLst/>
          </a:prstGeom>
          <a:noFill/>
          <a:ln>
            <a:noFill/>
          </a:ln>
        </p:spPr>
      </p:pic>
      <p:sp>
        <p:nvSpPr>
          <p:cNvPr id="287" name="Google Shape;287;p67"/>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67"/>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89" name="Google Shape;289;p67"/>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divider">
  <p:cSld name="9_divider">
    <p:bg>
      <p:bgPr>
        <a:solidFill>
          <a:srgbClr val="7ADEFF"/>
        </a:solidFill>
      </p:bgPr>
    </p:bg>
    <p:spTree>
      <p:nvGrpSpPr>
        <p:cNvPr id="290" name="Shape 290"/>
        <p:cNvGrpSpPr/>
        <p:nvPr/>
      </p:nvGrpSpPr>
      <p:grpSpPr>
        <a:xfrm>
          <a:off x="0" y="0"/>
          <a:ext cx="0" cy="0"/>
          <a:chOff x="0" y="0"/>
          <a:chExt cx="0" cy="0"/>
        </a:xfrm>
      </p:grpSpPr>
      <p:sp>
        <p:nvSpPr>
          <p:cNvPr id="291" name="Google Shape;291;p68"/>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2" name="Google Shape;292;p68"/>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3" name="Google Shape;293;p68"/>
          <p:cNvSpPr/>
          <p:nvPr>
            <p:ph idx="2" type="pic"/>
          </p:nvPr>
        </p:nvSpPr>
        <p:spPr>
          <a:xfrm>
            <a:off x="874642" y="-695294"/>
            <a:ext cx="6678652" cy="6678652"/>
          </a:xfrm>
          <a:prstGeom prst="flowChartDelay">
            <a:avLst/>
          </a:prstGeom>
          <a:noFill/>
          <a:ln>
            <a:noFill/>
          </a:ln>
        </p:spPr>
      </p:sp>
      <p:sp>
        <p:nvSpPr>
          <p:cNvPr id="294" name="Google Shape;294;p68"/>
          <p:cNvSpPr/>
          <p:nvPr/>
        </p:nvSpPr>
        <p:spPr>
          <a:xfrm>
            <a:off x="0" y="5983356"/>
            <a:ext cx="874643" cy="874643"/>
          </a:xfrm>
          <a:prstGeom prst="rect">
            <a:avLst/>
          </a:prstGeom>
          <a:solidFill>
            <a:srgbClr val="02C8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295" name="Google Shape;295;p68"/>
          <p:cNvPicPr preferRelativeResize="0"/>
          <p:nvPr/>
        </p:nvPicPr>
        <p:blipFill rotWithShape="1">
          <a:blip r:embed="rId2">
            <a:alphaModFix/>
          </a:blip>
          <a:srcRect b="0" l="0" r="0" t="0"/>
          <a:stretch/>
        </p:blipFill>
        <p:spPr>
          <a:xfrm>
            <a:off x="1919978" y="7168467"/>
            <a:ext cx="8268750" cy="6858000"/>
          </a:xfrm>
          <a:prstGeom prst="rect">
            <a:avLst/>
          </a:prstGeom>
          <a:noFill/>
          <a:ln>
            <a:noFill/>
          </a:ln>
        </p:spPr>
      </p:pic>
      <p:pic>
        <p:nvPicPr>
          <p:cNvPr id="296" name="Google Shape;296;p68"/>
          <p:cNvPicPr preferRelativeResize="0"/>
          <p:nvPr/>
        </p:nvPicPr>
        <p:blipFill rotWithShape="1">
          <a:blip r:embed="rId3">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divider">
  <p:cSld name="10_divider">
    <p:bg>
      <p:bgPr>
        <a:solidFill>
          <a:srgbClr val="CA8F00"/>
        </a:solidFill>
      </p:bgPr>
    </p:bg>
    <p:spTree>
      <p:nvGrpSpPr>
        <p:cNvPr id="297" name="Shape 297"/>
        <p:cNvGrpSpPr/>
        <p:nvPr/>
      </p:nvGrpSpPr>
      <p:grpSpPr>
        <a:xfrm>
          <a:off x="0" y="0"/>
          <a:ext cx="0" cy="0"/>
          <a:chOff x="0" y="0"/>
          <a:chExt cx="0" cy="0"/>
        </a:xfrm>
      </p:grpSpPr>
      <p:sp>
        <p:nvSpPr>
          <p:cNvPr id="298" name="Google Shape;298;p69"/>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69"/>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00" name="Google Shape;300;p69"/>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301" name="Google Shape;301;p69"/>
          <p:cNvPicPr preferRelativeResize="0"/>
          <p:nvPr/>
        </p:nvPicPr>
        <p:blipFill rotWithShape="1">
          <a:blip r:embed="rId3">
            <a:alphaModFix/>
          </a:blip>
          <a:srcRect b="0" l="0" r="0" t="0"/>
          <a:stretch/>
        </p:blipFill>
        <p:spPr>
          <a:xfrm>
            <a:off x="0" y="0"/>
            <a:ext cx="8518356" cy="851835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divider">
  <p:cSld name="11_divider">
    <p:bg>
      <p:bgPr>
        <a:solidFill>
          <a:srgbClr val="F7CC4A"/>
        </a:solidFill>
      </p:bgPr>
    </p:bg>
    <p:spTree>
      <p:nvGrpSpPr>
        <p:cNvPr id="302" name="Shape 302"/>
        <p:cNvGrpSpPr/>
        <p:nvPr/>
      </p:nvGrpSpPr>
      <p:grpSpPr>
        <a:xfrm>
          <a:off x="0" y="0"/>
          <a:ext cx="0" cy="0"/>
          <a:chOff x="0" y="0"/>
          <a:chExt cx="0" cy="0"/>
        </a:xfrm>
      </p:grpSpPr>
      <p:pic>
        <p:nvPicPr>
          <p:cNvPr id="303" name="Google Shape;303;p70"/>
          <p:cNvPicPr preferRelativeResize="0"/>
          <p:nvPr/>
        </p:nvPicPr>
        <p:blipFill rotWithShape="1">
          <a:blip r:embed="rId2">
            <a:alphaModFix/>
          </a:blip>
          <a:srcRect b="0" l="0" r="0" t="0"/>
          <a:stretch/>
        </p:blipFill>
        <p:spPr>
          <a:xfrm>
            <a:off x="-14516" y="-2893471"/>
            <a:ext cx="9760091" cy="9760091"/>
          </a:xfrm>
          <a:prstGeom prst="rect">
            <a:avLst/>
          </a:prstGeom>
          <a:noFill/>
          <a:ln>
            <a:noFill/>
          </a:ln>
        </p:spPr>
      </p:pic>
      <p:sp>
        <p:nvSpPr>
          <p:cNvPr id="304" name="Google Shape;304;p70"/>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70"/>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06" name="Google Shape;306;p70"/>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pic>
        <p:nvPicPr>
          <p:cNvPr id="307" name="Google Shape;307;p70"/>
          <p:cNvPicPr preferRelativeResize="0"/>
          <p:nvPr/>
        </p:nvPicPr>
        <p:blipFill rotWithShape="1">
          <a:blip r:embed="rId4">
            <a:alphaModFix/>
          </a:blip>
          <a:srcRect b="0" l="0" r="0" t="0"/>
          <a:stretch/>
        </p:blipFill>
        <p:spPr>
          <a:xfrm>
            <a:off x="1919978" y="7168467"/>
            <a:ext cx="8268750" cy="68580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p:cSld name="12_divider">
    <p:bg>
      <p:bgPr>
        <a:solidFill>
          <a:srgbClr val="FFE27A"/>
        </a:solidFill>
      </p:bgPr>
    </p:bg>
    <p:spTree>
      <p:nvGrpSpPr>
        <p:cNvPr id="308" name="Shape 308"/>
        <p:cNvGrpSpPr/>
        <p:nvPr/>
      </p:nvGrpSpPr>
      <p:grpSpPr>
        <a:xfrm>
          <a:off x="0" y="0"/>
          <a:ext cx="0" cy="0"/>
          <a:chOff x="0" y="0"/>
          <a:chExt cx="0" cy="0"/>
        </a:xfrm>
      </p:grpSpPr>
      <p:sp>
        <p:nvSpPr>
          <p:cNvPr id="309" name="Google Shape;309;p71"/>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0" name="Google Shape;310;p71"/>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1" name="Google Shape;311;p71"/>
          <p:cNvSpPr/>
          <p:nvPr>
            <p:ph idx="2" type="pic"/>
          </p:nvPr>
        </p:nvSpPr>
        <p:spPr>
          <a:xfrm>
            <a:off x="874642" y="-695294"/>
            <a:ext cx="6678652" cy="6678652"/>
          </a:xfrm>
          <a:prstGeom prst="flowChartDelay">
            <a:avLst/>
          </a:prstGeom>
          <a:noFill/>
          <a:ln>
            <a:noFill/>
          </a:ln>
        </p:spPr>
      </p:sp>
      <p:sp>
        <p:nvSpPr>
          <p:cNvPr id="312" name="Google Shape;312;p71"/>
          <p:cNvSpPr/>
          <p:nvPr/>
        </p:nvSpPr>
        <p:spPr>
          <a:xfrm>
            <a:off x="0" y="5983356"/>
            <a:ext cx="874643" cy="874643"/>
          </a:xfrm>
          <a:prstGeom prst="rect">
            <a:avLst/>
          </a:prstGeom>
          <a:solidFill>
            <a:srgbClr val="EEB2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313" name="Google Shape;313;p71"/>
          <p:cNvPicPr preferRelativeResize="0"/>
          <p:nvPr/>
        </p:nvPicPr>
        <p:blipFill rotWithShape="1">
          <a:blip r:embed="rId2">
            <a:alphaModFix/>
          </a:blip>
          <a:srcRect b="0" l="0" r="0" t="0"/>
          <a:stretch/>
        </p:blipFill>
        <p:spPr>
          <a:xfrm>
            <a:off x="1352747" y="6253214"/>
            <a:ext cx="1352277" cy="356414"/>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divider">
  <p:cSld name="13_divider">
    <p:bg>
      <p:bgPr>
        <a:solidFill>
          <a:srgbClr val="515A3C"/>
        </a:solidFill>
      </p:bgPr>
    </p:bg>
    <p:spTree>
      <p:nvGrpSpPr>
        <p:cNvPr id="314" name="Shape 314"/>
        <p:cNvGrpSpPr/>
        <p:nvPr/>
      </p:nvGrpSpPr>
      <p:grpSpPr>
        <a:xfrm>
          <a:off x="0" y="0"/>
          <a:ext cx="0" cy="0"/>
          <a:chOff x="0" y="0"/>
          <a:chExt cx="0" cy="0"/>
        </a:xfrm>
      </p:grpSpPr>
      <p:sp>
        <p:nvSpPr>
          <p:cNvPr id="315" name="Google Shape;315;p72"/>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6" name="Google Shape;316;p72"/>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17" name="Google Shape;317;p72"/>
          <p:cNvPicPr preferRelativeResize="0"/>
          <p:nvPr/>
        </p:nvPicPr>
        <p:blipFill rotWithShape="1">
          <a:blip r:embed="rId2">
            <a:alphaModFix/>
          </a:blip>
          <a:srcRect b="0" l="0" r="0" t="0"/>
          <a:stretch/>
        </p:blipFill>
        <p:spPr>
          <a:xfrm>
            <a:off x="1352549" y="288758"/>
            <a:ext cx="1352277" cy="356414"/>
          </a:xfrm>
          <a:prstGeom prst="rect">
            <a:avLst/>
          </a:prstGeom>
          <a:noFill/>
          <a:ln>
            <a:noFill/>
          </a:ln>
        </p:spPr>
      </p:pic>
      <p:pic>
        <p:nvPicPr>
          <p:cNvPr id="318" name="Google Shape;318;p72"/>
          <p:cNvPicPr preferRelativeResize="0"/>
          <p:nvPr/>
        </p:nvPicPr>
        <p:blipFill rotWithShape="1">
          <a:blip r:embed="rId3">
            <a:alphaModFix/>
          </a:blip>
          <a:srcRect b="0" l="0" r="0" t="0"/>
          <a:stretch/>
        </p:blipFill>
        <p:spPr>
          <a:xfrm>
            <a:off x="3406" y="-1"/>
            <a:ext cx="8529463" cy="8529463"/>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divider">
  <p:cSld name="14_divider">
    <p:bg>
      <p:bgPr>
        <a:solidFill>
          <a:srgbClr val="8BAE46"/>
        </a:solidFill>
      </p:bgPr>
    </p:bg>
    <p:spTree>
      <p:nvGrpSpPr>
        <p:cNvPr id="319" name="Shape 319"/>
        <p:cNvGrpSpPr/>
        <p:nvPr/>
      </p:nvGrpSpPr>
      <p:grpSpPr>
        <a:xfrm>
          <a:off x="0" y="0"/>
          <a:ext cx="0" cy="0"/>
          <a:chOff x="0" y="0"/>
          <a:chExt cx="0" cy="0"/>
        </a:xfrm>
      </p:grpSpPr>
      <p:pic>
        <p:nvPicPr>
          <p:cNvPr id="320" name="Google Shape;320;p73"/>
          <p:cNvPicPr preferRelativeResize="0"/>
          <p:nvPr/>
        </p:nvPicPr>
        <p:blipFill rotWithShape="1">
          <a:blip r:embed="rId2">
            <a:alphaModFix/>
          </a:blip>
          <a:srcRect b="0" l="0" r="0" t="0"/>
          <a:stretch/>
        </p:blipFill>
        <p:spPr>
          <a:xfrm>
            <a:off x="-14515" y="-2878954"/>
            <a:ext cx="9745574" cy="9745574"/>
          </a:xfrm>
          <a:prstGeom prst="rect">
            <a:avLst/>
          </a:prstGeom>
          <a:noFill/>
          <a:ln>
            <a:noFill/>
          </a:ln>
        </p:spPr>
      </p:pic>
      <p:sp>
        <p:nvSpPr>
          <p:cNvPr id="321" name="Google Shape;321;p73"/>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73"/>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23" name="Google Shape;323;p73"/>
          <p:cNvPicPr preferRelativeResize="0"/>
          <p:nvPr/>
        </p:nvPicPr>
        <p:blipFill rotWithShape="1">
          <a:blip r:embed="rId3">
            <a:alphaModFix/>
          </a:blip>
          <a:srcRect b="0" l="0" r="0" t="0"/>
          <a:stretch/>
        </p:blipFill>
        <p:spPr>
          <a:xfrm>
            <a:off x="9566490" y="5871410"/>
            <a:ext cx="2124749" cy="560011"/>
          </a:xfrm>
          <a:prstGeom prst="rect">
            <a:avLst/>
          </a:prstGeom>
          <a:noFill/>
          <a:ln>
            <a:noFill/>
          </a:ln>
        </p:spPr>
      </p:pic>
      <p:pic>
        <p:nvPicPr>
          <p:cNvPr id="324" name="Google Shape;324;p73"/>
          <p:cNvPicPr preferRelativeResize="0"/>
          <p:nvPr/>
        </p:nvPicPr>
        <p:blipFill rotWithShape="1">
          <a:blip r:embed="rId4">
            <a:alphaModFix/>
          </a:blip>
          <a:srcRect b="0" l="0" r="0" t="0"/>
          <a:stretch/>
        </p:blipFill>
        <p:spPr>
          <a:xfrm>
            <a:off x="1919978" y="7168467"/>
            <a:ext cx="8268750" cy="68580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divider">
  <p:cSld name="15_divider">
    <p:bg>
      <p:bgPr>
        <a:solidFill>
          <a:srgbClr val="ADCC6E"/>
        </a:solidFill>
      </p:bgPr>
    </p:bg>
    <p:spTree>
      <p:nvGrpSpPr>
        <p:cNvPr id="325" name="Shape 325"/>
        <p:cNvGrpSpPr/>
        <p:nvPr/>
      </p:nvGrpSpPr>
      <p:grpSpPr>
        <a:xfrm>
          <a:off x="0" y="0"/>
          <a:ext cx="0" cy="0"/>
          <a:chOff x="0" y="0"/>
          <a:chExt cx="0" cy="0"/>
        </a:xfrm>
      </p:grpSpPr>
      <p:sp>
        <p:nvSpPr>
          <p:cNvPr id="326" name="Google Shape;326;p74"/>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7" name="Google Shape;327;p74"/>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8" name="Google Shape;328;p74"/>
          <p:cNvSpPr/>
          <p:nvPr>
            <p:ph idx="2" type="pic"/>
          </p:nvPr>
        </p:nvSpPr>
        <p:spPr>
          <a:xfrm>
            <a:off x="874642" y="-695294"/>
            <a:ext cx="6678652" cy="6678652"/>
          </a:xfrm>
          <a:prstGeom prst="flowChartDelay">
            <a:avLst/>
          </a:prstGeom>
          <a:noFill/>
          <a:ln>
            <a:noFill/>
          </a:ln>
        </p:spPr>
      </p:sp>
      <p:sp>
        <p:nvSpPr>
          <p:cNvPr id="329" name="Google Shape;329;p74"/>
          <p:cNvSpPr/>
          <p:nvPr/>
        </p:nvSpPr>
        <p:spPr>
          <a:xfrm>
            <a:off x="0" y="5983356"/>
            <a:ext cx="874643" cy="874643"/>
          </a:xfrm>
          <a:prstGeom prst="rect">
            <a:avLst/>
          </a:prstGeom>
          <a:solidFill>
            <a:srgbClr val="8BAE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330" name="Google Shape;330;p74"/>
          <p:cNvPicPr preferRelativeResize="0"/>
          <p:nvPr/>
        </p:nvPicPr>
        <p:blipFill rotWithShape="1">
          <a:blip r:embed="rId2">
            <a:alphaModFix/>
          </a:blip>
          <a:srcRect b="0" l="0" r="0" t="0"/>
          <a:stretch/>
        </p:blipFill>
        <p:spPr>
          <a:xfrm>
            <a:off x="1352549" y="6253214"/>
            <a:ext cx="1352277" cy="35641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divider">
  <p:cSld name="16_divider">
    <p:bg>
      <p:bgPr>
        <a:solidFill>
          <a:srgbClr val="272727"/>
        </a:solidFill>
      </p:bgPr>
    </p:bg>
    <p:spTree>
      <p:nvGrpSpPr>
        <p:cNvPr id="331" name="Shape 331"/>
        <p:cNvGrpSpPr/>
        <p:nvPr/>
      </p:nvGrpSpPr>
      <p:grpSpPr>
        <a:xfrm>
          <a:off x="0" y="0"/>
          <a:ext cx="0" cy="0"/>
          <a:chOff x="0" y="0"/>
          <a:chExt cx="0" cy="0"/>
        </a:xfrm>
      </p:grpSpPr>
      <p:pic>
        <p:nvPicPr>
          <p:cNvPr id="332" name="Google Shape;332;p75"/>
          <p:cNvPicPr preferRelativeResize="0"/>
          <p:nvPr/>
        </p:nvPicPr>
        <p:blipFill rotWithShape="1">
          <a:blip r:embed="rId2">
            <a:alphaModFix/>
          </a:blip>
          <a:srcRect b="0" l="0" r="0" t="0"/>
          <a:stretch/>
        </p:blipFill>
        <p:spPr>
          <a:xfrm>
            <a:off x="-1" y="-1"/>
            <a:ext cx="8529463" cy="8529463"/>
          </a:xfrm>
          <a:prstGeom prst="rect">
            <a:avLst/>
          </a:prstGeom>
          <a:noFill/>
          <a:ln>
            <a:noFill/>
          </a:ln>
        </p:spPr>
      </p:pic>
      <p:sp>
        <p:nvSpPr>
          <p:cNvPr id="333" name="Google Shape;333;p75"/>
          <p:cNvSpPr txBox="1"/>
          <p:nvPr>
            <p:ph type="ctrTitle"/>
          </p:nvPr>
        </p:nvSpPr>
        <p:spPr>
          <a:xfrm>
            <a:off x="1577063" y="2775963"/>
            <a:ext cx="5353123" cy="187485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4" name="Google Shape;334;p75"/>
          <p:cNvSpPr txBox="1"/>
          <p:nvPr>
            <p:ph idx="1" type="subTitle"/>
          </p:nvPr>
        </p:nvSpPr>
        <p:spPr>
          <a:xfrm>
            <a:off x="1577063" y="4742890"/>
            <a:ext cx="5353123"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35" name="Google Shape;335;p75"/>
          <p:cNvPicPr preferRelativeResize="0"/>
          <p:nvPr/>
        </p:nvPicPr>
        <p:blipFill rotWithShape="1">
          <a:blip r:embed="rId3">
            <a:alphaModFix/>
          </a:blip>
          <a:srcRect b="0" l="0" r="0" t="0"/>
          <a:stretch/>
        </p:blipFill>
        <p:spPr>
          <a:xfrm>
            <a:off x="1352549" y="288758"/>
            <a:ext cx="1352277" cy="35641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divider">
  <p:cSld name="17_divider">
    <p:bg>
      <p:bgPr>
        <a:solidFill>
          <a:srgbClr val="AEAEAE"/>
        </a:solidFill>
      </p:bgPr>
    </p:bg>
    <p:spTree>
      <p:nvGrpSpPr>
        <p:cNvPr id="336" name="Shape 336"/>
        <p:cNvGrpSpPr/>
        <p:nvPr/>
      </p:nvGrpSpPr>
      <p:grpSpPr>
        <a:xfrm>
          <a:off x="0" y="0"/>
          <a:ext cx="0" cy="0"/>
          <a:chOff x="0" y="0"/>
          <a:chExt cx="0" cy="0"/>
        </a:xfrm>
      </p:grpSpPr>
      <p:pic>
        <p:nvPicPr>
          <p:cNvPr id="337" name="Google Shape;337;p76"/>
          <p:cNvPicPr preferRelativeResize="0"/>
          <p:nvPr/>
        </p:nvPicPr>
        <p:blipFill rotWithShape="1">
          <a:blip r:embed="rId2">
            <a:alphaModFix/>
          </a:blip>
          <a:srcRect b="0" l="0" r="0" t="0"/>
          <a:stretch/>
        </p:blipFill>
        <p:spPr>
          <a:xfrm>
            <a:off x="-14516" y="-2887573"/>
            <a:ext cx="9745573" cy="9745573"/>
          </a:xfrm>
          <a:prstGeom prst="rect">
            <a:avLst/>
          </a:prstGeom>
          <a:noFill/>
          <a:ln>
            <a:noFill/>
          </a:ln>
        </p:spPr>
      </p:pic>
      <p:pic>
        <p:nvPicPr>
          <p:cNvPr id="338" name="Google Shape;338;p76"/>
          <p:cNvPicPr preferRelativeResize="0"/>
          <p:nvPr/>
        </p:nvPicPr>
        <p:blipFill rotWithShape="1">
          <a:blip r:embed="rId3">
            <a:alphaModFix/>
          </a:blip>
          <a:srcRect b="0" l="0" r="0" t="0"/>
          <a:stretch/>
        </p:blipFill>
        <p:spPr>
          <a:xfrm>
            <a:off x="-14515" y="-2878954"/>
            <a:ext cx="9745574" cy="9745574"/>
          </a:xfrm>
          <a:prstGeom prst="rect">
            <a:avLst/>
          </a:prstGeom>
          <a:noFill/>
          <a:ln>
            <a:noFill/>
          </a:ln>
        </p:spPr>
      </p:pic>
      <p:sp>
        <p:nvSpPr>
          <p:cNvPr id="339" name="Google Shape;339;p76"/>
          <p:cNvSpPr txBox="1"/>
          <p:nvPr>
            <p:ph type="ctrTitle"/>
          </p:nvPr>
        </p:nvSpPr>
        <p:spPr>
          <a:xfrm>
            <a:off x="1833787" y="1554148"/>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0" name="Google Shape;340;p76"/>
          <p:cNvSpPr txBox="1"/>
          <p:nvPr>
            <p:ph idx="1" type="subTitle"/>
          </p:nvPr>
        </p:nvSpPr>
        <p:spPr>
          <a:xfrm>
            <a:off x="1833787" y="3521076"/>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41" name="Google Shape;341;p76"/>
          <p:cNvPicPr preferRelativeResize="0"/>
          <p:nvPr/>
        </p:nvPicPr>
        <p:blipFill rotWithShape="1">
          <a:blip r:embed="rId4">
            <a:alphaModFix/>
          </a:blip>
          <a:srcRect b="0" l="0" r="0" t="0"/>
          <a:stretch/>
        </p:blipFill>
        <p:spPr>
          <a:xfrm>
            <a:off x="9566490" y="5871410"/>
            <a:ext cx="2124749" cy="560011"/>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divider">
  <p:cSld name="18_divider">
    <p:bg>
      <p:bgPr>
        <a:solidFill>
          <a:srgbClr val="E9E9E9"/>
        </a:solidFill>
      </p:bgPr>
    </p:bg>
    <p:spTree>
      <p:nvGrpSpPr>
        <p:cNvPr id="342" name="Shape 342"/>
        <p:cNvGrpSpPr/>
        <p:nvPr/>
      </p:nvGrpSpPr>
      <p:grpSpPr>
        <a:xfrm>
          <a:off x="0" y="0"/>
          <a:ext cx="0" cy="0"/>
          <a:chOff x="0" y="0"/>
          <a:chExt cx="0" cy="0"/>
        </a:xfrm>
      </p:grpSpPr>
      <p:sp>
        <p:nvSpPr>
          <p:cNvPr id="343" name="Google Shape;343;p77"/>
          <p:cNvSpPr txBox="1"/>
          <p:nvPr>
            <p:ph type="ctrTitle"/>
          </p:nvPr>
        </p:nvSpPr>
        <p:spPr>
          <a:xfrm>
            <a:off x="8017438" y="1842906"/>
            <a:ext cx="359841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4" name="Google Shape;344;p77"/>
          <p:cNvSpPr txBox="1"/>
          <p:nvPr>
            <p:ph idx="1" type="subTitle"/>
          </p:nvPr>
        </p:nvSpPr>
        <p:spPr>
          <a:xfrm>
            <a:off x="8017438" y="3809833"/>
            <a:ext cx="3598410" cy="930609"/>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5" name="Google Shape;345;p77"/>
          <p:cNvSpPr/>
          <p:nvPr>
            <p:ph idx="2" type="pic"/>
          </p:nvPr>
        </p:nvSpPr>
        <p:spPr>
          <a:xfrm>
            <a:off x="874642" y="-695294"/>
            <a:ext cx="6678652" cy="6678652"/>
          </a:xfrm>
          <a:prstGeom prst="flowChartDelay">
            <a:avLst/>
          </a:prstGeom>
          <a:noFill/>
          <a:ln>
            <a:noFill/>
          </a:ln>
        </p:spPr>
      </p:sp>
      <p:sp>
        <p:nvSpPr>
          <p:cNvPr id="346" name="Google Shape;346;p77"/>
          <p:cNvSpPr/>
          <p:nvPr/>
        </p:nvSpPr>
        <p:spPr>
          <a:xfrm>
            <a:off x="0" y="5983356"/>
            <a:ext cx="874643" cy="874643"/>
          </a:xfrm>
          <a:prstGeom prst="rect">
            <a:avLst/>
          </a:pr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347" name="Google Shape;347;p77"/>
          <p:cNvPicPr preferRelativeResize="0"/>
          <p:nvPr/>
        </p:nvPicPr>
        <p:blipFill rotWithShape="1">
          <a:blip r:embed="rId2">
            <a:alphaModFix/>
          </a:blip>
          <a:srcRect b="0" l="0" r="0" t="0"/>
          <a:stretch/>
        </p:blipFill>
        <p:spPr>
          <a:xfrm>
            <a:off x="1352747" y="6253214"/>
            <a:ext cx="1352277" cy="356414"/>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divider">
  <p:cSld name="19_divider">
    <p:spTree>
      <p:nvGrpSpPr>
        <p:cNvPr id="348" name="Shape 348"/>
        <p:cNvGrpSpPr/>
        <p:nvPr/>
      </p:nvGrpSpPr>
      <p:grpSpPr>
        <a:xfrm>
          <a:off x="0" y="0"/>
          <a:ext cx="0" cy="0"/>
          <a:chOff x="0" y="0"/>
          <a:chExt cx="0" cy="0"/>
        </a:xfrm>
      </p:grpSpPr>
      <p:sp>
        <p:nvSpPr>
          <p:cNvPr id="349" name="Google Shape;349;p78"/>
          <p:cNvSpPr/>
          <p:nvPr>
            <p:ph idx="2" type="pic"/>
          </p:nvPr>
        </p:nvSpPr>
        <p:spPr>
          <a:xfrm>
            <a:off x="0" y="0"/>
            <a:ext cx="12192000" cy="6858000"/>
          </a:xfrm>
          <a:prstGeom prst="rect">
            <a:avLst/>
          </a:prstGeom>
          <a:noFill/>
          <a:ln>
            <a:noFill/>
          </a:ln>
        </p:spPr>
      </p:sp>
      <p:pic>
        <p:nvPicPr>
          <p:cNvPr id="350" name="Google Shape;350;p78"/>
          <p:cNvPicPr preferRelativeResize="0"/>
          <p:nvPr/>
        </p:nvPicPr>
        <p:blipFill rotWithShape="1">
          <a:blip r:embed="rId2">
            <a:alphaModFix/>
          </a:blip>
          <a:srcRect b="0" l="0" r="0" t="0"/>
          <a:stretch/>
        </p:blipFill>
        <p:spPr>
          <a:xfrm>
            <a:off x="0" y="0"/>
            <a:ext cx="7638757" cy="7638757"/>
          </a:xfrm>
          <a:prstGeom prst="rect">
            <a:avLst/>
          </a:prstGeom>
          <a:noFill/>
          <a:ln>
            <a:noFill/>
          </a:ln>
        </p:spPr>
      </p:pic>
      <p:pic>
        <p:nvPicPr>
          <p:cNvPr id="351" name="Google Shape;351;p78"/>
          <p:cNvPicPr preferRelativeResize="0"/>
          <p:nvPr/>
        </p:nvPicPr>
        <p:blipFill rotWithShape="1">
          <a:blip r:embed="rId3">
            <a:alphaModFix/>
          </a:blip>
          <a:srcRect b="0" l="0" r="0" t="0"/>
          <a:stretch/>
        </p:blipFill>
        <p:spPr>
          <a:xfrm>
            <a:off x="1379122" y="1392116"/>
            <a:ext cx="1358900" cy="838200"/>
          </a:xfrm>
          <a:prstGeom prst="rect">
            <a:avLst/>
          </a:prstGeom>
          <a:noFill/>
          <a:ln>
            <a:noFill/>
          </a:ln>
        </p:spPr>
      </p:pic>
      <p:sp>
        <p:nvSpPr>
          <p:cNvPr id="352" name="Google Shape;352;p78"/>
          <p:cNvSpPr txBox="1"/>
          <p:nvPr>
            <p:ph type="ctrTitle"/>
          </p:nvPr>
        </p:nvSpPr>
        <p:spPr>
          <a:xfrm>
            <a:off x="1264245" y="2920341"/>
            <a:ext cx="4566715"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78"/>
          <p:cNvSpPr txBox="1"/>
          <p:nvPr>
            <p:ph idx="1" type="subTitle"/>
          </p:nvPr>
        </p:nvSpPr>
        <p:spPr>
          <a:xfrm>
            <a:off x="1264245" y="4887268"/>
            <a:ext cx="4566715"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divider">
  <p:cSld name="20_divider">
    <p:bg>
      <p:bgPr>
        <a:solidFill>
          <a:srgbClr val="5B69FF"/>
        </a:solidFill>
      </p:bgPr>
    </p:bg>
    <p:spTree>
      <p:nvGrpSpPr>
        <p:cNvPr id="354" name="Shape 354"/>
        <p:cNvGrpSpPr/>
        <p:nvPr/>
      </p:nvGrpSpPr>
      <p:grpSpPr>
        <a:xfrm>
          <a:off x="0" y="0"/>
          <a:ext cx="0" cy="0"/>
          <a:chOff x="0" y="0"/>
          <a:chExt cx="0" cy="0"/>
        </a:xfrm>
      </p:grpSpPr>
      <p:pic>
        <p:nvPicPr>
          <p:cNvPr id="355" name="Google Shape;355;p79"/>
          <p:cNvPicPr preferRelativeResize="0"/>
          <p:nvPr/>
        </p:nvPicPr>
        <p:blipFill rotWithShape="1">
          <a:blip r:embed="rId2">
            <a:alphaModFix/>
          </a:blip>
          <a:srcRect b="0" l="0" r="0" t="0"/>
          <a:stretch/>
        </p:blipFill>
        <p:spPr>
          <a:xfrm>
            <a:off x="1379122" y="1392116"/>
            <a:ext cx="1358900" cy="838200"/>
          </a:xfrm>
          <a:prstGeom prst="rect">
            <a:avLst/>
          </a:prstGeom>
          <a:noFill/>
          <a:ln>
            <a:noFill/>
          </a:ln>
        </p:spPr>
      </p:pic>
      <p:sp>
        <p:nvSpPr>
          <p:cNvPr id="356" name="Google Shape;356;p79"/>
          <p:cNvSpPr txBox="1"/>
          <p:nvPr>
            <p:ph type="ctrTitle"/>
          </p:nvPr>
        </p:nvSpPr>
        <p:spPr>
          <a:xfrm>
            <a:off x="1264245" y="2920341"/>
            <a:ext cx="4566715"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79"/>
          <p:cNvSpPr txBox="1"/>
          <p:nvPr>
            <p:ph idx="1" type="subTitle"/>
          </p:nvPr>
        </p:nvSpPr>
        <p:spPr>
          <a:xfrm>
            <a:off x="1264245" y="4887268"/>
            <a:ext cx="4566715" cy="130149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58" name="Google Shape;358;p79"/>
          <p:cNvSpPr/>
          <p:nvPr>
            <p:ph idx="2" type="pic"/>
          </p:nvPr>
        </p:nvSpPr>
        <p:spPr>
          <a:xfrm>
            <a:off x="1637956" y="669235"/>
            <a:ext cx="5094287" cy="5094287"/>
          </a:xfrm>
          <a:prstGeom prst="flowChartDelay">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divider">
  <p:cSld name="21_divider">
    <p:spTree>
      <p:nvGrpSpPr>
        <p:cNvPr id="359" name="Shape 359"/>
        <p:cNvGrpSpPr/>
        <p:nvPr/>
      </p:nvGrpSpPr>
      <p:grpSpPr>
        <a:xfrm>
          <a:off x="0" y="0"/>
          <a:ext cx="0" cy="0"/>
          <a:chOff x="0" y="0"/>
          <a:chExt cx="0" cy="0"/>
        </a:xfrm>
      </p:grpSpPr>
      <p:sp>
        <p:nvSpPr>
          <p:cNvPr id="360" name="Google Shape;360;p80"/>
          <p:cNvSpPr/>
          <p:nvPr>
            <p:ph idx="2" type="pic"/>
          </p:nvPr>
        </p:nvSpPr>
        <p:spPr>
          <a:xfrm>
            <a:off x="0" y="0"/>
            <a:ext cx="12192000" cy="6858000"/>
          </a:xfrm>
          <a:prstGeom prst="rect">
            <a:avLst/>
          </a:prstGeom>
          <a:noFill/>
          <a:ln>
            <a:noFill/>
          </a:ln>
        </p:spPr>
      </p:sp>
      <p:pic>
        <p:nvPicPr>
          <p:cNvPr id="361" name="Google Shape;361;p80"/>
          <p:cNvPicPr preferRelativeResize="0"/>
          <p:nvPr/>
        </p:nvPicPr>
        <p:blipFill rotWithShape="1">
          <a:blip r:embed="rId2">
            <a:alphaModFix/>
          </a:blip>
          <a:srcRect b="0" l="0" r="0" t="0"/>
          <a:stretch/>
        </p:blipFill>
        <p:spPr>
          <a:xfrm>
            <a:off x="-1" y="-3491246"/>
            <a:ext cx="10358214" cy="10358214"/>
          </a:xfrm>
          <a:prstGeom prst="rect">
            <a:avLst/>
          </a:prstGeom>
          <a:noFill/>
          <a:ln>
            <a:noFill/>
          </a:ln>
        </p:spPr>
      </p:pic>
      <p:sp>
        <p:nvSpPr>
          <p:cNvPr id="362" name="Google Shape;362;p80"/>
          <p:cNvSpPr/>
          <p:nvPr>
            <p:ph idx="3" type="pic"/>
          </p:nvPr>
        </p:nvSpPr>
        <p:spPr>
          <a:xfrm>
            <a:off x="0" y="0"/>
            <a:ext cx="12192000" cy="6858000"/>
          </a:xfrm>
          <a:prstGeom prst="rect">
            <a:avLst/>
          </a:prstGeom>
          <a:noFill/>
          <a:ln>
            <a:noFill/>
          </a:ln>
        </p:spPr>
      </p:sp>
      <p:sp>
        <p:nvSpPr>
          <p:cNvPr id="363" name="Google Shape;363;p80"/>
          <p:cNvSpPr txBox="1"/>
          <p:nvPr>
            <p:ph type="ctrTitle"/>
          </p:nvPr>
        </p:nvSpPr>
        <p:spPr>
          <a:xfrm>
            <a:off x="1833787" y="786741"/>
            <a:ext cx="5921680"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4" name="Google Shape;364;p80"/>
          <p:cNvSpPr txBox="1"/>
          <p:nvPr>
            <p:ph idx="1" type="subTitle"/>
          </p:nvPr>
        </p:nvSpPr>
        <p:spPr>
          <a:xfrm>
            <a:off x="1833787" y="2753669"/>
            <a:ext cx="5921680" cy="69466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365" name="Google Shape;365;p80"/>
          <p:cNvPicPr preferRelativeResize="0"/>
          <p:nvPr/>
        </p:nvPicPr>
        <p:blipFill rotWithShape="1">
          <a:blip r:embed="rId3">
            <a:alphaModFix/>
          </a:blip>
          <a:srcRect b="0" l="0" r="0" t="0"/>
          <a:stretch/>
        </p:blipFill>
        <p:spPr>
          <a:xfrm>
            <a:off x="8926848" y="5621866"/>
            <a:ext cx="2523761" cy="665177"/>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ue A" showMasterSp="0">
  <p:cSld name="Title Slide Blue A">
    <p:bg>
      <p:bgPr>
        <a:solidFill>
          <a:schemeClr val="dk2"/>
        </a:solidFill>
      </p:bgPr>
    </p:bg>
    <p:spTree>
      <p:nvGrpSpPr>
        <p:cNvPr id="366" name="Shape 366"/>
        <p:cNvGrpSpPr/>
        <p:nvPr/>
      </p:nvGrpSpPr>
      <p:grpSpPr>
        <a:xfrm>
          <a:off x="0" y="0"/>
          <a:ext cx="0" cy="0"/>
          <a:chOff x="0" y="0"/>
          <a:chExt cx="0" cy="0"/>
        </a:xfrm>
      </p:grpSpPr>
      <p:grpSp>
        <p:nvGrpSpPr>
          <p:cNvPr id="367" name="Google Shape;367;p81"/>
          <p:cNvGrpSpPr/>
          <p:nvPr/>
        </p:nvGrpSpPr>
        <p:grpSpPr>
          <a:xfrm>
            <a:off x="573803" y="0"/>
            <a:ext cx="4325371" cy="6392520"/>
            <a:chOff x="573803" y="0"/>
            <a:chExt cx="4325371" cy="6392520"/>
          </a:xfrm>
        </p:grpSpPr>
        <p:sp>
          <p:nvSpPr>
            <p:cNvPr id="368" name="Google Shape;368;p81"/>
            <p:cNvSpPr/>
            <p:nvPr/>
          </p:nvSpPr>
          <p:spPr>
            <a:xfrm>
              <a:off x="860457" y="4951823"/>
              <a:ext cx="158111" cy="158111"/>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69" name="Google Shape;369;p81"/>
            <p:cNvSpPr/>
            <p:nvPr/>
          </p:nvSpPr>
          <p:spPr>
            <a:xfrm>
              <a:off x="573803" y="5104242"/>
              <a:ext cx="286654" cy="286654"/>
            </a:xfrm>
            <a:prstGeom prst="rect">
              <a:avLst/>
            </a:prstGeom>
            <a:solidFill>
              <a:schemeClr val="accen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70" name="Google Shape;370;p81"/>
            <p:cNvSpPr/>
            <p:nvPr/>
          </p:nvSpPr>
          <p:spPr>
            <a:xfrm>
              <a:off x="861107" y="5390896"/>
              <a:ext cx="610214" cy="610214"/>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71" name="Google Shape;371;p81"/>
            <p:cNvSpPr/>
            <p:nvPr/>
          </p:nvSpPr>
          <p:spPr>
            <a:xfrm>
              <a:off x="1468406" y="0"/>
              <a:ext cx="3430768" cy="539087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nvGrpSpPr>
            <p:cNvPr id="372" name="Google Shape;372;p81"/>
            <p:cNvGrpSpPr/>
            <p:nvPr/>
          </p:nvGrpSpPr>
          <p:grpSpPr>
            <a:xfrm>
              <a:off x="1468406" y="5995719"/>
              <a:ext cx="1059754" cy="396801"/>
              <a:chOff x="1314450" y="6391094"/>
              <a:chExt cx="1123377" cy="420623"/>
            </a:xfrm>
          </p:grpSpPr>
          <p:sp>
            <p:nvSpPr>
              <p:cNvPr id="373" name="Google Shape;373;p81"/>
              <p:cNvSpPr/>
              <p:nvPr/>
            </p:nvSpPr>
            <p:spPr>
              <a:xfrm>
                <a:off x="1314450" y="6396809"/>
                <a:ext cx="78581" cy="78581"/>
              </a:xfrm>
              <a:custGeom>
                <a:rect b="b" l="l" r="r" t="t"/>
                <a:pathLst>
                  <a:path extrusionOk="0" h="78581" w="78581">
                    <a:moveTo>
                      <a:pt x="0" y="0"/>
                    </a:moveTo>
                    <a:lnTo>
                      <a:pt x="78581" y="0"/>
                    </a:lnTo>
                    <a:lnTo>
                      <a:pt x="78581" y="78581"/>
                    </a:lnTo>
                    <a:lnTo>
                      <a:pt x="0" y="78581"/>
                    </a:lnTo>
                    <a:close/>
                  </a:path>
                </a:pathLst>
              </a:custGeom>
              <a:solidFill>
                <a:srgbClr val="00B2E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74" name="Google Shape;374;p81"/>
              <p:cNvSpPr/>
              <p:nvPr/>
            </p:nvSpPr>
            <p:spPr>
              <a:xfrm>
                <a:off x="1316545" y="6391094"/>
                <a:ext cx="995171" cy="420623"/>
              </a:xfrm>
              <a:custGeom>
                <a:rect b="b" l="l" r="r" t="t"/>
                <a:pathLst>
                  <a:path extrusionOk="0" h="420623" w="995171">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75" name="Google Shape;375;p81"/>
              <p:cNvSpPr/>
              <p:nvPr/>
            </p:nvSpPr>
            <p:spPr>
              <a:xfrm>
                <a:off x="2358770" y="6728469"/>
                <a:ext cx="79057" cy="79057"/>
              </a:xfrm>
              <a:custGeom>
                <a:rect b="b" l="l" r="r" t="t"/>
                <a:pathLst>
                  <a:path extrusionOk="0" h="79057" w="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76" name="Google Shape;376;p81"/>
              <p:cNvSpPr/>
              <p:nvPr/>
            </p:nvSpPr>
            <p:spPr>
              <a:xfrm>
                <a:off x="2384869" y="6748090"/>
                <a:ext cx="30765" cy="39528"/>
              </a:xfrm>
              <a:custGeom>
                <a:rect b="b" l="l" r="r" t="t"/>
                <a:pathLst>
                  <a:path extrusionOk="0" h="39528" w="30765">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grpSp>
      </p:grpSp>
      <p:sp>
        <p:nvSpPr>
          <p:cNvPr id="377" name="Google Shape;377;p81"/>
          <p:cNvSpPr txBox="1"/>
          <p:nvPr>
            <p:ph idx="1" type="body"/>
          </p:nvPr>
        </p:nvSpPr>
        <p:spPr>
          <a:xfrm>
            <a:off x="1543438" y="944163"/>
            <a:ext cx="9810362" cy="6277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1600"/>
              <a:buFont typeface="Arial"/>
              <a:buNone/>
              <a:defRPr sz="1600">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8" name="Google Shape;378;p81"/>
          <p:cNvSpPr txBox="1"/>
          <p:nvPr>
            <p:ph type="ctrTitle"/>
          </p:nvPr>
        </p:nvSpPr>
        <p:spPr>
          <a:xfrm>
            <a:off x="1542536" y="1635111"/>
            <a:ext cx="9789007"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81"/>
          <p:cNvSpPr txBox="1"/>
          <p:nvPr>
            <p:ph idx="2" type="subTitle"/>
          </p:nvPr>
        </p:nvSpPr>
        <p:spPr>
          <a:xfrm>
            <a:off x="1542536" y="3602038"/>
            <a:ext cx="9789007"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ue B" showMasterSp="0">
  <p:cSld name="Title Slide Blue B">
    <p:bg>
      <p:bgPr>
        <a:solidFill>
          <a:schemeClr val="dk2"/>
        </a:solidFill>
      </p:bgPr>
    </p:bg>
    <p:spTree>
      <p:nvGrpSpPr>
        <p:cNvPr id="380" name="Shape 380"/>
        <p:cNvGrpSpPr/>
        <p:nvPr/>
      </p:nvGrpSpPr>
      <p:grpSpPr>
        <a:xfrm>
          <a:off x="0" y="0"/>
          <a:ext cx="0" cy="0"/>
          <a:chOff x="0" y="0"/>
          <a:chExt cx="0" cy="0"/>
        </a:xfrm>
      </p:grpSpPr>
      <p:grpSp>
        <p:nvGrpSpPr>
          <p:cNvPr id="381" name="Google Shape;381;p82"/>
          <p:cNvGrpSpPr/>
          <p:nvPr/>
        </p:nvGrpSpPr>
        <p:grpSpPr>
          <a:xfrm>
            <a:off x="573803" y="0"/>
            <a:ext cx="4325371" cy="6392520"/>
            <a:chOff x="573803" y="0"/>
            <a:chExt cx="4325371" cy="6392520"/>
          </a:xfrm>
        </p:grpSpPr>
        <p:sp>
          <p:nvSpPr>
            <p:cNvPr id="382" name="Google Shape;382;p82"/>
            <p:cNvSpPr/>
            <p:nvPr/>
          </p:nvSpPr>
          <p:spPr>
            <a:xfrm>
              <a:off x="1468406" y="0"/>
              <a:ext cx="3430768" cy="539087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nvGrpSpPr>
            <p:cNvPr id="383" name="Google Shape;383;p82"/>
            <p:cNvGrpSpPr/>
            <p:nvPr/>
          </p:nvGrpSpPr>
          <p:grpSpPr>
            <a:xfrm>
              <a:off x="1468406" y="5995719"/>
              <a:ext cx="1059754" cy="396801"/>
              <a:chOff x="1314450" y="6391094"/>
              <a:chExt cx="1123377" cy="420623"/>
            </a:xfrm>
          </p:grpSpPr>
          <p:sp>
            <p:nvSpPr>
              <p:cNvPr id="384" name="Google Shape;384;p82"/>
              <p:cNvSpPr/>
              <p:nvPr/>
            </p:nvSpPr>
            <p:spPr>
              <a:xfrm>
                <a:off x="1314450" y="6396809"/>
                <a:ext cx="78581" cy="78581"/>
              </a:xfrm>
              <a:custGeom>
                <a:rect b="b" l="l" r="r" t="t"/>
                <a:pathLst>
                  <a:path extrusionOk="0" h="78581" w="78581">
                    <a:moveTo>
                      <a:pt x="0" y="0"/>
                    </a:moveTo>
                    <a:lnTo>
                      <a:pt x="78581" y="0"/>
                    </a:lnTo>
                    <a:lnTo>
                      <a:pt x="78581" y="78581"/>
                    </a:lnTo>
                    <a:lnTo>
                      <a:pt x="0" y="78581"/>
                    </a:lnTo>
                    <a:close/>
                  </a:path>
                </a:pathLst>
              </a:custGeom>
              <a:solidFill>
                <a:srgbClr val="00B2E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85" name="Google Shape;385;p82"/>
              <p:cNvSpPr/>
              <p:nvPr/>
            </p:nvSpPr>
            <p:spPr>
              <a:xfrm>
                <a:off x="1316545" y="6391094"/>
                <a:ext cx="995171" cy="420623"/>
              </a:xfrm>
              <a:custGeom>
                <a:rect b="b" l="l" r="r" t="t"/>
                <a:pathLst>
                  <a:path extrusionOk="0" h="420623" w="995171">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86" name="Google Shape;386;p82"/>
              <p:cNvSpPr/>
              <p:nvPr/>
            </p:nvSpPr>
            <p:spPr>
              <a:xfrm>
                <a:off x="2358770" y="6728469"/>
                <a:ext cx="79057" cy="79057"/>
              </a:xfrm>
              <a:custGeom>
                <a:rect b="b" l="l" r="r" t="t"/>
                <a:pathLst>
                  <a:path extrusionOk="0" h="79057" w="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
            <p:nvSpPr>
              <p:cNvPr id="387" name="Google Shape;387;p82"/>
              <p:cNvSpPr/>
              <p:nvPr/>
            </p:nvSpPr>
            <p:spPr>
              <a:xfrm>
                <a:off x="2384869" y="6748090"/>
                <a:ext cx="30765" cy="39528"/>
              </a:xfrm>
              <a:custGeom>
                <a:rect b="b" l="l" r="r" t="t"/>
                <a:pathLst>
                  <a:path extrusionOk="0" h="39528" w="30765">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grpSp>
        <p:sp>
          <p:nvSpPr>
            <p:cNvPr id="388" name="Google Shape;388;p82"/>
            <p:cNvSpPr/>
            <p:nvPr/>
          </p:nvSpPr>
          <p:spPr>
            <a:xfrm>
              <a:off x="860457" y="4951823"/>
              <a:ext cx="158111" cy="158111"/>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89" name="Google Shape;389;p82"/>
            <p:cNvSpPr/>
            <p:nvPr/>
          </p:nvSpPr>
          <p:spPr>
            <a:xfrm>
              <a:off x="573803" y="5104242"/>
              <a:ext cx="286654" cy="286654"/>
            </a:xfrm>
            <a:prstGeom prst="rect">
              <a:avLst/>
            </a:prstGeom>
            <a:solidFill>
              <a:schemeClr val="accent3"/>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90" name="Google Shape;390;p82"/>
            <p:cNvSpPr/>
            <p:nvPr/>
          </p:nvSpPr>
          <p:spPr>
            <a:xfrm>
              <a:off x="861107" y="5390896"/>
              <a:ext cx="610214" cy="610214"/>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sp>
        <p:nvSpPr>
          <p:cNvPr id="391" name="Google Shape;391;p82"/>
          <p:cNvSpPr txBox="1"/>
          <p:nvPr>
            <p:ph idx="1" type="body"/>
          </p:nvPr>
        </p:nvSpPr>
        <p:spPr>
          <a:xfrm>
            <a:off x="1543438" y="944163"/>
            <a:ext cx="9810362" cy="6277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1600"/>
              <a:buFont typeface="Arial"/>
              <a:buNone/>
              <a:defRPr sz="1600">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2" name="Google Shape;392;p82"/>
          <p:cNvSpPr txBox="1"/>
          <p:nvPr>
            <p:ph type="ctrTitle"/>
          </p:nvPr>
        </p:nvSpPr>
        <p:spPr>
          <a:xfrm>
            <a:off x="1542536" y="1635111"/>
            <a:ext cx="9789007"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3" name="Google Shape;393;p82"/>
          <p:cNvSpPr txBox="1"/>
          <p:nvPr>
            <p:ph idx="2" type="subTitle"/>
          </p:nvPr>
        </p:nvSpPr>
        <p:spPr>
          <a:xfrm>
            <a:off x="1542536" y="3602038"/>
            <a:ext cx="9789007"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hite" showMasterSp="0">
  <p:cSld name="Title Slide White">
    <p:bg>
      <p:bgPr>
        <a:solidFill>
          <a:schemeClr val="lt1"/>
        </a:solidFill>
      </p:bgPr>
    </p:bg>
    <p:spTree>
      <p:nvGrpSpPr>
        <p:cNvPr id="394" name="Shape 394"/>
        <p:cNvGrpSpPr/>
        <p:nvPr/>
      </p:nvGrpSpPr>
      <p:grpSpPr>
        <a:xfrm>
          <a:off x="0" y="0"/>
          <a:ext cx="0" cy="0"/>
          <a:chOff x="0" y="0"/>
          <a:chExt cx="0" cy="0"/>
        </a:xfrm>
      </p:grpSpPr>
      <p:grpSp>
        <p:nvGrpSpPr>
          <p:cNvPr id="395" name="Google Shape;395;p83"/>
          <p:cNvGrpSpPr/>
          <p:nvPr/>
        </p:nvGrpSpPr>
        <p:grpSpPr>
          <a:xfrm>
            <a:off x="573803" y="0"/>
            <a:ext cx="4325371" cy="6377476"/>
            <a:chOff x="573803" y="0"/>
            <a:chExt cx="4325371" cy="6377476"/>
          </a:xfrm>
        </p:grpSpPr>
        <p:sp>
          <p:nvSpPr>
            <p:cNvPr id="396" name="Google Shape;396;p83"/>
            <p:cNvSpPr/>
            <p:nvPr/>
          </p:nvSpPr>
          <p:spPr>
            <a:xfrm>
              <a:off x="1468406" y="0"/>
              <a:ext cx="3430768" cy="5390870"/>
            </a:xfrm>
            <a:prstGeom prst="rect">
              <a:avLst/>
            </a:prstGeom>
            <a:solidFill>
              <a:srgbClr val="F2F2F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97" name="Google Shape;397;p83"/>
            <p:cNvSpPr/>
            <p:nvPr/>
          </p:nvSpPr>
          <p:spPr>
            <a:xfrm>
              <a:off x="860457" y="4951823"/>
              <a:ext cx="158111" cy="158111"/>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98" name="Google Shape;398;p83"/>
            <p:cNvSpPr/>
            <p:nvPr/>
          </p:nvSpPr>
          <p:spPr>
            <a:xfrm>
              <a:off x="573803" y="5104242"/>
              <a:ext cx="286654" cy="286654"/>
            </a:xfrm>
            <a:prstGeom prst="rect">
              <a:avLst/>
            </a:prstGeom>
            <a:solidFill>
              <a:schemeClr val="accen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399" name="Google Shape;399;p83"/>
            <p:cNvSpPr/>
            <p:nvPr/>
          </p:nvSpPr>
          <p:spPr>
            <a:xfrm>
              <a:off x="861107" y="5390896"/>
              <a:ext cx="610214" cy="610214"/>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pic>
          <p:nvPicPr>
            <p:cNvPr id="400" name="Google Shape;400;p83"/>
            <p:cNvPicPr preferRelativeResize="0"/>
            <p:nvPr/>
          </p:nvPicPr>
          <p:blipFill rotWithShape="1">
            <a:blip r:embed="rId2">
              <a:alphaModFix/>
            </a:blip>
            <a:srcRect b="0" l="0" r="0" t="0"/>
            <a:stretch/>
          </p:blipFill>
          <p:spPr>
            <a:xfrm>
              <a:off x="1466513" y="5992753"/>
              <a:ext cx="1031758" cy="384723"/>
            </a:xfrm>
            <a:prstGeom prst="rect">
              <a:avLst/>
            </a:prstGeom>
            <a:noFill/>
            <a:ln>
              <a:noFill/>
            </a:ln>
          </p:spPr>
        </p:pic>
      </p:grpSp>
      <p:sp>
        <p:nvSpPr>
          <p:cNvPr id="401" name="Google Shape;401;p83"/>
          <p:cNvSpPr txBox="1"/>
          <p:nvPr>
            <p:ph idx="1" type="body"/>
          </p:nvPr>
        </p:nvSpPr>
        <p:spPr>
          <a:xfrm>
            <a:off x="1543438" y="944163"/>
            <a:ext cx="9810362" cy="6277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accent1"/>
              </a:buClr>
              <a:buSzPts val="1600"/>
              <a:buFont typeface="Arial"/>
              <a:buNone/>
              <a:defRPr sz="1600">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2" name="Google Shape;402;p83"/>
          <p:cNvSpPr txBox="1"/>
          <p:nvPr>
            <p:ph type="ctrTitle"/>
          </p:nvPr>
        </p:nvSpPr>
        <p:spPr>
          <a:xfrm>
            <a:off x="1542536" y="1635111"/>
            <a:ext cx="9789007" cy="18748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83"/>
          <p:cNvSpPr txBox="1"/>
          <p:nvPr>
            <p:ph idx="2" type="subTitle"/>
          </p:nvPr>
        </p:nvSpPr>
        <p:spPr>
          <a:xfrm>
            <a:off x="1542536" y="3602038"/>
            <a:ext cx="9789007"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2400"/>
              <a:buNone/>
              <a:defRPr sz="24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4" name="Shape 404"/>
        <p:cNvGrpSpPr/>
        <p:nvPr/>
      </p:nvGrpSpPr>
      <p:grpSpPr>
        <a:xfrm>
          <a:off x="0" y="0"/>
          <a:ext cx="0" cy="0"/>
          <a:chOff x="0" y="0"/>
          <a:chExt cx="0" cy="0"/>
        </a:xfrm>
      </p:grpSpPr>
      <p:sp>
        <p:nvSpPr>
          <p:cNvPr id="405" name="Google Shape;405;p84"/>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6" name="Google Shape;406;p84"/>
          <p:cNvSpPr txBox="1"/>
          <p:nvPr>
            <p:ph idx="1" type="body"/>
          </p:nvPr>
        </p:nvSpPr>
        <p:spPr>
          <a:xfrm>
            <a:off x="381000" y="1487056"/>
            <a:ext cx="10972800" cy="468990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240">
          <p15:clr>
            <a:srgbClr val="FBAE40"/>
          </p15:clr>
        </p15:guide>
        <p15:guide id="3" pos="715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 and Content">
  <p:cSld name="Title, Sub and Content">
    <p:spTree>
      <p:nvGrpSpPr>
        <p:cNvPr id="407" name="Shape 407"/>
        <p:cNvGrpSpPr/>
        <p:nvPr/>
      </p:nvGrpSpPr>
      <p:grpSpPr>
        <a:xfrm>
          <a:off x="0" y="0"/>
          <a:ext cx="0" cy="0"/>
          <a:chOff x="0" y="0"/>
          <a:chExt cx="0" cy="0"/>
        </a:xfrm>
      </p:grpSpPr>
      <p:sp>
        <p:nvSpPr>
          <p:cNvPr id="408" name="Google Shape;408;p85"/>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Pla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9" name="Google Shape;409;p85"/>
          <p:cNvSpPr txBox="1"/>
          <p:nvPr>
            <p:ph idx="1" type="body"/>
          </p:nvPr>
        </p:nvSpPr>
        <p:spPr>
          <a:xfrm>
            <a:off x="381000" y="1494289"/>
            <a:ext cx="10972800" cy="52546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3200"/>
              <a:buFont typeface="Arial"/>
              <a:buNone/>
              <a:defRPr b="0" i="0" sz="3200">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0" name="Google Shape;410;p85"/>
          <p:cNvSpPr txBox="1"/>
          <p:nvPr>
            <p:ph idx="2" type="body"/>
          </p:nvPr>
        </p:nvSpPr>
        <p:spPr>
          <a:xfrm>
            <a:off x="381000" y="2110067"/>
            <a:ext cx="10972800" cy="408425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240">
          <p15:clr>
            <a:srgbClr val="FBAE40"/>
          </p15:clr>
        </p15:guide>
        <p15:guide id="3" pos="7152">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 Two Content">
  <p:cSld name="Title, Sub Two Content">
    <p:spTree>
      <p:nvGrpSpPr>
        <p:cNvPr id="411" name="Shape 411"/>
        <p:cNvGrpSpPr/>
        <p:nvPr/>
      </p:nvGrpSpPr>
      <p:grpSpPr>
        <a:xfrm>
          <a:off x="0" y="0"/>
          <a:ext cx="0" cy="0"/>
          <a:chOff x="0" y="0"/>
          <a:chExt cx="0" cy="0"/>
        </a:xfrm>
      </p:grpSpPr>
      <p:sp>
        <p:nvSpPr>
          <p:cNvPr id="412" name="Google Shape;412;p86"/>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3" name="Google Shape;413;p86"/>
          <p:cNvSpPr txBox="1"/>
          <p:nvPr>
            <p:ph idx="1" type="body"/>
          </p:nvPr>
        </p:nvSpPr>
        <p:spPr>
          <a:xfrm>
            <a:off x="381000" y="1495361"/>
            <a:ext cx="10972800" cy="53045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accent1"/>
              </a:buClr>
              <a:buSzPts val="3200"/>
              <a:buNone/>
              <a:defRPr b="0" i="0" sz="32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4" name="Google Shape;414;p86"/>
          <p:cNvSpPr txBox="1"/>
          <p:nvPr>
            <p:ph idx="2" type="body"/>
          </p:nvPr>
        </p:nvSpPr>
        <p:spPr>
          <a:xfrm>
            <a:off x="380999" y="2105680"/>
            <a:ext cx="5429865" cy="409577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5" name="Google Shape;415;p86"/>
          <p:cNvSpPr txBox="1"/>
          <p:nvPr>
            <p:ph idx="3" type="body"/>
          </p:nvPr>
        </p:nvSpPr>
        <p:spPr>
          <a:xfrm>
            <a:off x="5923935" y="2105680"/>
            <a:ext cx="5429865" cy="409577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416" name="Shape 416"/>
        <p:cNvGrpSpPr/>
        <p:nvPr/>
      </p:nvGrpSpPr>
      <p:grpSpPr>
        <a:xfrm>
          <a:off x="0" y="0"/>
          <a:ext cx="0" cy="0"/>
          <a:chOff x="0" y="0"/>
          <a:chExt cx="0" cy="0"/>
        </a:xfrm>
      </p:grpSpPr>
      <p:sp>
        <p:nvSpPr>
          <p:cNvPr id="417" name="Google Shape;417;p87"/>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87"/>
          <p:cNvSpPr txBox="1"/>
          <p:nvPr>
            <p:ph idx="1" type="body"/>
          </p:nvPr>
        </p:nvSpPr>
        <p:spPr>
          <a:xfrm>
            <a:off x="380999" y="1496292"/>
            <a:ext cx="5429865" cy="468668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9" name="Google Shape;419;p87"/>
          <p:cNvSpPr txBox="1"/>
          <p:nvPr>
            <p:ph idx="2" type="body"/>
          </p:nvPr>
        </p:nvSpPr>
        <p:spPr>
          <a:xfrm>
            <a:off x="5923935" y="1496292"/>
            <a:ext cx="5429865" cy="468668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hite">
  <p:cSld name="Quote white">
    <p:spTree>
      <p:nvGrpSpPr>
        <p:cNvPr id="420" name="Shape 420"/>
        <p:cNvGrpSpPr/>
        <p:nvPr/>
      </p:nvGrpSpPr>
      <p:grpSpPr>
        <a:xfrm>
          <a:off x="0" y="0"/>
          <a:ext cx="0" cy="0"/>
          <a:chOff x="0" y="0"/>
          <a:chExt cx="0" cy="0"/>
        </a:xfrm>
      </p:grpSpPr>
      <p:sp>
        <p:nvSpPr>
          <p:cNvPr id="421" name="Google Shape;421;p88"/>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2" name="Google Shape;422;p88"/>
          <p:cNvSpPr txBox="1"/>
          <p:nvPr>
            <p:ph idx="1" type="body"/>
          </p:nvPr>
        </p:nvSpPr>
        <p:spPr>
          <a:xfrm>
            <a:off x="381000" y="1441833"/>
            <a:ext cx="10972800" cy="4241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1"/>
              </a:buClr>
              <a:buSzPts val="6000"/>
              <a:buNone/>
              <a:defRPr b="0" i="0" sz="6000">
                <a:solidFill>
                  <a:schemeClr val="accen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3" name="Google Shape;423;p88"/>
          <p:cNvSpPr txBox="1"/>
          <p:nvPr>
            <p:ph idx="2" type="body"/>
          </p:nvPr>
        </p:nvSpPr>
        <p:spPr>
          <a:xfrm>
            <a:off x="381000" y="5757203"/>
            <a:ext cx="10972800" cy="5016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2800"/>
              <a:buNone/>
              <a:defRPr>
                <a:solidFill>
                  <a:schemeClr val="dk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lue" showMasterSp="0">
  <p:cSld name="Quote Blue">
    <p:bg>
      <p:bgPr>
        <a:solidFill>
          <a:schemeClr val="accent1"/>
        </a:solidFill>
      </p:bgPr>
    </p:bg>
    <p:spTree>
      <p:nvGrpSpPr>
        <p:cNvPr id="424" name="Shape 424"/>
        <p:cNvGrpSpPr/>
        <p:nvPr/>
      </p:nvGrpSpPr>
      <p:grpSpPr>
        <a:xfrm>
          <a:off x="0" y="0"/>
          <a:ext cx="0" cy="0"/>
          <a:chOff x="0" y="0"/>
          <a:chExt cx="0" cy="0"/>
        </a:xfrm>
      </p:grpSpPr>
      <p:sp>
        <p:nvSpPr>
          <p:cNvPr id="425" name="Google Shape;425;p89"/>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89"/>
          <p:cNvSpPr txBox="1"/>
          <p:nvPr>
            <p:ph idx="1" type="body"/>
          </p:nvPr>
        </p:nvSpPr>
        <p:spPr>
          <a:xfrm>
            <a:off x="381000" y="1441833"/>
            <a:ext cx="10972800" cy="4241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6000"/>
              <a:buNone/>
              <a:defRPr b="0" i="0" sz="6000">
                <a:solidFill>
                  <a:schemeClr val="lt1"/>
                </a:solidFill>
                <a:latin typeface="Play"/>
                <a:ea typeface="Play"/>
                <a:cs typeface="Play"/>
                <a:sym typeface="Play"/>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89"/>
          <p:cNvSpPr txBox="1"/>
          <p:nvPr>
            <p:ph idx="2" type="body"/>
          </p:nvPr>
        </p:nvSpPr>
        <p:spPr>
          <a:xfrm>
            <a:off x="381000" y="5757203"/>
            <a:ext cx="10972800" cy="5016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2800"/>
              <a:buNone/>
              <a:defRPr>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8" name="Google Shape;428;p89"/>
          <p:cNvSpPr/>
          <p:nvPr/>
        </p:nvSpPr>
        <p:spPr>
          <a:xfrm>
            <a:off x="0" y="6400800"/>
            <a:ext cx="11734800" cy="4572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pic>
        <p:nvPicPr>
          <p:cNvPr id="429" name="Google Shape;429;p89"/>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30" name="Google Shape;430;p89"/>
          <p:cNvSpPr/>
          <p:nvPr/>
        </p:nvSpPr>
        <p:spPr>
          <a:xfrm>
            <a:off x="11734800" y="0"/>
            <a:ext cx="457200" cy="64008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31" name="Google Shape;431;p89"/>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32" name="Google Shape;432;p89"/>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
        <p:nvSpPr>
          <p:cNvPr id="433" name="Google Shape;433;p89"/>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White">
  <p:cSld name="Segue White">
    <p:spTree>
      <p:nvGrpSpPr>
        <p:cNvPr id="434" name="Shape 434"/>
        <p:cNvGrpSpPr/>
        <p:nvPr/>
      </p:nvGrpSpPr>
      <p:grpSpPr>
        <a:xfrm>
          <a:off x="0" y="0"/>
          <a:ext cx="0" cy="0"/>
          <a:chOff x="0" y="0"/>
          <a:chExt cx="0" cy="0"/>
        </a:xfrm>
      </p:grpSpPr>
      <p:sp>
        <p:nvSpPr>
          <p:cNvPr id="435" name="Google Shape;435;p90"/>
          <p:cNvSpPr txBox="1"/>
          <p:nvPr>
            <p:ph type="title"/>
          </p:nvPr>
        </p:nvSpPr>
        <p:spPr>
          <a:xfrm>
            <a:off x="381000" y="2229178"/>
            <a:ext cx="10972800" cy="119982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6" name="Google Shape;436;p90"/>
          <p:cNvSpPr txBox="1"/>
          <p:nvPr>
            <p:ph idx="1" type="body"/>
          </p:nvPr>
        </p:nvSpPr>
        <p:spPr>
          <a:xfrm>
            <a:off x="381000" y="3449317"/>
            <a:ext cx="10972800" cy="6819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1"/>
              </a:buClr>
              <a:buSzPts val="2800"/>
              <a:buNone/>
              <a:defRPr sz="2800">
                <a:solidFill>
                  <a:schemeClr val="accen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Blue" showMasterSp="0">
  <p:cSld name="Segue Blue">
    <p:bg>
      <p:bgPr>
        <a:solidFill>
          <a:schemeClr val="accent1"/>
        </a:solidFill>
      </p:bgPr>
    </p:bg>
    <p:spTree>
      <p:nvGrpSpPr>
        <p:cNvPr id="437" name="Shape 437"/>
        <p:cNvGrpSpPr/>
        <p:nvPr/>
      </p:nvGrpSpPr>
      <p:grpSpPr>
        <a:xfrm>
          <a:off x="0" y="0"/>
          <a:ext cx="0" cy="0"/>
          <a:chOff x="0" y="0"/>
          <a:chExt cx="0" cy="0"/>
        </a:xfrm>
      </p:grpSpPr>
      <p:sp>
        <p:nvSpPr>
          <p:cNvPr id="438" name="Google Shape;438;p91"/>
          <p:cNvSpPr txBox="1"/>
          <p:nvPr>
            <p:ph type="title"/>
          </p:nvPr>
        </p:nvSpPr>
        <p:spPr>
          <a:xfrm>
            <a:off x="381000" y="2229178"/>
            <a:ext cx="10972800" cy="119982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9" name="Google Shape;439;p91"/>
          <p:cNvSpPr txBox="1"/>
          <p:nvPr>
            <p:ph idx="1" type="body"/>
          </p:nvPr>
        </p:nvSpPr>
        <p:spPr>
          <a:xfrm>
            <a:off x="381000" y="3449317"/>
            <a:ext cx="10972800" cy="6819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accent2"/>
              </a:buClr>
              <a:buSzPts val="2800"/>
              <a:buNone/>
              <a:defRPr sz="2800">
                <a:solidFill>
                  <a:schemeClr val="accent2"/>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0" name="Google Shape;440;p91"/>
          <p:cNvSpPr/>
          <p:nvPr/>
        </p:nvSpPr>
        <p:spPr>
          <a:xfrm>
            <a:off x="0" y="6400800"/>
            <a:ext cx="11734800" cy="4572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pic>
        <p:nvPicPr>
          <p:cNvPr id="441" name="Google Shape;441;p91"/>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42" name="Google Shape;442;p91"/>
          <p:cNvSpPr/>
          <p:nvPr/>
        </p:nvSpPr>
        <p:spPr>
          <a:xfrm>
            <a:off x="11734800" y="0"/>
            <a:ext cx="457200" cy="6400800"/>
          </a:xfrm>
          <a:prstGeom prst="rect">
            <a:avLst/>
          </a:prstGeom>
          <a:solidFill>
            <a:schemeClr val="dk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43" name="Google Shape;443;p91"/>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44" name="Google Shape;444;p91"/>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
        <p:nvSpPr>
          <p:cNvPr id="445" name="Google Shape;445;p91"/>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hite">
  <p:cSld name="Title and Content White">
    <p:bg>
      <p:bgPr>
        <a:solidFill>
          <a:srgbClr val="F2F2F2"/>
        </a:solidFill>
      </p:bgPr>
    </p:bg>
    <p:spTree>
      <p:nvGrpSpPr>
        <p:cNvPr id="446" name="Shape 446"/>
        <p:cNvGrpSpPr/>
        <p:nvPr/>
      </p:nvGrpSpPr>
      <p:grpSpPr>
        <a:xfrm>
          <a:off x="0" y="0"/>
          <a:ext cx="0" cy="0"/>
          <a:chOff x="0" y="0"/>
          <a:chExt cx="0" cy="0"/>
        </a:xfrm>
      </p:grpSpPr>
      <p:sp>
        <p:nvSpPr>
          <p:cNvPr id="447" name="Google Shape;447;p92"/>
          <p:cNvSpPr txBox="1"/>
          <p:nvPr>
            <p:ph type="title"/>
          </p:nvPr>
        </p:nvSpPr>
        <p:spPr>
          <a:xfrm>
            <a:off x="925220" y="2614497"/>
            <a:ext cx="4838270" cy="178238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92"/>
          <p:cNvSpPr/>
          <p:nvPr/>
        </p:nvSpPr>
        <p:spPr>
          <a:xfrm>
            <a:off x="11734800" y="6400800"/>
            <a:ext cx="457200" cy="457200"/>
          </a:xfrm>
          <a:prstGeom prst="rect">
            <a:avLst/>
          </a:prstGeom>
          <a:solidFill>
            <a:schemeClr val="l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49" name="Google Shape;449;p92"/>
          <p:cNvSpPr/>
          <p:nvPr/>
        </p:nvSpPr>
        <p:spPr>
          <a:xfrm>
            <a:off x="5867399" y="402558"/>
            <a:ext cx="5874297" cy="6003471"/>
          </a:xfrm>
          <a:prstGeom prst="rect">
            <a:avLst/>
          </a:prstGeom>
          <a:solidFill>
            <a:schemeClr val="l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0" name="Google Shape;450;p92"/>
          <p:cNvSpPr txBox="1"/>
          <p:nvPr>
            <p:ph idx="1" type="body"/>
          </p:nvPr>
        </p:nvSpPr>
        <p:spPr>
          <a:xfrm>
            <a:off x="6087623" y="546389"/>
            <a:ext cx="5433848" cy="1118706"/>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200"/>
              <a:buNone/>
              <a:defRPr sz="3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451" name="Google Shape;451;p92"/>
          <p:cNvGrpSpPr/>
          <p:nvPr/>
        </p:nvGrpSpPr>
        <p:grpSpPr>
          <a:xfrm>
            <a:off x="536812" y="2023074"/>
            <a:ext cx="492319" cy="591423"/>
            <a:chOff x="536812" y="2023074"/>
            <a:chExt cx="492319" cy="591423"/>
          </a:xfrm>
        </p:grpSpPr>
        <p:sp>
          <p:nvSpPr>
            <p:cNvPr id="452" name="Google Shape;452;p92"/>
            <p:cNvSpPr/>
            <p:nvPr/>
          </p:nvSpPr>
          <p:spPr>
            <a:xfrm>
              <a:off x="709974" y="2295340"/>
              <a:ext cx="319157" cy="319157"/>
            </a:xfrm>
            <a:prstGeom prst="rect">
              <a:avLst/>
            </a:prstGeom>
            <a:solidFill>
              <a:schemeClr val="accen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3" name="Google Shape;453;p92"/>
            <p:cNvSpPr/>
            <p:nvPr/>
          </p:nvSpPr>
          <p:spPr>
            <a:xfrm>
              <a:off x="536812" y="2123120"/>
              <a:ext cx="174318" cy="174318"/>
            </a:xfrm>
            <a:prstGeom prst="rect">
              <a:avLst/>
            </a:prstGeom>
            <a:solidFill>
              <a:srgbClr val="7BDEFF"/>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4" name="Google Shape;454;p92"/>
            <p:cNvSpPr/>
            <p:nvPr/>
          </p:nvSpPr>
          <p:spPr>
            <a:xfrm>
              <a:off x="711130" y="2023074"/>
              <a:ext cx="100045" cy="100045"/>
            </a:xfrm>
            <a:prstGeom prst="rect">
              <a:avLst/>
            </a:prstGeom>
            <a:solidFill>
              <a:srgbClr val="B4F0FF"/>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sp>
        <p:nvSpPr>
          <p:cNvPr id="455" name="Google Shape;455;p92"/>
          <p:cNvSpPr txBox="1"/>
          <p:nvPr>
            <p:ph idx="2" type="body"/>
          </p:nvPr>
        </p:nvSpPr>
        <p:spPr>
          <a:xfrm>
            <a:off x="6087623" y="1813801"/>
            <a:ext cx="5433848" cy="4376791"/>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30200" lvl="4" marL="2286000" algn="l">
              <a:lnSpc>
                <a:spcPct val="90000"/>
              </a:lnSpc>
              <a:spcBef>
                <a:spcPts val="500"/>
              </a:spcBef>
              <a:spcAft>
                <a:spcPts val="0"/>
              </a:spcAft>
              <a:buClr>
                <a:schemeClr val="dk1"/>
              </a:buClr>
              <a:buSzPts val="16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6" name="Google Shape;456;p92"/>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000"/>
              <a:buFont typeface="Play"/>
              <a:buNone/>
            </a:pPr>
            <a:fld id="{00000000-1234-1234-1234-123412341234}" type="slidenum">
              <a:rPr b="0" i="0" lang="en-US" sz="1000" u="none" cap="none" strike="noStrike">
                <a:solidFill>
                  <a:schemeClr val="dk1"/>
                </a:solidFill>
                <a:latin typeface="Play"/>
                <a:ea typeface="Play"/>
                <a:cs typeface="Play"/>
                <a:sym typeface="Play"/>
              </a:rPr>
              <a:t>‹#›</a:t>
            </a:fld>
            <a:endParaRPr b="0" i="0" sz="1000" u="none" cap="none" strike="noStrike">
              <a:solidFill>
                <a:schemeClr val="dk1"/>
              </a:solidFill>
              <a:latin typeface="Play"/>
              <a:ea typeface="Play"/>
              <a:cs typeface="Play"/>
              <a:sym typeface="Play"/>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Blue B" showMasterSp="0">
  <p:cSld name="Title and Content Blue B">
    <p:bg>
      <p:bgPr>
        <a:solidFill>
          <a:schemeClr val="dk2"/>
        </a:solidFill>
      </p:bgPr>
    </p:bg>
    <p:spTree>
      <p:nvGrpSpPr>
        <p:cNvPr id="457" name="Shape 457"/>
        <p:cNvGrpSpPr/>
        <p:nvPr/>
      </p:nvGrpSpPr>
      <p:grpSpPr>
        <a:xfrm>
          <a:off x="0" y="0"/>
          <a:ext cx="0" cy="0"/>
          <a:chOff x="0" y="0"/>
          <a:chExt cx="0" cy="0"/>
        </a:xfrm>
      </p:grpSpPr>
      <p:sp>
        <p:nvSpPr>
          <p:cNvPr id="458" name="Google Shape;458;p93"/>
          <p:cNvSpPr/>
          <p:nvPr/>
        </p:nvSpPr>
        <p:spPr>
          <a:xfrm>
            <a:off x="11734800" y="6400800"/>
            <a:ext cx="457200" cy="4572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59" name="Google Shape;459;p93"/>
          <p:cNvSpPr/>
          <p:nvPr/>
        </p:nvSpPr>
        <p:spPr>
          <a:xfrm>
            <a:off x="5867399" y="402558"/>
            <a:ext cx="5874297" cy="6003471"/>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60" name="Google Shape;460;p93"/>
          <p:cNvSpPr txBox="1"/>
          <p:nvPr>
            <p:ph type="title"/>
          </p:nvPr>
        </p:nvSpPr>
        <p:spPr>
          <a:xfrm>
            <a:off x="925220" y="2614497"/>
            <a:ext cx="4838270" cy="178238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93"/>
          <p:cNvSpPr txBox="1"/>
          <p:nvPr>
            <p:ph idx="1" type="body"/>
          </p:nvPr>
        </p:nvSpPr>
        <p:spPr>
          <a:xfrm>
            <a:off x="6087623" y="546389"/>
            <a:ext cx="5433848" cy="1118706"/>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lt1"/>
              </a:buClr>
              <a:buSzPts val="3200"/>
              <a:buNone/>
              <a:defRPr sz="3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2" name="Google Shape;462;p93"/>
          <p:cNvSpPr txBox="1"/>
          <p:nvPr>
            <p:ph idx="2" type="body"/>
          </p:nvPr>
        </p:nvSpPr>
        <p:spPr>
          <a:xfrm>
            <a:off x="6087623" y="1813801"/>
            <a:ext cx="5433848" cy="4376791"/>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30200" lvl="4" marL="2286000" algn="l">
              <a:lnSpc>
                <a:spcPct val="90000"/>
              </a:lnSpc>
              <a:spcBef>
                <a:spcPts val="500"/>
              </a:spcBef>
              <a:spcAft>
                <a:spcPts val="0"/>
              </a:spcAft>
              <a:buClr>
                <a:schemeClr val="lt1"/>
              </a:buClr>
              <a:buSzPts val="16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63" name="Google Shape;463;p93"/>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64" name="Google Shape;464;p93"/>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65" name="Google Shape;465;p93"/>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
        <p:nvSpPr>
          <p:cNvPr id="466" name="Google Shape;466;p93"/>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grpSp>
        <p:nvGrpSpPr>
          <p:cNvPr id="467" name="Google Shape;467;p93"/>
          <p:cNvGrpSpPr/>
          <p:nvPr/>
        </p:nvGrpSpPr>
        <p:grpSpPr>
          <a:xfrm>
            <a:off x="536812" y="2023074"/>
            <a:ext cx="492319" cy="591423"/>
            <a:chOff x="536812" y="2023074"/>
            <a:chExt cx="492319" cy="591423"/>
          </a:xfrm>
        </p:grpSpPr>
        <p:sp>
          <p:nvSpPr>
            <p:cNvPr id="468" name="Google Shape;468;p93"/>
            <p:cNvSpPr/>
            <p:nvPr/>
          </p:nvSpPr>
          <p:spPr>
            <a:xfrm>
              <a:off x="709974" y="2295340"/>
              <a:ext cx="319157" cy="319157"/>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69" name="Google Shape;469;p93"/>
            <p:cNvSpPr/>
            <p:nvPr/>
          </p:nvSpPr>
          <p:spPr>
            <a:xfrm>
              <a:off x="536812" y="2123120"/>
              <a:ext cx="174318" cy="174318"/>
            </a:xfrm>
            <a:prstGeom prst="rect">
              <a:avLst/>
            </a:prstGeom>
            <a:solidFill>
              <a:schemeClr val="accent3"/>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70" name="Google Shape;470;p93"/>
            <p:cNvSpPr/>
            <p:nvPr/>
          </p:nvSpPr>
          <p:spPr>
            <a:xfrm>
              <a:off x="711130" y="2023074"/>
              <a:ext cx="100045" cy="100045"/>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Frame Blue" showMasterSp="0">
  <p:cSld name="Title with Frame Blue">
    <p:bg>
      <p:bgPr>
        <a:solidFill>
          <a:schemeClr val="dk2"/>
        </a:solidFill>
      </p:bgPr>
    </p:bg>
    <p:spTree>
      <p:nvGrpSpPr>
        <p:cNvPr id="471" name="Shape 471"/>
        <p:cNvGrpSpPr/>
        <p:nvPr/>
      </p:nvGrpSpPr>
      <p:grpSpPr>
        <a:xfrm>
          <a:off x="0" y="0"/>
          <a:ext cx="0" cy="0"/>
          <a:chOff x="0" y="0"/>
          <a:chExt cx="0" cy="0"/>
        </a:xfrm>
      </p:grpSpPr>
      <p:sp>
        <p:nvSpPr>
          <p:cNvPr id="472" name="Google Shape;472;p94"/>
          <p:cNvSpPr/>
          <p:nvPr/>
        </p:nvSpPr>
        <p:spPr>
          <a:xfrm>
            <a:off x="457200" y="464127"/>
            <a:ext cx="11286348" cy="5944838"/>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73" name="Google Shape;473;p94"/>
          <p:cNvSpPr txBox="1"/>
          <p:nvPr>
            <p:ph type="title"/>
          </p:nvPr>
        </p:nvSpPr>
        <p:spPr>
          <a:xfrm>
            <a:off x="806922" y="1776845"/>
            <a:ext cx="10557387" cy="330431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800"/>
              <a:buFont typeface="Play"/>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4" name="Google Shape;474;p94"/>
          <p:cNvSpPr/>
          <p:nvPr/>
        </p:nvSpPr>
        <p:spPr>
          <a:xfrm>
            <a:off x="11734800" y="6400800"/>
            <a:ext cx="457200" cy="4572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chemeClr val="dk1"/>
              </a:buClr>
              <a:buSzPts val="3200"/>
              <a:buFont typeface="Play"/>
              <a:buNone/>
            </a:pPr>
            <a:r>
              <a:t/>
            </a:r>
            <a:endParaRPr b="0" i="0" sz="3200" u="none" cap="none" strike="noStrike">
              <a:solidFill>
                <a:srgbClr val="FFFFFF"/>
              </a:solidFill>
              <a:latin typeface="Play"/>
              <a:ea typeface="Play"/>
              <a:cs typeface="Play"/>
              <a:sym typeface="Play"/>
            </a:endParaRPr>
          </a:p>
        </p:txBody>
      </p:sp>
      <p:sp>
        <p:nvSpPr>
          <p:cNvPr id="475" name="Google Shape;475;p94"/>
          <p:cNvSpPr txBox="1"/>
          <p:nvPr/>
        </p:nvSpPr>
        <p:spPr>
          <a:xfrm>
            <a:off x="11898805" y="6553045"/>
            <a:ext cx="14266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1000"/>
              <a:buFont typeface="Play"/>
              <a:buNone/>
            </a:pPr>
            <a:fld id="{00000000-1234-1234-1234-123412341234}" type="slidenum">
              <a:rPr b="0" i="0" lang="en-US" sz="1000" u="none" cap="none" strike="noStrike">
                <a:solidFill>
                  <a:schemeClr val="lt1"/>
                </a:solidFill>
                <a:latin typeface="Play"/>
                <a:ea typeface="Play"/>
                <a:cs typeface="Play"/>
                <a:sym typeface="Play"/>
              </a:rPr>
              <a:t>‹#›</a:t>
            </a:fld>
            <a:endParaRPr b="0" i="0" sz="1000" u="none" cap="none" strike="noStrike">
              <a:solidFill>
                <a:schemeClr val="lt1"/>
              </a:solidFill>
              <a:latin typeface="Play"/>
              <a:ea typeface="Play"/>
              <a:cs typeface="Play"/>
              <a:sym typeface="Play"/>
            </a:endParaRPr>
          </a:p>
        </p:txBody>
      </p:sp>
      <p:pic>
        <p:nvPicPr>
          <p:cNvPr id="476" name="Google Shape;476;p94"/>
          <p:cNvPicPr preferRelativeResize="0"/>
          <p:nvPr/>
        </p:nvPicPr>
        <p:blipFill rotWithShape="1">
          <a:blip r:embed="rId2">
            <a:alphaModFix/>
          </a:blip>
          <a:srcRect b="0" l="0" r="0" t="0"/>
          <a:stretch/>
        </p:blipFill>
        <p:spPr>
          <a:xfrm>
            <a:off x="11137466" y="6554735"/>
            <a:ext cx="476084" cy="177524"/>
          </a:xfrm>
          <a:prstGeom prst="rect">
            <a:avLst/>
          </a:prstGeom>
          <a:noFill/>
          <a:ln>
            <a:noFill/>
          </a:ln>
        </p:spPr>
      </p:pic>
      <p:sp>
        <p:nvSpPr>
          <p:cNvPr id="477" name="Google Shape;477;p94"/>
          <p:cNvSpPr/>
          <p:nvPr/>
        </p:nvSpPr>
        <p:spPr>
          <a:xfrm>
            <a:off x="5537995" y="6510549"/>
            <a:ext cx="1116010"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lt1"/>
                </a:solidFill>
                <a:latin typeface="Play"/>
                <a:ea typeface="Play"/>
                <a:cs typeface="Play"/>
                <a:sym typeface="Play"/>
              </a:rPr>
              <a:t>Intel Confidential</a:t>
            </a:r>
            <a:endParaRPr/>
          </a:p>
        </p:txBody>
      </p:sp>
      <p:sp>
        <p:nvSpPr>
          <p:cNvPr id="478" name="Google Shape;478;p94"/>
          <p:cNvSpPr/>
          <p:nvPr/>
        </p:nvSpPr>
        <p:spPr>
          <a:xfrm>
            <a:off x="286365" y="6510549"/>
            <a:ext cx="170110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lt1"/>
                </a:solidFill>
                <a:latin typeface="Play"/>
                <a:ea typeface="Play"/>
                <a:cs typeface="Play"/>
                <a:sym typeface="Play"/>
              </a:rPr>
              <a:t>Department or Event Name</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l Logo" showMasterSp="0">
  <p:cSld name="Intel Logo">
    <p:bg>
      <p:bgPr>
        <a:solidFill>
          <a:schemeClr val="accent1"/>
        </a:solidFill>
      </p:bgPr>
    </p:bg>
    <p:spTree>
      <p:nvGrpSpPr>
        <p:cNvPr id="479" name="Shape 479"/>
        <p:cNvGrpSpPr/>
        <p:nvPr/>
      </p:nvGrpSpPr>
      <p:grpSpPr>
        <a:xfrm>
          <a:off x="0" y="0"/>
          <a:ext cx="0" cy="0"/>
          <a:chOff x="0" y="0"/>
          <a:chExt cx="0" cy="0"/>
        </a:xfrm>
      </p:grpSpPr>
      <p:pic>
        <p:nvPicPr>
          <p:cNvPr descr="Logo&#10;&#10;Description automatically generated" id="480" name="Google Shape;480;p95"/>
          <p:cNvPicPr preferRelativeResize="0"/>
          <p:nvPr/>
        </p:nvPicPr>
        <p:blipFill rotWithShape="1">
          <a:blip r:embed="rId2">
            <a:alphaModFix/>
          </a:blip>
          <a:srcRect b="0" l="0" r="0" t="0"/>
          <a:stretch/>
        </p:blipFill>
        <p:spPr>
          <a:xfrm>
            <a:off x="4014381" y="2626737"/>
            <a:ext cx="4052408" cy="1643927"/>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6" name="Shape 6"/>
        <p:cNvGrpSpPr/>
        <p:nvPr/>
      </p:nvGrpSpPr>
      <p:grpSpPr>
        <a:xfrm>
          <a:off x="0" y="0"/>
          <a:ext cx="0" cy="0"/>
          <a:chOff x="0" y="0"/>
          <a:chExt cx="0" cy="0"/>
        </a:xfrm>
      </p:grpSpPr>
      <p:pic>
        <p:nvPicPr>
          <p:cNvPr descr="preencoded.png" id="7" name="Google Shape;7;p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 name="Google Shape;8;p7"/>
          <p:cNvSpPr/>
          <p:nvPr/>
        </p:nvSpPr>
        <p:spPr>
          <a:xfrm>
            <a:off x="0" y="0"/>
            <a:ext cx="12192000" cy="6858000"/>
          </a:xfrm>
          <a:prstGeom prst="rect">
            <a:avLst/>
          </a:prstGeom>
          <a:solidFill>
            <a:srgbClr val="181616">
              <a:alpha val="9490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9" name="Shape 9"/>
        <p:cNvGrpSpPr/>
        <p:nvPr/>
      </p:nvGrpSpPr>
      <p:grpSpPr>
        <a:xfrm>
          <a:off x="0" y="0"/>
          <a:ext cx="0" cy="0"/>
          <a:chOff x="0" y="0"/>
          <a:chExt cx="0" cy="0"/>
        </a:xfrm>
      </p:grpSpPr>
      <p:pic>
        <p:nvPicPr>
          <p:cNvPr descr="preencoded.png" id="10" name="Google Shape;10;p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 name="Google Shape;11;p8"/>
          <p:cNvSpPr/>
          <p:nvPr/>
        </p:nvSpPr>
        <p:spPr>
          <a:xfrm>
            <a:off x="0" y="0"/>
            <a:ext cx="12192000" cy="6858000"/>
          </a:xfrm>
          <a:prstGeom prst="rect">
            <a:avLst/>
          </a:prstGeom>
          <a:solidFill>
            <a:srgbClr val="181616">
              <a:alpha val="9490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2" name="Shape 12"/>
        <p:cNvGrpSpPr/>
        <p:nvPr/>
      </p:nvGrpSpPr>
      <p:grpSpPr>
        <a:xfrm>
          <a:off x="0" y="0"/>
          <a:ext cx="0" cy="0"/>
          <a:chOff x="0" y="0"/>
          <a:chExt cx="0" cy="0"/>
        </a:xfrm>
      </p:grpSpPr>
      <p:pic>
        <p:nvPicPr>
          <p:cNvPr descr="preencoded.png" id="13" name="Google Shape;13;p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 name="Google Shape;14;p9"/>
          <p:cNvSpPr/>
          <p:nvPr/>
        </p:nvSpPr>
        <p:spPr>
          <a:xfrm>
            <a:off x="0" y="0"/>
            <a:ext cx="12192000" cy="6858000"/>
          </a:xfrm>
          <a:prstGeom prst="rect">
            <a:avLst/>
          </a:prstGeom>
          <a:solidFill>
            <a:srgbClr val="181616">
              <a:alpha val="9490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5" name="Shape 15"/>
        <p:cNvGrpSpPr/>
        <p:nvPr/>
      </p:nvGrpSpPr>
      <p:grpSpPr>
        <a:xfrm>
          <a:off x="0" y="0"/>
          <a:ext cx="0" cy="0"/>
          <a:chOff x="0" y="0"/>
          <a:chExt cx="0" cy="0"/>
        </a:xfrm>
      </p:grpSpPr>
      <p:pic>
        <p:nvPicPr>
          <p:cNvPr descr="preencoded.png" id="16" name="Google Shape;16;p1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 name="Google Shape;17;p10"/>
          <p:cNvSpPr/>
          <p:nvPr/>
        </p:nvSpPr>
        <p:spPr>
          <a:xfrm>
            <a:off x="0" y="0"/>
            <a:ext cx="12192000" cy="6858000"/>
          </a:xfrm>
          <a:prstGeom prst="rect">
            <a:avLst/>
          </a:prstGeom>
          <a:solidFill>
            <a:srgbClr val="181616">
              <a:alpha val="9490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18" name="Shape 18"/>
        <p:cNvGrpSpPr/>
        <p:nvPr/>
      </p:nvGrpSpPr>
      <p:grpSpPr>
        <a:xfrm>
          <a:off x="0" y="0"/>
          <a:ext cx="0" cy="0"/>
          <a:chOff x="0" y="0"/>
          <a:chExt cx="0" cy="0"/>
        </a:xfrm>
      </p:grpSpPr>
      <p:pic>
        <p:nvPicPr>
          <p:cNvPr descr="preencoded.png" id="19" name="Google Shape;19;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 name="Google Shape;20;p11"/>
          <p:cNvSpPr/>
          <p:nvPr/>
        </p:nvSpPr>
        <p:spPr>
          <a:xfrm>
            <a:off x="0" y="0"/>
            <a:ext cx="12192000" cy="6858000"/>
          </a:xfrm>
          <a:prstGeom prst="rect">
            <a:avLst/>
          </a:prstGeom>
          <a:solidFill>
            <a:srgbClr val="181616">
              <a:alpha val="9490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1" name="Shape 21"/>
        <p:cNvGrpSpPr/>
        <p:nvPr/>
      </p:nvGrpSpPr>
      <p:grpSpPr>
        <a:xfrm>
          <a:off x="0" y="0"/>
          <a:ext cx="0" cy="0"/>
          <a:chOff x="0" y="0"/>
          <a:chExt cx="0" cy="0"/>
        </a:xfrm>
      </p:grpSpPr>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2" name="Shape 22"/>
        <p:cNvGrpSpPr/>
        <p:nvPr/>
      </p:nvGrpSpPr>
      <p:grpSpPr>
        <a:xfrm>
          <a:off x="0" y="0"/>
          <a:ext cx="0" cy="0"/>
          <a:chOff x="0" y="0"/>
          <a:chExt cx="0" cy="0"/>
        </a:xfrm>
      </p:grpSpPr>
      <p:sp>
        <p:nvSpPr>
          <p:cNvPr id="23" name="Google Shape;23;g3e15de89eb8_0_63"/>
          <p:cNvSpPr/>
          <p:nvPr/>
        </p:nvSpPr>
        <p:spPr>
          <a:xfrm>
            <a:off x="0" y="0"/>
            <a:ext cx="12192000" cy="6858000"/>
          </a:xfrm>
          <a:prstGeom prst="rect">
            <a:avLst/>
          </a:prstGeom>
          <a:solidFill>
            <a:srgbClr val="000000"/>
          </a:solidFill>
          <a:ln>
            <a:noFill/>
          </a:ln>
        </p:spPr>
        <p:txBody>
          <a:bodyPr anchorCtr="0" anchor="ctr" bIns="76188" lIns="76188" spcFirstLastPara="1" rIns="76188" wrap="square" tIns="76188">
            <a:noAutofit/>
          </a:bodyPr>
          <a:lstStyle/>
          <a:p>
            <a:pPr indent="0" lvl="0" marL="0" rtl="0" algn="l">
              <a:spcBef>
                <a:spcPts val="0"/>
              </a:spcBef>
              <a:spcAft>
                <a:spcPts val="0"/>
              </a:spcAft>
              <a:buNone/>
            </a:pPr>
            <a:r>
              <a:t/>
            </a:r>
            <a:endParaRPr/>
          </a:p>
        </p:txBody>
      </p:sp>
      <p:sp>
        <p:nvSpPr>
          <p:cNvPr id="24" name="Google Shape;24;g3e15de89eb8_0_63"/>
          <p:cNvSpPr/>
          <p:nvPr/>
        </p:nvSpPr>
        <p:spPr>
          <a:xfrm>
            <a:off x="0" y="0"/>
            <a:ext cx="12192000" cy="6858000"/>
          </a:xfrm>
          <a:prstGeom prst="rect">
            <a:avLst/>
          </a:prstGeom>
          <a:solidFill>
            <a:srgbClr val="1F1F1F"/>
          </a:solidFill>
          <a:ln>
            <a:noFill/>
          </a:ln>
        </p:spPr>
        <p:txBody>
          <a:bodyPr anchorCtr="0" anchor="ctr" bIns="76188" lIns="76188" spcFirstLastPara="1" rIns="76188" wrap="square" tIns="76188">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25" name="Shape 25"/>
        <p:cNvGrpSpPr/>
        <p:nvPr/>
      </p:nvGrpSpPr>
      <p:grpSpPr>
        <a:xfrm>
          <a:off x="0" y="0"/>
          <a:ext cx="0" cy="0"/>
          <a:chOff x="0" y="0"/>
          <a:chExt cx="0" cy="0"/>
        </a:xfrm>
      </p:grpSpPr>
      <p:sp>
        <p:nvSpPr>
          <p:cNvPr id="26" name="Google Shape;26;g3e15de89eb8_0_461"/>
          <p:cNvSpPr/>
          <p:nvPr/>
        </p:nvSpPr>
        <p:spPr>
          <a:xfrm>
            <a:off x="0" y="0"/>
            <a:ext cx="12192000" cy="6858000"/>
          </a:xfrm>
          <a:prstGeom prst="rect">
            <a:avLst/>
          </a:prstGeom>
          <a:solidFill>
            <a:srgbClr val="000000"/>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7" name="Google Shape;27;g3e15de89eb8_0_461"/>
          <p:cNvSpPr/>
          <p:nvPr/>
        </p:nvSpPr>
        <p:spPr>
          <a:xfrm>
            <a:off x="0" y="0"/>
            <a:ext cx="12192000" cy="6858000"/>
          </a:xfrm>
          <a:prstGeom prst="rect">
            <a:avLst/>
          </a:prstGeom>
          <a:solidFill>
            <a:srgbClr val="1F1F1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28" name="Shape 28"/>
        <p:cNvGrpSpPr/>
        <p:nvPr/>
      </p:nvGrpSpPr>
      <p:grpSpPr>
        <a:xfrm>
          <a:off x="0" y="0"/>
          <a:ext cx="0" cy="0"/>
          <a:chOff x="0" y="0"/>
          <a:chExt cx="0" cy="0"/>
        </a:xfrm>
      </p:grpSpPr>
      <p:sp>
        <p:nvSpPr>
          <p:cNvPr id="29" name="Google Shape;29;g3e15de89eb8_0_583"/>
          <p:cNvSpPr/>
          <p:nvPr/>
        </p:nvSpPr>
        <p:spPr>
          <a:xfrm>
            <a:off x="0" y="0"/>
            <a:ext cx="12192000" cy="6858000"/>
          </a:xfrm>
          <a:prstGeom prst="rect">
            <a:avLst/>
          </a:prstGeom>
          <a:solidFill>
            <a:srgbClr val="000000"/>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30" name="Google Shape;30;g3e15de89eb8_0_583"/>
          <p:cNvSpPr/>
          <p:nvPr/>
        </p:nvSpPr>
        <p:spPr>
          <a:xfrm>
            <a:off x="0" y="0"/>
            <a:ext cx="12192000" cy="6858000"/>
          </a:xfrm>
          <a:prstGeom prst="rect">
            <a:avLst/>
          </a:prstGeom>
          <a:solidFill>
            <a:srgbClr val="1F1F1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31" name="Shape 31"/>
        <p:cNvGrpSpPr/>
        <p:nvPr/>
      </p:nvGrpSpPr>
      <p:grpSpPr>
        <a:xfrm>
          <a:off x="0" y="0"/>
          <a:ext cx="0" cy="0"/>
          <a:chOff x="0" y="0"/>
          <a:chExt cx="0" cy="0"/>
        </a:xfrm>
      </p:grpSpPr>
      <p:sp>
        <p:nvSpPr>
          <p:cNvPr id="32" name="Google Shape;32;g3e15de89eb8_0_706"/>
          <p:cNvSpPr/>
          <p:nvPr/>
        </p:nvSpPr>
        <p:spPr>
          <a:xfrm>
            <a:off x="0" y="0"/>
            <a:ext cx="12192000" cy="6858000"/>
          </a:xfrm>
          <a:prstGeom prst="rect">
            <a:avLst/>
          </a:prstGeom>
          <a:solidFill>
            <a:srgbClr val="000000"/>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33" name="Google Shape;33;g3e15de89eb8_0_706"/>
          <p:cNvSpPr/>
          <p:nvPr/>
        </p:nvSpPr>
        <p:spPr>
          <a:xfrm>
            <a:off x="0" y="0"/>
            <a:ext cx="12192000" cy="6858000"/>
          </a:xfrm>
          <a:prstGeom prst="rect">
            <a:avLst/>
          </a:prstGeom>
          <a:solidFill>
            <a:srgbClr val="1F1F1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3 master">
  <p:cSld name="Slide 33 master">
    <p:bg>
      <p:bgPr>
        <a:solidFill>
          <a:srgbClr val="000000"/>
        </a:solidFill>
      </p:bgPr>
    </p:bg>
    <p:spTree>
      <p:nvGrpSpPr>
        <p:cNvPr id="34" name="Shape 34"/>
        <p:cNvGrpSpPr/>
        <p:nvPr/>
      </p:nvGrpSpPr>
      <p:grpSpPr>
        <a:xfrm>
          <a:off x="0" y="0"/>
          <a:ext cx="0" cy="0"/>
          <a:chOff x="0" y="0"/>
          <a:chExt cx="0" cy="0"/>
        </a:xfrm>
      </p:grpSpPr>
      <p:sp>
        <p:nvSpPr>
          <p:cNvPr id="35" name="Google Shape;35;g3e15de89eb8_0_841"/>
          <p:cNvSpPr/>
          <p:nvPr/>
        </p:nvSpPr>
        <p:spPr>
          <a:xfrm>
            <a:off x="0" y="0"/>
            <a:ext cx="12192000" cy="6858000"/>
          </a:xfrm>
          <a:prstGeom prst="rect">
            <a:avLst/>
          </a:prstGeom>
          <a:solidFill>
            <a:srgbClr val="000000"/>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36" name="Google Shape;36;g3e15de89eb8_0_841"/>
          <p:cNvSpPr/>
          <p:nvPr/>
        </p:nvSpPr>
        <p:spPr>
          <a:xfrm>
            <a:off x="0" y="0"/>
            <a:ext cx="12192000" cy="6858000"/>
          </a:xfrm>
          <a:prstGeom prst="rect">
            <a:avLst/>
          </a:prstGeom>
          <a:solidFill>
            <a:srgbClr val="1F1F1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slideLayout" Target="../slideLayouts/slideLayout49.xml"/><Relationship Id="rId14" Type="http://schemas.openxmlformats.org/officeDocument/2006/relationships/slideLayout" Target="../slideLayouts/slideLayout50.xml"/><Relationship Id="rId15" Type="http://schemas.openxmlformats.org/officeDocument/2006/relationships/slideLayout" Target="../slideLayouts/slideLayout51.xml"/><Relationship Id="rId16" Type="http://schemas.openxmlformats.org/officeDocument/2006/relationships/slideLayout" Target="../slideLayouts/slideLayout52.xml"/><Relationship Id="rId17" Type="http://schemas.openxmlformats.org/officeDocument/2006/relationships/slideLayout" Target="../slideLayouts/slideLayout53.xml"/><Relationship Id="rId18" Type="http://schemas.openxmlformats.org/officeDocument/2006/relationships/slideLayout" Target="../slideLayouts/slideLayout54.xml"/><Relationship Id="rId19" Type="http://schemas.openxmlformats.org/officeDocument/2006/relationships/slideLayout" Target="../slideLayouts/slideLayout55.xml"/><Relationship Id="rId20" Type="http://schemas.openxmlformats.org/officeDocument/2006/relationships/slideLayout" Target="../slideLayouts/slideLayout56.xml"/><Relationship Id="rId21" Type="http://schemas.openxmlformats.org/officeDocument/2006/relationships/slideLayout" Target="../slideLayouts/slideLayout57.xml"/><Relationship Id="rId22" Type="http://schemas.openxmlformats.org/officeDocument/2006/relationships/slideLayout" Target="../slideLayouts/slideLayout58.xml"/><Relationship Id="rId23" Type="http://schemas.openxmlformats.org/officeDocument/2006/relationships/slideLayout" Target="../slideLayouts/slideLayout59.xml"/><Relationship Id="rId24" Type="http://schemas.openxmlformats.org/officeDocument/2006/relationships/slideLayout" Target="../slideLayouts/slideLayout60.xml"/><Relationship Id="rId25" Type="http://schemas.openxmlformats.org/officeDocument/2006/relationships/slideLayout" Target="../slideLayouts/slideLayout61.xml"/><Relationship Id="rId26" Type="http://schemas.openxmlformats.org/officeDocument/2006/relationships/slideLayout" Target="../slideLayouts/slideLayout62.xml"/><Relationship Id="rId27" Type="http://schemas.openxmlformats.org/officeDocument/2006/relationships/slideLayout" Target="../slideLayouts/slideLayout63.xml"/><Relationship Id="rId28" Type="http://schemas.openxmlformats.org/officeDocument/2006/relationships/slideLayout" Target="../slideLayouts/slideLayout64.xml"/><Relationship Id="rId29" Type="http://schemas.openxmlformats.org/officeDocument/2006/relationships/slideLayout" Target="../slideLayouts/slideLayout65.xml"/><Relationship Id="rId30" Type="http://schemas.openxmlformats.org/officeDocument/2006/relationships/slideLayout" Target="../slideLayouts/slideLayout66.xml"/><Relationship Id="rId31" Type="http://schemas.openxmlformats.org/officeDocument/2006/relationships/slideLayout" Target="../slideLayouts/slideLayout67.xml"/><Relationship Id="rId32" Type="http://schemas.openxmlformats.org/officeDocument/2006/relationships/slideLayout" Target="../slideLayouts/slideLayout68.xml"/><Relationship Id="rId33" Type="http://schemas.openxmlformats.org/officeDocument/2006/relationships/slideLayout" Target="../slideLayouts/slideLayout69.xml"/><Relationship Id="rId34" Type="http://schemas.openxmlformats.org/officeDocument/2006/relationships/slideLayout" Target="../slideLayouts/slideLayout70.xml"/><Relationship Id="rId35" Type="http://schemas.openxmlformats.org/officeDocument/2006/relationships/slideLayout" Target="../slideLayouts/slideLayout71.xml"/><Relationship Id="rId36" Type="http://schemas.openxmlformats.org/officeDocument/2006/relationships/slideLayout" Target="../slideLayouts/slideLayout72.xml"/><Relationship Id="rId37" Type="http://schemas.openxmlformats.org/officeDocument/2006/relationships/slideLayout" Target="../slideLayouts/slideLayout73.xml"/><Relationship Id="rId38" Type="http://schemas.openxmlformats.org/officeDocument/2006/relationships/slideLayout" Target="../slideLayouts/slideLayout74.xml"/><Relationship Id="rId39" Type="http://schemas.openxmlformats.org/officeDocument/2006/relationships/slideLayout" Target="../slideLayouts/slideLayout75.xml"/><Relationship Id="rId40" Type="http://schemas.openxmlformats.org/officeDocument/2006/relationships/slideLayout" Target="../slideLayouts/slideLayout76.xml"/><Relationship Id="rId41" Type="http://schemas.openxmlformats.org/officeDocument/2006/relationships/slideLayout" Target="../slideLayouts/slideLayout77.xml"/><Relationship Id="rId4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5" Type="http://schemas.openxmlformats.org/officeDocument/2006/relationships/slideLayout" Target="../slideLayouts/slideLayout82.xml"/><Relationship Id="rId6" Type="http://schemas.openxmlformats.org/officeDocument/2006/relationships/slideLayout" Target="../slideLayouts/slideLayout83.xml"/><Relationship Id="rId7" Type="http://schemas.openxmlformats.org/officeDocument/2006/relationships/slideLayout" Target="../slideLayouts/slideLayout84.xml"/><Relationship Id="rId8" Type="http://schemas.openxmlformats.org/officeDocument/2006/relationships/slideLayout" Target="../slideLayouts/slideLayout85.xml"/><Relationship Id="rId9" Type="http://schemas.openxmlformats.org/officeDocument/2006/relationships/slideLayout" Target="../slideLayouts/slideLayout86.xml"/><Relationship Id="rId10" Type="http://schemas.openxmlformats.org/officeDocument/2006/relationships/slideLayout" Target="../slideLayouts/slideLayout87.xml"/><Relationship Id="rId11" Type="http://schemas.openxmlformats.org/officeDocument/2006/relationships/slideLayout" Target="../slideLayouts/slideLayout88.xml"/><Relationship Id="rId1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1"/>
          <p:cNvSpPr txBox="1"/>
          <p:nvPr>
            <p:ph idx="12" type="sldNum"/>
          </p:nvPr>
        </p:nvSpPr>
        <p:spPr>
          <a:xfrm>
            <a:off x="11690927" y="6492875"/>
            <a:ext cx="501073"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 name="Shape 219"/>
        <p:cNvGrpSpPr/>
        <p:nvPr/>
      </p:nvGrpSpPr>
      <p:grpSpPr>
        <a:xfrm>
          <a:off x="0" y="0"/>
          <a:ext cx="0" cy="0"/>
          <a:chOff x="0" y="0"/>
          <a:chExt cx="0" cy="0"/>
        </a:xfrm>
      </p:grpSpPr>
      <p:sp>
        <p:nvSpPr>
          <p:cNvPr id="220" name="Google Shape;220;p54"/>
          <p:cNvSpPr txBox="1"/>
          <p:nvPr>
            <p:ph type="title"/>
          </p:nvPr>
        </p:nvSpPr>
        <p:spPr>
          <a:xfrm>
            <a:off x="381000" y="221694"/>
            <a:ext cx="10972800" cy="11998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600"/>
              <a:buFont typeface="Play"/>
              <a:buNone/>
              <a:defRPr b="0" i="0" sz="36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1" name="Google Shape;221;p54"/>
          <p:cNvSpPr txBox="1"/>
          <p:nvPr>
            <p:ph idx="1" type="body"/>
          </p:nvPr>
        </p:nvSpPr>
        <p:spPr>
          <a:xfrm>
            <a:off x="381000" y="1491673"/>
            <a:ext cx="10972800" cy="468529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lay"/>
              <a:buChar char="•"/>
              <a:defRPr b="0" i="0" sz="2800" u="none" cap="none" strike="noStrike">
                <a:solidFill>
                  <a:schemeClr val="dk1"/>
                </a:solidFill>
                <a:latin typeface="Play"/>
                <a:ea typeface="Play"/>
                <a:cs typeface="Play"/>
                <a:sym typeface="Play"/>
              </a:defRPr>
            </a:lvl1pPr>
            <a:lvl2pPr indent="-381000" lvl="1" marL="914400" marR="0" rtl="0" algn="l">
              <a:lnSpc>
                <a:spcPct val="90000"/>
              </a:lnSpc>
              <a:spcBef>
                <a:spcPts val="500"/>
              </a:spcBef>
              <a:spcAft>
                <a:spcPts val="0"/>
              </a:spcAft>
              <a:buClr>
                <a:schemeClr val="dk1"/>
              </a:buClr>
              <a:buSzPts val="2400"/>
              <a:buFont typeface="Play"/>
              <a:buChar char="•"/>
              <a:defRPr b="0" i="0" sz="2400" u="none" cap="none" strike="noStrike">
                <a:solidFill>
                  <a:schemeClr val="dk1"/>
                </a:solidFill>
                <a:latin typeface="Play"/>
                <a:ea typeface="Play"/>
                <a:cs typeface="Play"/>
                <a:sym typeface="Play"/>
              </a:defRPr>
            </a:lvl2pPr>
            <a:lvl3pPr indent="-355600" lvl="2" marL="1371600" marR="0" rtl="0" algn="l">
              <a:lnSpc>
                <a:spcPct val="90000"/>
              </a:lnSpc>
              <a:spcBef>
                <a:spcPts val="500"/>
              </a:spcBef>
              <a:spcAft>
                <a:spcPts val="0"/>
              </a:spcAft>
              <a:buClr>
                <a:schemeClr val="dk1"/>
              </a:buClr>
              <a:buSzPts val="2000"/>
              <a:buFont typeface="Play"/>
              <a:buChar char="•"/>
              <a:defRPr b="0" i="0" sz="2000" u="none" cap="none" strike="noStrike">
                <a:solidFill>
                  <a:schemeClr val="dk1"/>
                </a:solidFill>
                <a:latin typeface="Play"/>
                <a:ea typeface="Play"/>
                <a:cs typeface="Play"/>
                <a:sym typeface="Play"/>
              </a:defRPr>
            </a:lvl3pPr>
            <a:lvl4pPr indent="-342900" lvl="3" marL="18288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4pPr>
            <a:lvl5pPr indent="-330200" lvl="4" marL="2286000" marR="0" rtl="0" algn="l">
              <a:lnSpc>
                <a:spcPct val="90000"/>
              </a:lnSpc>
              <a:spcBef>
                <a:spcPts val="500"/>
              </a:spcBef>
              <a:spcAft>
                <a:spcPts val="0"/>
              </a:spcAft>
              <a:buClr>
                <a:schemeClr val="dk1"/>
              </a:buClr>
              <a:buSzPts val="1600"/>
              <a:buFont typeface="Play"/>
              <a:buChar char="•"/>
              <a:defRPr b="0" i="0" sz="1600" u="none" cap="none" strike="noStrike">
                <a:solidFill>
                  <a:schemeClr val="dk1"/>
                </a:solidFill>
                <a:latin typeface="Play"/>
                <a:ea typeface="Play"/>
                <a:cs typeface="Play"/>
                <a:sym typeface="Play"/>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9pPr>
          </a:lstStyle>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 id="2147483715" r:id="rId30"/>
    <p:sldLayoutId id="2147483716" r:id="rId31"/>
    <p:sldLayoutId id="2147483717" r:id="rId32"/>
    <p:sldLayoutId id="2147483718" r:id="rId33"/>
    <p:sldLayoutId id="2147483719" r:id="rId34"/>
    <p:sldLayoutId id="2147483720" r:id="rId35"/>
    <p:sldLayoutId id="2147483721" r:id="rId36"/>
    <p:sldLayoutId id="2147483722" r:id="rId37"/>
    <p:sldLayoutId id="2147483723" r:id="rId38"/>
    <p:sldLayoutId id="2147483724" r:id="rId39"/>
    <p:sldLayoutId id="2147483725" r:id="rId40"/>
    <p:sldLayoutId id="2147483726"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167"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4.png"/><Relationship Id="rId4" Type="http://schemas.openxmlformats.org/officeDocument/2006/relationships/hyperlink" Target="https://github.com/grcc-resendiz/ai-manufacturing-muskegon"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9.xml"/><Relationship Id="rId3" Type="http://schemas.openxmlformats.org/officeDocument/2006/relationships/image" Target="../media/image67.jpg"/><Relationship Id="rId4"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61.xml"/><Relationship Id="rId3" Type="http://schemas.openxmlformats.org/officeDocument/2006/relationships/image" Target="../media/pm_image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62.xml"/><Relationship Id="rId3" Type="http://schemas.openxmlformats.org/officeDocument/2006/relationships/image" Target="../media/pm_image1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63.xml"/><Relationship Id="rId3" Type="http://schemas.openxmlformats.org/officeDocument/2006/relationships/image" Target="../media/pm_image7.gi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264.xml"/><Relationship Id="rId3" Type="http://schemas.openxmlformats.org/officeDocument/2006/relationships/image" Target="../media/pm_image2.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265.xml"/><Relationship Id="rId3" Type="http://schemas.openxmlformats.org/officeDocument/2006/relationships/image" Target="../media/pm_image13.jpg"/><Relationship Id="rId4" Type="http://schemas.openxmlformats.org/officeDocument/2006/relationships/hyperlink" Target="http://www.youtube.com/watch?v=QilHGSYbjDQ" TargetMode="External"/><Relationship Id="rId5" Type="http://schemas.openxmlformats.org/officeDocument/2006/relationships/image" Target="../media/pm_image3.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66.xml"/><Relationship Id="rId3" Type="http://schemas.openxmlformats.org/officeDocument/2006/relationships/image" Target="../media/pm_image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67.xml"/><Relationship Id="rId3" Type="http://schemas.openxmlformats.org/officeDocument/2006/relationships/image" Target="../media/pm_image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268.xml"/><Relationship Id="rId3" Type="http://schemas.openxmlformats.org/officeDocument/2006/relationships/image" Target="../media/pm_image1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269.xml"/><Relationship Id="rId3" Type="http://schemas.openxmlformats.org/officeDocument/2006/relationships/image" Target="../media/pm_image1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270.xml"/><Relationship Id="rId3" Type="http://schemas.openxmlformats.org/officeDocument/2006/relationships/image" Target="../media/pm_image10.png"/><Relationship Id="rId4" Type="http://schemas.openxmlformats.org/officeDocument/2006/relationships/image" Target="../media/pm_image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271.xml"/><Relationship Id="rId3" Type="http://schemas.openxmlformats.org/officeDocument/2006/relationships/image" Target="../media/pm_image17.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72.xml"/><Relationship Id="rId3" Type="http://schemas.openxmlformats.org/officeDocument/2006/relationships/image" Target="../media/pm_image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74.xml"/><Relationship Id="rId3" Type="http://schemas.openxmlformats.org/officeDocument/2006/relationships/image" Target="../media/pm_image16.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75.xml"/><Relationship Id="rId3" Type="http://schemas.openxmlformats.org/officeDocument/2006/relationships/image" Target="../media/pm_image12.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1"/>
          <p:cNvSpPr txBox="1"/>
          <p:nvPr>
            <p:ph type="title"/>
          </p:nvPr>
        </p:nvSpPr>
        <p:spPr>
          <a:xfrm>
            <a:off x="1833785" y="1743334"/>
            <a:ext cx="8781661" cy="187485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6000"/>
              <a:buFont typeface="Play"/>
              <a:buNone/>
            </a:pPr>
            <a:r>
              <a:rPr lang="en-US">
                <a:solidFill>
                  <a:srgbClr val="000000"/>
                </a:solidFill>
                <a:latin typeface="Play"/>
                <a:ea typeface="Play"/>
                <a:cs typeface="Play"/>
                <a:sym typeface="Play"/>
              </a:rPr>
              <a:t>AI for Manufacturing </a:t>
            </a:r>
            <a:br>
              <a:rPr lang="en-US">
                <a:solidFill>
                  <a:srgbClr val="000000"/>
                </a:solidFill>
                <a:latin typeface="Play"/>
                <a:ea typeface="Play"/>
                <a:cs typeface="Play"/>
                <a:sym typeface="Play"/>
              </a:rPr>
            </a:br>
            <a:r>
              <a:rPr lang="en-US" sz="6000">
                <a:solidFill>
                  <a:srgbClr val="000000"/>
                </a:solidFill>
                <a:latin typeface="Play"/>
                <a:ea typeface="Play"/>
                <a:cs typeface="Play"/>
                <a:sym typeface="Play"/>
              </a:rPr>
              <a:t>GRCC Training</a:t>
            </a:r>
            <a:endParaRPr/>
          </a:p>
        </p:txBody>
      </p:sp>
      <p:sp>
        <p:nvSpPr>
          <p:cNvPr id="487" name="Google Shape;487;p1"/>
          <p:cNvSpPr txBox="1"/>
          <p:nvPr>
            <p:ph idx="1" type="body"/>
          </p:nvPr>
        </p:nvSpPr>
        <p:spPr>
          <a:xfrm>
            <a:off x="1833563" y="3710273"/>
            <a:ext cx="5176837" cy="6492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AI for Workforce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
          <p:cNvSpPr txBox="1"/>
          <p:nvPr>
            <p:ph type="ctrTitle"/>
          </p:nvPr>
        </p:nvSpPr>
        <p:spPr>
          <a:xfrm>
            <a:off x="1125989" y="669057"/>
            <a:ext cx="4333906" cy="151773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0000"/>
              </a:buClr>
              <a:buSzPts val="4200"/>
              <a:buFont typeface="Play"/>
              <a:buNone/>
            </a:pPr>
            <a:r>
              <a:rPr lang="en-US" sz="4200"/>
              <a:t>Welcome!</a:t>
            </a:r>
            <a:endParaRPr/>
          </a:p>
        </p:txBody>
      </p:sp>
      <p:sp>
        <p:nvSpPr>
          <p:cNvPr id="494" name="Google Shape;494;p2"/>
          <p:cNvSpPr txBox="1"/>
          <p:nvPr/>
        </p:nvSpPr>
        <p:spPr>
          <a:xfrm>
            <a:off x="1314300" y="4751625"/>
            <a:ext cx="10713600" cy="15177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200"/>
              <a:buFont typeface="Play"/>
              <a:buNone/>
            </a:pPr>
            <a:r>
              <a:rPr lang="en-US" sz="4200">
                <a:solidFill>
                  <a:srgbClr val="000000"/>
                </a:solidFill>
                <a:latin typeface="Play"/>
                <a:ea typeface="Play"/>
                <a:cs typeface="Play"/>
                <a:sym typeface="Play"/>
              </a:rPr>
              <a:t>Get all the content at:</a:t>
            </a:r>
            <a:endParaRPr/>
          </a:p>
          <a:p>
            <a:pPr indent="0" lvl="0" marL="0" marR="0" rtl="0" algn="l">
              <a:lnSpc>
                <a:spcPct val="90000"/>
              </a:lnSpc>
              <a:spcBef>
                <a:spcPts val="0"/>
              </a:spcBef>
              <a:spcAft>
                <a:spcPts val="0"/>
              </a:spcAft>
              <a:buClr>
                <a:srgbClr val="000000"/>
              </a:buClr>
              <a:buSzPts val="4500"/>
              <a:buFont typeface="Play"/>
              <a:buNone/>
            </a:pPr>
            <a:r>
              <a:rPr lang="en-US" sz="4500">
                <a:solidFill>
                  <a:srgbClr val="000000"/>
                </a:solidFill>
                <a:latin typeface="Play"/>
                <a:ea typeface="Play"/>
                <a:cs typeface="Play"/>
                <a:sym typeface="Play"/>
              </a:rPr>
              <a:t>https://github.com/grcc-resendiz/ai-manufacturing-muskegon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11"/>
          <p:cNvSpPr txBox="1"/>
          <p:nvPr>
            <p:ph type="ctrTitle"/>
          </p:nvPr>
        </p:nvSpPr>
        <p:spPr>
          <a:xfrm>
            <a:off x="7858094" y="2670135"/>
            <a:ext cx="4333906" cy="151773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0000"/>
              </a:buClr>
              <a:buSzPts val="4200"/>
              <a:buFont typeface="Play"/>
              <a:buNone/>
            </a:pPr>
            <a:r>
              <a:rPr lang="en-US" sz="4200"/>
              <a:t>Implementation and Next Steps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Your First AI Pilot</a:t>
            </a:r>
          </a:p>
        </p:txBody>
      </p:sp>
      <p:sp>
        <p:nvSpPr>
          <p:cNvPr id="613" name="Google Shape;61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1400"/>
              </a:spcBef>
              <a:spcAft>
                <a:spcPts val="0"/>
              </a:spcAft>
              <a:buClr>
                <a:schemeClr val="dk1"/>
              </a:buClr>
              <a:buSzPts val="4000"/>
              <a:buChar char="▪"/>
            </a:pPr>
            <a:r>
              <a:rPr sz="2600" lang="en-US"/>
              <a:t>Pick one problem from your Day 1 list.</a:t>
            </a:r>
          </a:p>
          <a:p>
            <a:pPr indent="-254000" lvl="0" marL="228600" rtl="0" algn="l">
              <a:lnSpc>
                <a:spcPct val="90000"/>
              </a:lnSpc>
              <a:spcBef>
                <a:spcPts val="1400"/>
              </a:spcBef>
              <a:spcAft>
                <a:spcPts val="0"/>
              </a:spcAft>
              <a:buClr>
                <a:schemeClr val="dk1"/>
              </a:buClr>
              <a:buSzPts val="4000"/>
              <a:buChar char="▪"/>
            </a:pPr>
            <a:r>
              <a:rPr sz="2600" lang="en-US"/>
              <a:t>Match it to a tool: prompt, skill, app, vision model, or predictive model.</a:t>
            </a:r>
          </a:p>
          <a:p>
            <a:pPr indent="-254000" lvl="0" marL="228600" rtl="0" algn="l">
              <a:lnSpc>
                <a:spcPct val="90000"/>
              </a:lnSpc>
              <a:spcBef>
                <a:spcPts val="1400"/>
              </a:spcBef>
              <a:spcAft>
                <a:spcPts val="0"/>
              </a:spcAft>
              <a:buClr>
                <a:schemeClr val="dk1"/>
              </a:buClr>
              <a:buSzPts val="4000"/>
              <a:buChar char="▪"/>
            </a:pPr>
            <a:r>
              <a:rPr sz="2600" lang="en-US"/>
              <a:t>Name who owns it and what data you already have.</a:t>
            </a:r>
          </a:p>
          <a:p>
            <a:pPr indent="-254000" lvl="0" marL="228600" rtl="0" algn="l">
              <a:lnSpc>
                <a:spcPct val="90000"/>
              </a:lnSpc>
              <a:spcBef>
                <a:spcPts val="1400"/>
              </a:spcBef>
              <a:spcAft>
                <a:spcPts val="0"/>
              </a:spcAft>
              <a:buClr>
                <a:schemeClr val="dk1"/>
              </a:buClr>
              <a:buSzPts val="4000"/>
              <a:buChar char="▪"/>
            </a:pPr>
            <a:r>
              <a:rPr sz="2600" lang="en-US"/>
              <a:t>Define success in numbers: minutes, scrap, or dollars.</a:t>
            </a:r>
          </a:p>
          <a:p>
            <a:pPr indent="-254000" lvl="0" marL="228600" rtl="0" algn="l">
              <a:lnSpc>
                <a:spcPct val="90000"/>
              </a:lnSpc>
              <a:spcBef>
                <a:spcPts val="1400"/>
              </a:spcBef>
              <a:spcAft>
                <a:spcPts val="0"/>
              </a:spcAft>
              <a:buClr>
                <a:schemeClr val="dk1"/>
              </a:buClr>
              <a:buSzPts val="4000"/>
              <a:buChar char="▪"/>
            </a:pPr>
            <a:r>
              <a:rPr sz="2600" lang="en-US"/>
              <a:t>Commit to one step in the next 30 days.</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29"/>
          <p:cNvSpPr txBox="1"/>
          <p:nvPr>
            <p:ph type="ctrTitle"/>
          </p:nvPr>
        </p:nvSpPr>
        <p:spPr>
          <a:xfrm>
            <a:off x="7858094" y="2670135"/>
            <a:ext cx="4333906" cy="151773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000000"/>
              </a:buClr>
              <a:buSzPct val="100000"/>
              <a:buFont typeface="Play"/>
              <a:buNone/>
            </a:pPr>
            <a:r>
              <a:rPr lang="en-US" sz="4200"/>
              <a:t>Introduction to Orange Data Mining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30"/>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Introduction to Orange Data Mining</a:t>
            </a:r>
            <a:endParaRPr/>
          </a:p>
        </p:txBody>
      </p:sp>
      <p:sp>
        <p:nvSpPr>
          <p:cNvPr id="811" name="Google Shape;811;p30"/>
          <p:cNvSpPr txBox="1"/>
          <p:nvPr>
            <p:ph idx="1" type="body"/>
          </p:nvPr>
        </p:nvSpPr>
        <p:spPr>
          <a:xfrm>
            <a:off x="431800" y="1798937"/>
            <a:ext cx="9768645" cy="3998912"/>
          </a:xfrm>
          <a:prstGeom prst="rect">
            <a:avLst/>
          </a:prstGeom>
          <a:noFill/>
          <a:ln>
            <a:noFill/>
          </a:ln>
        </p:spPr>
        <p:txBody>
          <a:bodyPr anchorCtr="0" anchor="t"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2400"/>
              <a:buFont typeface="Calibri"/>
              <a:buAutoNum type="arabicPeriod"/>
            </a:pPr>
            <a:r>
              <a:rPr lang="en-US">
                <a:latin typeface="Play"/>
                <a:ea typeface="Play"/>
                <a:cs typeface="Play"/>
                <a:sym typeface="Play"/>
              </a:rPr>
              <a:t>Install Orange before class: orangedatamining.com/download</a:t>
            </a:r>
            <a:endParaRPr/>
          </a:p>
          <a:p>
            <a:pPr indent="-457200" lvl="0" marL="457200" rtl="0" algn="l">
              <a:lnSpc>
                <a:spcPct val="90000"/>
              </a:lnSpc>
              <a:spcBef>
                <a:spcPts val="1000"/>
              </a:spcBef>
              <a:spcAft>
                <a:spcPts val="0"/>
              </a:spcAft>
              <a:buClr>
                <a:schemeClr val="dk1"/>
              </a:buClr>
              <a:buSzPts val="2400"/>
              <a:buFont typeface="Calibri"/>
              <a:buAutoNum type="arabicPeriod"/>
            </a:pPr>
            <a:r>
              <a:rPr lang="en-US">
                <a:latin typeface="Play"/>
                <a:ea typeface="Play"/>
                <a:cs typeface="Play"/>
                <a:sym typeface="Play"/>
              </a:rPr>
              <a:t>Getting Started with Orange Data Mining</a:t>
            </a:r>
            <a:endParaRPr/>
          </a:p>
          <a:p>
            <a:pPr indent="-457200" lvl="0" marL="457200" rtl="0" algn="l">
              <a:lnSpc>
                <a:spcPct val="90000"/>
              </a:lnSpc>
              <a:spcBef>
                <a:spcPts val="1000"/>
              </a:spcBef>
              <a:spcAft>
                <a:spcPts val="0"/>
              </a:spcAft>
              <a:buClr>
                <a:schemeClr val="dk1"/>
              </a:buClr>
              <a:buSzPts val="2400"/>
              <a:buFont typeface="Calibri"/>
              <a:buAutoNum type="arabicPeriod"/>
            </a:pPr>
            <a:r>
              <a:rPr lang="en-US">
                <a:latin typeface="Play"/>
                <a:ea typeface="Play"/>
                <a:cs typeface="Play"/>
                <a:sym typeface="Play"/>
              </a:rPr>
              <a:t>Exploring the Canvas</a:t>
            </a:r>
            <a:endParaRPr sz="2800">
              <a:latin typeface="Play"/>
              <a:ea typeface="Play"/>
              <a:cs typeface="Play"/>
              <a:sym typeface="Play"/>
            </a:endParaRPr>
          </a:p>
        </p:txBody>
      </p:sp>
      <p:sp>
        <p:nvSpPr>
          <p:cNvPr id="812" name="Google Shape;812;p30"/>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Play"/>
              <a:buNone/>
            </a:pPr>
            <a:fld id="{00000000-1234-1234-1234-123412341234}" type="slidenum">
              <a:rPr b="0" i="0" lang="en-US" sz="1000" u="none" cap="none" strike="noStrike">
                <a:solidFill>
                  <a:srgbClr val="000000"/>
                </a:solidFill>
                <a:latin typeface="Play"/>
                <a:ea typeface="Play"/>
                <a:cs typeface="Play"/>
                <a:sym typeface="Play"/>
              </a:rPr>
              <a:t>‹#›</a:t>
            </a:fld>
            <a:endParaRPr b="0" i="0" sz="1000" u="none" cap="none" strike="noStrike">
              <a:solidFill>
                <a:srgbClr val="000000"/>
              </a:solidFill>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31"/>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Create a New Project</a:t>
            </a:r>
            <a:endParaRPr/>
          </a:p>
        </p:txBody>
      </p:sp>
      <p:sp>
        <p:nvSpPr>
          <p:cNvPr id="819" name="Google Shape;819;p31"/>
          <p:cNvSpPr txBox="1"/>
          <p:nvPr>
            <p:ph idx="1" type="body"/>
          </p:nvPr>
        </p:nvSpPr>
        <p:spPr>
          <a:xfrm>
            <a:off x="431799" y="1443831"/>
            <a:ext cx="5567846" cy="399891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50000"/>
              </a:lnSpc>
              <a:spcBef>
                <a:spcPts val="0"/>
              </a:spcBef>
              <a:spcAft>
                <a:spcPts val="0"/>
              </a:spcAft>
              <a:buClr>
                <a:srgbClr val="525252"/>
              </a:buClr>
              <a:buSzPts val="2400"/>
              <a:buFont typeface="Noto Sans Symbols"/>
              <a:buChar char="▪"/>
            </a:pPr>
            <a:r>
              <a:rPr b="0" i="0" lang="en-US" sz="2400" u="none" cap="none" strike="noStrike">
                <a:solidFill>
                  <a:srgbClr val="525252"/>
                </a:solidFill>
                <a:latin typeface="Play"/>
                <a:ea typeface="Play"/>
                <a:cs typeface="Play"/>
                <a:sym typeface="Play"/>
              </a:rPr>
              <a:t>Open the Orange Data Mining application</a:t>
            </a:r>
            <a:endParaRPr/>
          </a:p>
          <a:p>
            <a:pPr indent="-342900" lvl="0" marL="342900" marR="0" rtl="0" algn="l">
              <a:lnSpc>
                <a:spcPct val="150000"/>
              </a:lnSpc>
              <a:spcBef>
                <a:spcPts val="1000"/>
              </a:spcBef>
              <a:spcAft>
                <a:spcPts val="0"/>
              </a:spcAft>
              <a:buClr>
                <a:srgbClr val="525252"/>
              </a:buClr>
              <a:buSzPts val="2400"/>
              <a:buFont typeface="Noto Sans Symbols"/>
              <a:buChar char="▪"/>
            </a:pPr>
            <a:r>
              <a:rPr b="0" i="0" lang="en-US" sz="2400" u="none" cap="none" strike="noStrike">
                <a:solidFill>
                  <a:srgbClr val="525252"/>
                </a:solidFill>
                <a:latin typeface="Play"/>
                <a:ea typeface="Play"/>
                <a:cs typeface="Play"/>
                <a:sym typeface="Play"/>
              </a:rPr>
              <a:t>Welcome to Orange Page will appear</a:t>
            </a:r>
            <a:endParaRPr/>
          </a:p>
          <a:p>
            <a:pPr indent="-342900" lvl="0" marL="342900" marR="0" rtl="0" algn="l">
              <a:lnSpc>
                <a:spcPct val="150000"/>
              </a:lnSpc>
              <a:spcBef>
                <a:spcPts val="1000"/>
              </a:spcBef>
              <a:spcAft>
                <a:spcPts val="0"/>
              </a:spcAft>
              <a:buClr>
                <a:srgbClr val="525252"/>
              </a:buClr>
              <a:buSzPts val="2400"/>
              <a:buFont typeface="Noto Sans Symbols"/>
              <a:buChar char="▪"/>
            </a:pPr>
            <a:r>
              <a:rPr b="0" i="0" lang="en-US" sz="2400" u="none" cap="none" strike="noStrike">
                <a:solidFill>
                  <a:srgbClr val="525252"/>
                </a:solidFill>
                <a:latin typeface="Play"/>
                <a:ea typeface="Play"/>
                <a:cs typeface="Play"/>
                <a:sym typeface="Play"/>
              </a:rPr>
              <a:t>Click on New  to open a new project</a:t>
            </a:r>
            <a:endParaRPr b="0" i="0" sz="2400" u="none" cap="none" strike="noStrike">
              <a:latin typeface="Play"/>
              <a:ea typeface="Play"/>
              <a:cs typeface="Play"/>
              <a:sym typeface="Play"/>
            </a:endParaRPr>
          </a:p>
          <a:p>
            <a:pPr indent="-190500" lvl="0" marL="342900" marR="0" rtl="0" algn="l">
              <a:lnSpc>
                <a:spcPct val="150000"/>
              </a:lnSpc>
              <a:spcBef>
                <a:spcPts val="1000"/>
              </a:spcBef>
              <a:spcAft>
                <a:spcPts val="0"/>
              </a:spcAft>
              <a:buClr>
                <a:schemeClr val="dk1"/>
              </a:buClr>
              <a:buSzPts val="2400"/>
              <a:buFont typeface="Noto Sans Symbols"/>
              <a:buNone/>
            </a:pPr>
            <a:r>
              <a:t/>
            </a:r>
            <a:endParaRPr b="0" i="0" sz="2400" u="none" cap="none" strike="noStrike">
              <a:solidFill>
                <a:srgbClr val="525252"/>
              </a:solidFill>
              <a:latin typeface="Play"/>
              <a:ea typeface="Play"/>
              <a:cs typeface="Play"/>
              <a:sym typeface="Play"/>
            </a:endParaRPr>
          </a:p>
          <a:p>
            <a:pPr indent="-304800" lvl="0" marL="457200" rtl="0" algn="l">
              <a:lnSpc>
                <a:spcPct val="90000"/>
              </a:lnSpc>
              <a:spcBef>
                <a:spcPts val="1000"/>
              </a:spcBef>
              <a:spcAft>
                <a:spcPts val="0"/>
              </a:spcAft>
              <a:buClr>
                <a:schemeClr val="dk1"/>
              </a:buClr>
              <a:buSzPts val="2400"/>
              <a:buFont typeface="Arial"/>
              <a:buNone/>
            </a:pPr>
            <a:r>
              <a:t/>
            </a:r>
            <a:endParaRPr>
              <a:latin typeface="Play"/>
              <a:ea typeface="Play"/>
              <a:cs typeface="Play"/>
              <a:sym typeface="Play"/>
            </a:endParaRPr>
          </a:p>
        </p:txBody>
      </p:sp>
      <p:sp>
        <p:nvSpPr>
          <p:cNvPr id="820" name="Google Shape;820;p31"/>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Play"/>
                <a:ea typeface="Play"/>
                <a:cs typeface="Play"/>
                <a:sym typeface="Play"/>
              </a:rPr>
              <a:t>‹#›</a:t>
            </a:fld>
            <a:endParaRPr>
              <a:latin typeface="Play"/>
              <a:ea typeface="Play"/>
              <a:cs typeface="Play"/>
              <a:sym typeface="Play"/>
            </a:endParaRPr>
          </a:p>
        </p:txBody>
      </p:sp>
      <p:grpSp>
        <p:nvGrpSpPr>
          <p:cNvPr id="821" name="Google Shape;821;p31"/>
          <p:cNvGrpSpPr/>
          <p:nvPr/>
        </p:nvGrpSpPr>
        <p:grpSpPr>
          <a:xfrm>
            <a:off x="6096000" y="1443831"/>
            <a:ext cx="4947755" cy="4663892"/>
            <a:chOff x="6096000" y="1443831"/>
            <a:chExt cx="4947755" cy="4663892"/>
          </a:xfrm>
        </p:grpSpPr>
        <p:pic>
          <p:nvPicPr>
            <p:cNvPr id="822" name="Google Shape;822;p31"/>
            <p:cNvPicPr preferRelativeResize="0"/>
            <p:nvPr/>
          </p:nvPicPr>
          <p:blipFill rotWithShape="1">
            <a:blip r:embed="rId3">
              <a:alphaModFix/>
            </a:blip>
            <a:srcRect b="4880" l="-1" r="43267" t="0"/>
            <a:stretch/>
          </p:blipFill>
          <p:spPr>
            <a:xfrm>
              <a:off x="6096000" y="1443831"/>
              <a:ext cx="4947755" cy="4663892"/>
            </a:xfrm>
            <a:prstGeom prst="rect">
              <a:avLst/>
            </a:prstGeom>
            <a:solidFill>
              <a:schemeClr val="accent1"/>
            </a:solidFill>
            <a:ln cap="flat" cmpd="sng" w="9525">
              <a:solidFill>
                <a:schemeClr val="accent1"/>
              </a:solidFill>
              <a:prstDash val="solid"/>
              <a:round/>
              <a:headEnd len="sm" w="sm" type="none"/>
              <a:tailEnd len="sm" w="sm" type="none"/>
            </a:ln>
          </p:spPr>
        </p:pic>
        <p:sp>
          <p:nvSpPr>
            <p:cNvPr id="823" name="Google Shape;823;p31"/>
            <p:cNvSpPr/>
            <p:nvPr/>
          </p:nvSpPr>
          <p:spPr>
            <a:xfrm>
              <a:off x="7025112" y="2307317"/>
              <a:ext cx="607949" cy="403462"/>
            </a:xfrm>
            <a:prstGeom prst="rightArrow">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Play"/>
                <a:ea typeface="Play"/>
                <a:cs typeface="Play"/>
                <a:sym typeface="Play"/>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pic>
        <p:nvPicPr>
          <p:cNvPr id="829" name="Google Shape;829;p32"/>
          <p:cNvPicPr preferRelativeResize="0"/>
          <p:nvPr/>
        </p:nvPicPr>
        <p:blipFill rotWithShape="1">
          <a:blip r:embed="rId3">
            <a:alphaModFix/>
          </a:blip>
          <a:srcRect b="0" l="0" r="0" t="0"/>
          <a:stretch/>
        </p:blipFill>
        <p:spPr>
          <a:xfrm>
            <a:off x="5689600" y="1753070"/>
            <a:ext cx="5845613" cy="4048822"/>
          </a:xfrm>
          <a:prstGeom prst="rect">
            <a:avLst/>
          </a:prstGeom>
          <a:noFill/>
          <a:ln>
            <a:noFill/>
          </a:ln>
        </p:spPr>
      </p:pic>
      <p:sp>
        <p:nvSpPr>
          <p:cNvPr id="830" name="Google Shape;830;p32"/>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Import Dataset</a:t>
            </a:r>
            <a:endParaRPr/>
          </a:p>
        </p:txBody>
      </p:sp>
      <p:sp>
        <p:nvSpPr>
          <p:cNvPr id="831" name="Google Shape;831;p32"/>
          <p:cNvSpPr txBox="1"/>
          <p:nvPr>
            <p:ph idx="1" type="body"/>
          </p:nvPr>
        </p:nvSpPr>
        <p:spPr>
          <a:xfrm>
            <a:off x="431799" y="1443831"/>
            <a:ext cx="5102727" cy="399891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50000"/>
              </a:lnSpc>
              <a:spcBef>
                <a:spcPts val="0"/>
              </a:spcBef>
              <a:spcAft>
                <a:spcPts val="0"/>
              </a:spcAft>
              <a:buClr>
                <a:srgbClr val="525252"/>
              </a:buClr>
              <a:buSzPts val="2400"/>
              <a:buFont typeface="Noto Sans Symbols"/>
              <a:buChar char="▪"/>
            </a:pPr>
            <a:r>
              <a:rPr b="0" i="0" lang="en-US" sz="2400" u="none" cap="none" strike="noStrike">
                <a:solidFill>
                  <a:srgbClr val="525252"/>
                </a:solidFill>
                <a:latin typeface="Play"/>
                <a:ea typeface="Play"/>
                <a:cs typeface="Play"/>
                <a:sym typeface="Play"/>
              </a:rPr>
              <a:t>Click on the file widget</a:t>
            </a:r>
            <a:endParaRPr/>
          </a:p>
          <a:p>
            <a:pPr indent="-342900" lvl="0" marL="342900" marR="0" rtl="0" algn="l">
              <a:lnSpc>
                <a:spcPct val="150000"/>
              </a:lnSpc>
              <a:spcBef>
                <a:spcPts val="1000"/>
              </a:spcBef>
              <a:spcAft>
                <a:spcPts val="0"/>
              </a:spcAft>
              <a:buClr>
                <a:srgbClr val="525252"/>
              </a:buClr>
              <a:buSzPts val="2400"/>
              <a:buFont typeface="Noto Sans Symbols"/>
              <a:buChar char="▪"/>
            </a:pPr>
            <a:r>
              <a:rPr b="0" i="0" lang="en-US" sz="2400" u="none" cap="none" strike="noStrike">
                <a:solidFill>
                  <a:srgbClr val="525252"/>
                </a:solidFill>
                <a:latin typeface="Play"/>
                <a:ea typeface="Play"/>
                <a:cs typeface="Play"/>
                <a:sym typeface="Play"/>
              </a:rPr>
              <a:t>Grab the dataset: </a:t>
            </a:r>
            <a:endParaRPr/>
          </a:p>
          <a:p>
            <a:pPr indent="-342900" lvl="0" marL="342900" rtl="0" algn="l">
              <a:lnSpc>
                <a:spcPct val="150000"/>
              </a:lnSpc>
              <a:spcBef>
                <a:spcPts val="1000"/>
              </a:spcBef>
              <a:spcAft>
                <a:spcPts val="0"/>
              </a:spcAft>
              <a:buClr>
                <a:srgbClr val="525252"/>
              </a:buClr>
              <a:buSzPts val="2000"/>
              <a:buFont typeface="Noto Sans Symbols"/>
              <a:buChar char="▪"/>
            </a:pPr>
            <a:r>
              <a:rPr lang="en-US" sz="2000" u="sng">
                <a:solidFill>
                  <a:srgbClr val="525252"/>
                </a:solidFill>
                <a:latin typeface="Play"/>
                <a:ea typeface="Play"/>
                <a:cs typeface="Play"/>
                <a:sym typeface="Play"/>
                <a:hlinkClick r:id="rId4">
                  <a:extLst>
                    <a:ext uri="{A12FA001-AC4F-418D-AE19-62706E023703}">
                      <ahyp:hlinkClr val="tx"/>
                    </a:ext>
                  </a:extLst>
                </a:hlinkClick>
              </a:rPr>
              <a:t>github.com/grcc-resendiz/ai-manufacturing-muskegon</a:t>
            </a:r>
            <a:endParaRPr b="0" i="0" sz="2400" u="none" cap="none" strike="noStrike">
              <a:solidFill>
                <a:srgbClr val="525252"/>
              </a:solidFill>
              <a:latin typeface="Play"/>
              <a:ea typeface="Play"/>
              <a:cs typeface="Play"/>
              <a:sym typeface="Play"/>
            </a:endParaRPr>
          </a:p>
          <a:p>
            <a:pPr indent="-304800" lvl="0" marL="457200" rtl="0" algn="l">
              <a:lnSpc>
                <a:spcPct val="90000"/>
              </a:lnSpc>
              <a:spcBef>
                <a:spcPts val="1000"/>
              </a:spcBef>
              <a:spcAft>
                <a:spcPts val="0"/>
              </a:spcAft>
              <a:buClr>
                <a:schemeClr val="dk1"/>
              </a:buClr>
              <a:buSzPts val="2400"/>
              <a:buFont typeface="Arial"/>
              <a:buNone/>
            </a:pPr>
            <a:r>
              <a:t/>
            </a:r>
            <a:endParaRPr>
              <a:latin typeface="Play"/>
              <a:ea typeface="Play"/>
              <a:cs typeface="Play"/>
              <a:sym typeface="Play"/>
            </a:endParaRPr>
          </a:p>
        </p:txBody>
      </p:sp>
      <p:sp>
        <p:nvSpPr>
          <p:cNvPr id="832" name="Google Shape;832;p32"/>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Play"/>
                <a:ea typeface="Play"/>
                <a:cs typeface="Play"/>
                <a:sym typeface="Play"/>
              </a:rPr>
              <a:t>‹#›</a:t>
            </a:fld>
            <a:endParaRPr>
              <a:latin typeface="Play"/>
              <a:ea typeface="Play"/>
              <a:cs typeface="Play"/>
              <a:sym typeface="Play"/>
            </a:endParaRPr>
          </a:p>
        </p:txBody>
      </p:sp>
      <p:sp>
        <p:nvSpPr>
          <p:cNvPr id="833" name="Google Shape;833;p32"/>
          <p:cNvSpPr/>
          <p:nvPr/>
        </p:nvSpPr>
        <p:spPr>
          <a:xfrm>
            <a:off x="8169548" y="2611652"/>
            <a:ext cx="607949" cy="403462"/>
          </a:xfrm>
          <a:prstGeom prst="rightArrow">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33"/>
          <p:cNvSpPr txBox="1"/>
          <p:nvPr>
            <p:ph type="title"/>
          </p:nvPr>
        </p:nvSpPr>
        <p:spPr>
          <a:xfrm>
            <a:off x="386557" y="2536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Play"/>
              <a:buNone/>
            </a:pPr>
            <a:r>
              <a:rPr lang="en-US">
                <a:solidFill>
                  <a:schemeClr val="accent1"/>
                </a:solidFill>
              </a:rPr>
              <a:t>Making Predictions</a:t>
            </a:r>
            <a:endParaRPr/>
          </a:p>
        </p:txBody>
      </p:sp>
      <p:sp>
        <p:nvSpPr>
          <p:cNvPr id="840" name="Google Shape;840;p33"/>
          <p:cNvSpPr txBox="1"/>
          <p:nvPr>
            <p:ph idx="12" type="sldNum"/>
          </p:nvPr>
        </p:nvSpPr>
        <p:spPr>
          <a:xfrm>
            <a:off x="11734800" y="6423246"/>
            <a:ext cx="501073" cy="43475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latin typeface="Play"/>
                <a:ea typeface="Play"/>
                <a:cs typeface="Play"/>
                <a:sym typeface="Play"/>
              </a:rPr>
              <a:t>‹#›</a:t>
            </a:fld>
            <a:endParaRPr>
              <a:latin typeface="Play"/>
              <a:ea typeface="Play"/>
              <a:cs typeface="Play"/>
              <a:sym typeface="Play"/>
            </a:endParaRPr>
          </a:p>
        </p:txBody>
      </p:sp>
      <p:pic>
        <p:nvPicPr>
          <p:cNvPr descr="A diagram of data analysis&#10;&#10;AI-generated content may be incorrect." id="841" name="Google Shape;841;p33"/>
          <p:cNvPicPr preferRelativeResize="0"/>
          <p:nvPr/>
        </p:nvPicPr>
        <p:blipFill rotWithShape="1">
          <a:blip r:embed="rId3">
            <a:alphaModFix/>
          </a:blip>
          <a:srcRect b="7082" l="10069" r="12193" t="0"/>
          <a:stretch/>
        </p:blipFill>
        <p:spPr>
          <a:xfrm>
            <a:off x="4200939" y="0"/>
            <a:ext cx="8034934" cy="689025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Technology Adoption Gap</a:t>
            </a:r>
            <a:endParaRPr/>
          </a:p>
        </p:txBody>
      </p:sp>
      <p:sp>
        <p:nvSpPr>
          <p:cNvPr id="859" name="Google Shape;859;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What technology do you already have that is underused?</a:t>
            </a:r>
            <a:endParaRPr/>
          </a:p>
          <a:p>
            <a:pPr indent="-228600" lvl="1" marL="685800" rtl="0" algn="l">
              <a:lnSpc>
                <a:spcPct val="90000"/>
              </a:lnSpc>
              <a:spcBef>
                <a:spcPts val="500"/>
              </a:spcBef>
              <a:spcAft>
                <a:spcPts val="0"/>
              </a:spcAft>
              <a:buClr>
                <a:schemeClr val="dk1"/>
              </a:buClr>
              <a:buSzPts val="2400"/>
              <a:buChar char="▪"/>
            </a:pPr>
            <a:r>
              <a:rPr lang="en-US"/>
              <a:t>PLC logs</a:t>
            </a:r>
            <a:endParaRPr/>
          </a:p>
          <a:p>
            <a:pPr indent="-228600" lvl="1" marL="685800" rtl="0" algn="l">
              <a:lnSpc>
                <a:spcPct val="90000"/>
              </a:lnSpc>
              <a:spcBef>
                <a:spcPts val="500"/>
              </a:spcBef>
              <a:spcAft>
                <a:spcPts val="0"/>
              </a:spcAft>
              <a:buClr>
                <a:schemeClr val="dk1"/>
              </a:buClr>
              <a:buSzPts val="2400"/>
              <a:buChar char="▪"/>
            </a:pPr>
            <a:r>
              <a:rPr lang="en-US"/>
              <a:t>MES systems</a:t>
            </a:r>
            <a:endParaRPr/>
          </a:p>
          <a:p>
            <a:pPr indent="-228600" lvl="1" marL="685800" rtl="0" algn="l">
              <a:lnSpc>
                <a:spcPct val="90000"/>
              </a:lnSpc>
              <a:spcBef>
                <a:spcPts val="500"/>
              </a:spcBef>
              <a:spcAft>
                <a:spcPts val="0"/>
              </a:spcAft>
              <a:buClr>
                <a:schemeClr val="dk1"/>
              </a:buClr>
              <a:buSzPts val="2400"/>
              <a:buChar char="▪"/>
            </a:pPr>
            <a:r>
              <a:rPr lang="en-US"/>
              <a:t>ERP data</a:t>
            </a:r>
            <a:endParaRPr/>
          </a:p>
          <a:p>
            <a:pPr indent="-228600" lvl="1" marL="685800" rtl="0" algn="l">
              <a:lnSpc>
                <a:spcPct val="90000"/>
              </a:lnSpc>
              <a:spcBef>
                <a:spcPts val="500"/>
              </a:spcBef>
              <a:spcAft>
                <a:spcPts val="0"/>
              </a:spcAft>
              <a:buClr>
                <a:schemeClr val="dk1"/>
              </a:buClr>
              <a:buSzPts val="2400"/>
              <a:buChar char="▪"/>
            </a:pPr>
            <a:r>
              <a:rPr lang="en-US"/>
              <a:t>Sensors</a:t>
            </a:r>
            <a:endParaRPr/>
          </a:p>
          <a:p>
            <a:pPr indent="-228600" lvl="1" marL="685800" rtl="0" algn="l">
              <a:lnSpc>
                <a:spcPct val="90000"/>
              </a:lnSpc>
              <a:spcBef>
                <a:spcPts val="500"/>
              </a:spcBef>
              <a:spcAft>
                <a:spcPts val="0"/>
              </a:spcAft>
              <a:buClr>
                <a:schemeClr val="dk1"/>
              </a:buClr>
              <a:buSzPts val="2400"/>
              <a:buChar char="▪"/>
            </a:pPr>
            <a:r>
              <a:rPr lang="en-US"/>
              <a:t>Maintenance logs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Adoption is the bottleneck.</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AI Readiness Reflection</a:t>
            </a:r>
            <a:endParaRPr/>
          </a:p>
        </p:txBody>
      </p:sp>
      <p:sp>
        <p:nvSpPr>
          <p:cNvPr id="866" name="Google Shape;866;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solidFill>
                  <a:schemeClr val="dk1"/>
                </a:solidFill>
                <a:latin typeface="Arial"/>
                <a:ea typeface="Arial"/>
                <a:cs typeface="Arial"/>
                <a:sym typeface="Arial"/>
              </a:rPr>
              <a:t>If you tried this tomorrow:</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sz="2800">
                <a:solidFill>
                  <a:schemeClr val="dk1"/>
                </a:solidFill>
                <a:latin typeface="Arial"/>
                <a:ea typeface="Arial"/>
                <a:cs typeface="Arial"/>
                <a:sym typeface="Arial"/>
              </a:rPr>
              <a:t>Do you have reliable data?</a:t>
            </a:r>
            <a:endParaRPr/>
          </a:p>
          <a:p>
            <a:pPr indent="-228600" lvl="0" marL="228600" rtl="0" algn="l">
              <a:lnSpc>
                <a:spcPct val="90000"/>
              </a:lnSpc>
              <a:spcBef>
                <a:spcPts val="1000"/>
              </a:spcBef>
              <a:spcAft>
                <a:spcPts val="0"/>
              </a:spcAft>
              <a:buClr>
                <a:schemeClr val="dk1"/>
              </a:buClr>
              <a:buSzPts val="2800"/>
              <a:buChar char="▪"/>
            </a:pPr>
            <a:r>
              <a:rPr lang="en-US" sz="2800">
                <a:solidFill>
                  <a:schemeClr val="dk1"/>
                </a:solidFill>
                <a:latin typeface="Arial"/>
                <a:ea typeface="Arial"/>
                <a:cs typeface="Arial"/>
                <a:sym typeface="Arial"/>
              </a:rPr>
              <a:t>Is it centralized?</a:t>
            </a:r>
            <a:endParaRPr/>
          </a:p>
          <a:p>
            <a:pPr indent="-228600" lvl="0" marL="228600" rtl="0" algn="l">
              <a:lnSpc>
                <a:spcPct val="90000"/>
              </a:lnSpc>
              <a:spcBef>
                <a:spcPts val="1000"/>
              </a:spcBef>
              <a:spcAft>
                <a:spcPts val="0"/>
              </a:spcAft>
              <a:buClr>
                <a:schemeClr val="dk1"/>
              </a:buClr>
              <a:buSzPts val="2800"/>
              <a:buChar char="▪"/>
            </a:pPr>
            <a:r>
              <a:rPr lang="en-US" sz="2800">
                <a:solidFill>
                  <a:schemeClr val="dk1"/>
                </a:solidFill>
                <a:latin typeface="Arial"/>
                <a:ea typeface="Arial"/>
                <a:cs typeface="Arial"/>
                <a:sym typeface="Arial"/>
              </a:rPr>
              <a:t>Is it clean?</a:t>
            </a:r>
            <a:endParaRPr/>
          </a:p>
          <a:p>
            <a:pPr indent="-228600" lvl="0" marL="228600" rtl="0" algn="l">
              <a:lnSpc>
                <a:spcPct val="90000"/>
              </a:lnSpc>
              <a:spcBef>
                <a:spcPts val="1000"/>
              </a:spcBef>
              <a:spcAft>
                <a:spcPts val="0"/>
              </a:spcAft>
              <a:buClr>
                <a:schemeClr val="dk1"/>
              </a:buClr>
              <a:buSzPts val="2800"/>
              <a:buChar char="▪"/>
            </a:pPr>
            <a:r>
              <a:rPr lang="en-US" sz="2800">
                <a:solidFill>
                  <a:schemeClr val="dk1"/>
                </a:solidFill>
                <a:latin typeface="Arial"/>
                <a:ea typeface="Arial"/>
                <a:cs typeface="Arial"/>
                <a:sym typeface="Arial"/>
              </a:rPr>
              <a:t>Who owns it?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Key Takeaways</a:t>
            </a:r>
            <a:endParaRPr/>
          </a:p>
        </p:txBody>
      </p:sp>
      <p:sp>
        <p:nvSpPr>
          <p:cNvPr id="873" name="Google Shape;873;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solidFill>
                  <a:schemeClr val="dk1"/>
                </a:solidFill>
                <a:latin typeface="Arial"/>
                <a:ea typeface="Arial"/>
                <a:cs typeface="Arial"/>
                <a:sym typeface="Arial"/>
              </a:rPr>
              <a:t>Workforce shortage is real.</a:t>
            </a:r>
            <a:endParaRPr/>
          </a:p>
          <a:p>
            <a:pPr indent="-228600" lvl="0" marL="228600" rtl="0" algn="l">
              <a:lnSpc>
                <a:spcPct val="90000"/>
              </a:lnSpc>
              <a:spcBef>
                <a:spcPts val="1000"/>
              </a:spcBef>
              <a:spcAft>
                <a:spcPts val="0"/>
              </a:spcAft>
              <a:buClr>
                <a:schemeClr val="dk1"/>
              </a:buClr>
              <a:buSzPts val="2800"/>
              <a:buChar char="▪"/>
            </a:pPr>
            <a:r>
              <a:rPr lang="en-US" sz="2800">
                <a:solidFill>
                  <a:schemeClr val="dk1"/>
                </a:solidFill>
                <a:latin typeface="Arial"/>
                <a:ea typeface="Arial"/>
                <a:cs typeface="Arial"/>
                <a:sym typeface="Arial"/>
              </a:rPr>
              <a:t>Technology exists.</a:t>
            </a:r>
            <a:endParaRPr/>
          </a:p>
          <a:p>
            <a:pPr indent="-228600" lvl="0" marL="228600" rtl="0" algn="l">
              <a:lnSpc>
                <a:spcPct val="90000"/>
              </a:lnSpc>
              <a:spcBef>
                <a:spcPts val="1000"/>
              </a:spcBef>
              <a:spcAft>
                <a:spcPts val="0"/>
              </a:spcAft>
              <a:buClr>
                <a:schemeClr val="dk1"/>
              </a:buClr>
              <a:buSzPts val="2800"/>
              <a:buChar char="▪"/>
            </a:pPr>
            <a:r>
              <a:rPr lang="en-US" sz="2800">
                <a:solidFill>
                  <a:schemeClr val="dk1"/>
                </a:solidFill>
                <a:latin typeface="Arial"/>
                <a:ea typeface="Arial"/>
                <a:cs typeface="Arial"/>
                <a:sym typeface="Arial"/>
              </a:rPr>
              <a:t>AI learns from patterns.</a:t>
            </a:r>
            <a:endParaRPr/>
          </a:p>
          <a:p>
            <a:pPr indent="-228600" lvl="0" marL="228600" rtl="0" algn="l">
              <a:lnSpc>
                <a:spcPct val="90000"/>
              </a:lnSpc>
              <a:spcBef>
                <a:spcPts val="1000"/>
              </a:spcBef>
              <a:spcAft>
                <a:spcPts val="0"/>
              </a:spcAft>
              <a:buClr>
                <a:schemeClr val="dk1"/>
              </a:buClr>
              <a:buSzPts val="2800"/>
              <a:buChar char="▪"/>
            </a:pPr>
            <a:r>
              <a:rPr lang="en-US" sz="2800">
                <a:solidFill>
                  <a:schemeClr val="dk1"/>
                </a:solidFill>
                <a:latin typeface="Arial"/>
                <a:ea typeface="Arial"/>
                <a:cs typeface="Arial"/>
                <a:sym typeface="Arial"/>
              </a:rPr>
              <a:t>Data quality matters.</a:t>
            </a:r>
            <a:endParaRPr/>
          </a:p>
          <a:p>
            <a:pPr indent="-228600" lvl="0" marL="228600" rtl="0" algn="l">
              <a:lnSpc>
                <a:spcPct val="90000"/>
              </a:lnSpc>
              <a:spcBef>
                <a:spcPts val="1000"/>
              </a:spcBef>
              <a:spcAft>
                <a:spcPts val="0"/>
              </a:spcAft>
              <a:buClr>
                <a:schemeClr val="dk1"/>
              </a:buClr>
              <a:buSzPts val="2800"/>
              <a:buChar char="▪"/>
            </a:pPr>
            <a:r>
              <a:rPr lang="en-US" sz="2800">
                <a:solidFill>
                  <a:schemeClr val="dk1"/>
                </a:solidFill>
                <a:latin typeface="Arial"/>
                <a:ea typeface="Arial"/>
                <a:cs typeface="Arial"/>
                <a:sym typeface="Arial"/>
              </a:rPr>
              <a:t>Adoption is leadership-driven.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39"/>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00"/>
              </a:buClr>
              <a:buSzPts val="4800"/>
              <a:buFont typeface="Play"/>
              <a:buNone/>
            </a:pPr>
            <a:r>
              <a:rPr lang="en-US" sz="4800">
                <a:solidFill>
                  <a:srgbClr val="000000"/>
                </a:solidFill>
              </a:rPr>
              <a:t>Questions?</a:t>
            </a:r>
            <a:endParaRPr/>
          </a:p>
        </p:txBody>
      </p:sp>
      <p:sp>
        <p:nvSpPr>
          <p:cNvPr id="886" name="Google Shape;886;p39"/>
          <p:cNvSpPr txBox="1"/>
          <p:nvPr/>
        </p:nvSpPr>
        <p:spPr>
          <a:xfrm>
            <a:off x="11734801" y="6423246"/>
            <a:ext cx="457200" cy="43475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000">
                <a:solidFill>
                  <a:schemeClr val="dk1"/>
                </a:solidFill>
                <a:latin typeface="Play"/>
                <a:ea typeface="Play"/>
                <a:cs typeface="Play"/>
                <a:sym typeface="Play"/>
              </a:rPr>
              <a:t>‹#›</a:t>
            </a:fld>
            <a:endParaRPr sz="1000">
              <a:solidFill>
                <a:schemeClr val="dk1"/>
              </a:solidFill>
              <a:latin typeface="Play"/>
              <a:ea typeface="Play"/>
              <a:cs typeface="Play"/>
              <a:sym typeface="Pla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1" name="Shape 891"/>
        <p:cNvGrpSpPr/>
        <p:nvPr/>
      </p:nvGrpSpPr>
      <p:grpSpPr>
        <a:xfrm>
          <a:off x="0" y="0"/>
          <a:ext cx="0" cy="0"/>
          <a:chOff x="0" y="0"/>
          <a:chExt cx="0" cy="0"/>
        </a:xfrm>
      </p:grpSpPr>
      <p:pic>
        <p:nvPicPr>
          <p:cNvPr descr="Graphical user interface&#10;&#10;Description automatically generated" id="892" name="Google Shape;892;p40"/>
          <p:cNvPicPr preferRelativeResize="0"/>
          <p:nvPr/>
        </p:nvPicPr>
        <p:blipFill rotWithShape="1">
          <a:blip r:embed="rId4">
            <a:alphaModFix/>
          </a:blip>
          <a:srcRect b="0" l="0" r="0" t="0"/>
          <a:stretch/>
        </p:blipFill>
        <p:spPr>
          <a:xfrm>
            <a:off x="-136633" y="432187"/>
            <a:ext cx="7567992" cy="4255427"/>
          </a:xfrm>
          <a:prstGeom prst="rect">
            <a:avLst/>
          </a:prstGeom>
          <a:noFill/>
          <a:ln>
            <a:noFill/>
          </a:ln>
        </p:spPr>
      </p:pic>
      <p:sp>
        <p:nvSpPr>
          <p:cNvPr id="893" name="Google Shape;893;p40"/>
          <p:cNvSpPr/>
          <p:nvPr/>
        </p:nvSpPr>
        <p:spPr>
          <a:xfrm>
            <a:off x="0" y="5698067"/>
            <a:ext cx="1140542" cy="1159933"/>
          </a:xfrm>
          <a:prstGeom prst="rect">
            <a:avLst/>
          </a:prstGeom>
          <a:solidFill>
            <a:srgbClr val="FEC9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pic>
        <p:nvPicPr>
          <p:cNvPr descr="preencoded.png" id="42" name="Google Shape;42;p1"/>
          <p:cNvPicPr preferRelativeResize="0"/>
          <p:nvPr/>
        </p:nvPicPr>
        <p:blipFill rotWithShape="1">
          <a:blip r:embed="rId3">
            <a:alphaModFix/>
          </a:blip>
          <a:srcRect b="0" l="0" r="0" t="0"/>
          <a:stretch/>
        </p:blipFill>
        <p:spPr>
          <a:xfrm>
            <a:off x="7162800" y="0"/>
            <a:ext cx="5029200" cy="6858000"/>
          </a:xfrm>
          <a:prstGeom prst="rect">
            <a:avLst/>
          </a:prstGeom>
          <a:noFill/>
          <a:ln>
            <a:noFill/>
          </a:ln>
        </p:spPr>
      </p:pic>
      <p:sp>
        <p:nvSpPr>
          <p:cNvPr id="43" name="Google Shape;43;p1"/>
          <p:cNvSpPr/>
          <p:nvPr/>
        </p:nvSpPr>
        <p:spPr>
          <a:xfrm>
            <a:off x="661492" y="2655888"/>
            <a:ext cx="6297018" cy="1033462"/>
          </a:xfrm>
          <a:prstGeom prst="rect">
            <a:avLst/>
          </a:prstGeom>
          <a:noFill/>
          <a:ln>
            <a:noFill/>
          </a:ln>
        </p:spPr>
        <p:txBody>
          <a:bodyPr anchorCtr="0" anchor="t" bIns="0" lIns="0" spcFirstLastPara="1" rIns="0" wrap="square" tIns="0">
            <a:noAutofit/>
          </a:bodyPr>
          <a:lstStyle/>
          <a:p>
            <a:pPr indent="0" lvl="0" marL="0" marR="0" rtl="0" algn="l">
              <a:lnSpc>
                <a:spcPct val="121250"/>
              </a:lnSpc>
              <a:spcBef>
                <a:spcPts val="0"/>
              </a:spcBef>
              <a:spcAft>
                <a:spcPts val="0"/>
              </a:spcAft>
              <a:buClr>
                <a:srgbClr val="DDDDDD"/>
              </a:buClr>
              <a:buSzPts val="4000"/>
              <a:buFont typeface="Mona Sans SemiBold"/>
              <a:buNone/>
            </a:pPr>
            <a:r>
              <a:rPr b="1" lang="en-US" sz="3333">
                <a:solidFill>
                  <a:srgbClr val="DDDDDD"/>
                </a:solidFill>
                <a:latin typeface="Mona Sans SemiBold"/>
                <a:ea typeface="Mona Sans SemiBold"/>
                <a:cs typeface="Mona Sans SemiBold"/>
                <a:sym typeface="Mona Sans SemiBold"/>
              </a:rPr>
              <a:t>Predictive Maintenance with Machine Learning</a:t>
            </a:r>
            <a:endParaRPr sz="3333">
              <a:solidFill>
                <a:schemeClr val="dk1"/>
              </a:solidFill>
              <a:latin typeface="Calibri"/>
              <a:ea typeface="Calibri"/>
              <a:cs typeface="Calibri"/>
              <a:sym typeface="Calibri"/>
            </a:endParaRPr>
          </a:p>
        </p:txBody>
      </p:sp>
      <p:sp>
        <p:nvSpPr>
          <p:cNvPr id="44" name="Google Shape;44;p1"/>
          <p:cNvSpPr/>
          <p:nvPr/>
        </p:nvSpPr>
        <p:spPr>
          <a:xfrm>
            <a:off x="661492" y="3937397"/>
            <a:ext cx="6297018" cy="264617"/>
          </a:xfrm>
          <a:prstGeom prst="rect">
            <a:avLst/>
          </a:prstGeom>
          <a:noFill/>
          <a:ln>
            <a:noFill/>
          </a:ln>
        </p:spPr>
        <p:txBody>
          <a:bodyPr anchorCtr="0" anchor="t" bIns="0" lIns="0" spcFirstLastPara="1" rIns="0" wrap="square" tIns="0">
            <a:noAutofit/>
          </a:bodyPr>
          <a:lstStyle/>
          <a:p>
            <a:pPr indent="0" lvl="0" marL="0" marR="0" rtl="0" algn="l">
              <a:lnSpc>
                <a:spcPct val="104166"/>
              </a:lnSpc>
              <a:spcBef>
                <a:spcPts val="0"/>
              </a:spcBef>
              <a:spcAft>
                <a:spcPts val="0"/>
              </a:spcAft>
              <a:buClr>
                <a:srgbClr val="8F8F8F"/>
              </a:buClr>
              <a:buSzPts val="2400"/>
              <a:buFont typeface="Funnel Sans"/>
              <a:buNone/>
            </a:pPr>
            <a:r>
              <a:rPr lang="en-US" sz="2000">
                <a:solidFill>
                  <a:srgbClr val="8F8F8F"/>
                </a:solidFill>
                <a:latin typeface="Funnel Sans"/>
                <a:ea typeface="Funnel Sans"/>
                <a:cs typeface="Funnel Sans"/>
                <a:sym typeface="Funnel Sans"/>
              </a:rPr>
              <a:t>Using Data to Predict Equipment Failure</a:t>
            </a:r>
            <a:endParaRPr/>
          </a:p>
          <a:p>
            <a:pPr indent="0" lvl="0" marL="0" marR="0" rtl="0" algn="l">
              <a:lnSpc>
                <a:spcPct val="104166"/>
              </a:lnSpc>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pic>
        <p:nvPicPr>
          <p:cNvPr descr="preencoded.png" id="50" name="Google Shape;50;g3e15de89eb8_0_2"/>
          <p:cNvPicPr preferRelativeResize="0"/>
          <p:nvPr/>
        </p:nvPicPr>
        <p:blipFill rotWithShape="1">
          <a:blip r:embed="rId3">
            <a:alphaModFix/>
          </a:blip>
          <a:srcRect b="0" l="0" r="0" t="0"/>
          <a:stretch/>
        </p:blipFill>
        <p:spPr>
          <a:xfrm>
            <a:off x="0" y="0"/>
            <a:ext cx="4572000" cy="6858000"/>
          </a:xfrm>
          <a:prstGeom prst="rect">
            <a:avLst/>
          </a:prstGeom>
          <a:noFill/>
          <a:ln>
            <a:noFill/>
          </a:ln>
        </p:spPr>
      </p:pic>
      <p:sp>
        <p:nvSpPr>
          <p:cNvPr id="51" name="Google Shape;51;g3e15de89eb8_0_2"/>
          <p:cNvSpPr/>
          <p:nvPr/>
        </p:nvSpPr>
        <p:spPr>
          <a:xfrm>
            <a:off x="5250068" y="227013"/>
            <a:ext cx="6641932" cy="4135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3100"/>
              <a:buFont typeface="Instrument Sans Medium"/>
              <a:buNone/>
            </a:pPr>
            <a:r>
              <a:rPr lang="en-US" sz="2583">
                <a:solidFill>
                  <a:srgbClr val="FEFEFE"/>
                </a:solidFill>
                <a:latin typeface="Instrument Sans Medium"/>
                <a:ea typeface="Instrument Sans Medium"/>
                <a:cs typeface="Instrument Sans Medium"/>
                <a:sym typeface="Instrument Sans Medium"/>
              </a:rPr>
              <a:t>Machine Learning (ML)</a:t>
            </a:r>
            <a:endParaRPr sz="2583">
              <a:solidFill>
                <a:schemeClr val="dk1"/>
              </a:solidFill>
              <a:latin typeface="Calibri"/>
              <a:ea typeface="Calibri"/>
              <a:cs typeface="Calibri"/>
              <a:sym typeface="Calibri"/>
            </a:endParaRPr>
          </a:p>
        </p:txBody>
      </p:sp>
      <p:sp>
        <p:nvSpPr>
          <p:cNvPr id="52" name="Google Shape;52;g3e15de89eb8_0_2"/>
          <p:cNvSpPr/>
          <p:nvPr/>
        </p:nvSpPr>
        <p:spPr>
          <a:xfrm>
            <a:off x="5250068" y="771525"/>
            <a:ext cx="6297000" cy="79375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BFBFBF"/>
              </a:buClr>
              <a:buSzPts val="1800"/>
              <a:buFont typeface="Open Sans"/>
              <a:buNone/>
            </a:pPr>
            <a:r>
              <a:rPr lang="en-US" sz="1500">
                <a:solidFill>
                  <a:srgbClr val="BFBFBF"/>
                </a:solidFill>
                <a:latin typeface="Open Sans"/>
                <a:ea typeface="Open Sans"/>
                <a:cs typeface="Open Sans"/>
                <a:sym typeface="Open Sans"/>
              </a:rPr>
              <a:t>Machine learning is a branch of artificial intelligence that focuses on building systems that learn patterns from data and use those patterns to make predictions or decisions without being explicitly programmed for each task.</a:t>
            </a:r>
            <a:endParaRPr sz="1500">
              <a:solidFill>
                <a:schemeClr val="dk1"/>
              </a:solidFill>
              <a:latin typeface="Calibri"/>
              <a:ea typeface="Calibri"/>
              <a:cs typeface="Calibri"/>
              <a:sym typeface="Calibri"/>
            </a:endParaRPr>
          </a:p>
        </p:txBody>
      </p:sp>
      <p:sp>
        <p:nvSpPr>
          <p:cNvPr id="53" name="Google Shape;53;g3e15de89eb8_0_2"/>
          <p:cNvSpPr/>
          <p:nvPr/>
        </p:nvSpPr>
        <p:spPr>
          <a:xfrm>
            <a:off x="5233499" y="2077208"/>
            <a:ext cx="4572000" cy="198500"/>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FEFEFE"/>
              </a:buClr>
              <a:buSzPts val="2400"/>
              <a:buFont typeface="Instrument Sans Medium"/>
              <a:buNone/>
            </a:pPr>
            <a:r>
              <a:rPr lang="en-US" sz="2000">
                <a:solidFill>
                  <a:srgbClr val="FEFEFE"/>
                </a:solidFill>
                <a:latin typeface="Instrument Sans Medium"/>
                <a:ea typeface="Instrument Sans Medium"/>
                <a:cs typeface="Instrument Sans Medium"/>
                <a:sym typeface="Instrument Sans Medium"/>
              </a:rPr>
              <a:t>The three major areas of ML are:</a:t>
            </a:r>
            <a:endParaRPr sz="2000">
              <a:solidFill>
                <a:schemeClr val="dk1"/>
              </a:solidFill>
              <a:latin typeface="Calibri"/>
              <a:ea typeface="Calibri"/>
              <a:cs typeface="Calibri"/>
              <a:sym typeface="Calibri"/>
            </a:endParaRPr>
          </a:p>
        </p:txBody>
      </p:sp>
      <p:sp>
        <p:nvSpPr>
          <p:cNvPr id="54" name="Google Shape;54;g3e15de89eb8_0_2"/>
          <p:cNvSpPr/>
          <p:nvPr/>
        </p:nvSpPr>
        <p:spPr>
          <a:xfrm>
            <a:off x="5233492" y="2550732"/>
            <a:ext cx="3082250" cy="1868000"/>
          </a:xfrm>
          <a:prstGeom prst="roundRect">
            <a:avLst>
              <a:gd fmla="val 4895" name="adj"/>
            </a:avLst>
          </a:prstGeom>
          <a:solidFill>
            <a:srgbClr val="1F1F1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5" name="Google Shape;55;g3e15de89eb8_0_2"/>
          <p:cNvSpPr/>
          <p:nvPr/>
        </p:nvSpPr>
        <p:spPr>
          <a:xfrm>
            <a:off x="5233492" y="2531682"/>
            <a:ext cx="3082250" cy="76250"/>
          </a:xfrm>
          <a:prstGeom prst="roundRect">
            <a:avLst>
              <a:gd fmla="val 26046" name="adj"/>
            </a:avLst>
          </a:prstGeom>
          <a:solidFill>
            <a:srgbClr val="F5F547"/>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6" name="Google Shape;56;g3e15de89eb8_0_2"/>
          <p:cNvSpPr/>
          <p:nvPr/>
        </p:nvSpPr>
        <p:spPr>
          <a:xfrm>
            <a:off x="6576219" y="2352295"/>
            <a:ext cx="397000" cy="397000"/>
          </a:xfrm>
          <a:prstGeom prst="roundRect">
            <a:avLst>
              <a:gd fmla="val 192000" name="adj"/>
            </a:avLst>
          </a:prstGeom>
          <a:solidFill>
            <a:srgbClr val="F5F547"/>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7" name="Google Shape;57;g3e15de89eb8_0_2"/>
          <p:cNvSpPr/>
          <p:nvPr/>
        </p:nvSpPr>
        <p:spPr>
          <a:xfrm>
            <a:off x="6695282" y="2451514"/>
            <a:ext cx="158750" cy="198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00"/>
              </a:buClr>
              <a:buSzPts val="1500"/>
              <a:buFont typeface="Instrument Sans Medium"/>
              <a:buNone/>
            </a:pPr>
            <a:r>
              <a:rPr lang="en-US" sz="1250">
                <a:solidFill>
                  <a:srgbClr val="000000"/>
                </a:solidFill>
                <a:latin typeface="Instrument Sans Medium"/>
                <a:ea typeface="Instrument Sans Medium"/>
                <a:cs typeface="Instrument Sans Medium"/>
                <a:sym typeface="Instrument Sans Medium"/>
              </a:rPr>
              <a:t>1</a:t>
            </a:r>
            <a:endParaRPr sz="1250">
              <a:solidFill>
                <a:schemeClr val="dk1"/>
              </a:solidFill>
              <a:latin typeface="Calibri"/>
              <a:ea typeface="Calibri"/>
              <a:cs typeface="Calibri"/>
              <a:sym typeface="Calibri"/>
            </a:endParaRPr>
          </a:p>
        </p:txBody>
      </p:sp>
      <p:sp>
        <p:nvSpPr>
          <p:cNvPr id="58" name="Google Shape;58;g3e15de89eb8_0_2"/>
          <p:cNvSpPr/>
          <p:nvPr/>
        </p:nvSpPr>
        <p:spPr>
          <a:xfrm>
            <a:off x="5384788" y="2864229"/>
            <a:ext cx="2712750" cy="198500"/>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BFBFBF"/>
              </a:buClr>
              <a:buSzPts val="2400"/>
              <a:buFont typeface="Instrument Sans Medium"/>
              <a:buNone/>
            </a:pPr>
            <a:r>
              <a:rPr lang="en-US" sz="2000">
                <a:solidFill>
                  <a:srgbClr val="BFBFBF"/>
                </a:solidFill>
                <a:latin typeface="Instrument Sans Medium"/>
                <a:ea typeface="Instrument Sans Medium"/>
                <a:cs typeface="Instrument Sans Medium"/>
                <a:sym typeface="Instrument Sans Medium"/>
              </a:rPr>
              <a:t>Supervised Learning</a:t>
            </a:r>
            <a:endParaRPr sz="2000">
              <a:solidFill>
                <a:schemeClr val="dk1"/>
              </a:solidFill>
              <a:latin typeface="Calibri"/>
              <a:ea typeface="Calibri"/>
              <a:cs typeface="Calibri"/>
              <a:sym typeface="Calibri"/>
            </a:endParaRPr>
          </a:p>
        </p:txBody>
      </p:sp>
      <p:sp>
        <p:nvSpPr>
          <p:cNvPr id="59" name="Google Shape;59;g3e15de89eb8_0_2"/>
          <p:cNvSpPr/>
          <p:nvPr/>
        </p:nvSpPr>
        <p:spPr>
          <a:xfrm>
            <a:off x="5384800" y="3191652"/>
            <a:ext cx="2779750" cy="14585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BFBFBF"/>
              </a:buClr>
              <a:buSzPts val="1800"/>
              <a:buFont typeface="Open Sans"/>
              <a:buNone/>
            </a:pPr>
            <a:r>
              <a:rPr lang="en-US" sz="1500">
                <a:solidFill>
                  <a:srgbClr val="BFBFBF"/>
                </a:solidFill>
                <a:latin typeface="Open Sans"/>
                <a:ea typeface="Open Sans"/>
                <a:cs typeface="Open Sans"/>
                <a:sym typeface="Open Sans"/>
              </a:rPr>
              <a:t>The model learns to make predictions from labeled data, where the correct output (label) is known. </a:t>
            </a:r>
            <a:r>
              <a:rPr b="1" lang="en-US" sz="1500">
                <a:solidFill>
                  <a:srgbClr val="BFBFBF"/>
                </a:solidFill>
                <a:latin typeface="Open Sans"/>
                <a:ea typeface="Open Sans"/>
                <a:cs typeface="Open Sans"/>
                <a:sym typeface="Open Sans"/>
              </a:rPr>
              <a:t>Ex:</a:t>
            </a:r>
            <a:r>
              <a:rPr lang="en-US" sz="1500">
                <a:solidFill>
                  <a:srgbClr val="BFBFBF"/>
                </a:solidFill>
                <a:latin typeface="Open Sans"/>
                <a:ea typeface="Open Sans"/>
                <a:cs typeface="Open Sans"/>
                <a:sym typeface="Open Sans"/>
              </a:rPr>
              <a:t> predicting machine failure</a:t>
            </a:r>
            <a:endParaRPr sz="1500">
              <a:solidFill>
                <a:schemeClr val="dk1"/>
              </a:solidFill>
              <a:latin typeface="Calibri"/>
              <a:ea typeface="Calibri"/>
              <a:cs typeface="Calibri"/>
              <a:sym typeface="Calibri"/>
            </a:endParaRPr>
          </a:p>
        </p:txBody>
      </p:sp>
      <p:sp>
        <p:nvSpPr>
          <p:cNvPr id="60" name="Google Shape;60;g3e15de89eb8_0_2"/>
          <p:cNvSpPr/>
          <p:nvPr/>
        </p:nvSpPr>
        <p:spPr>
          <a:xfrm>
            <a:off x="8448080" y="2550732"/>
            <a:ext cx="3082500" cy="1868000"/>
          </a:xfrm>
          <a:prstGeom prst="roundRect">
            <a:avLst>
              <a:gd fmla="val 4895" name="adj"/>
            </a:avLst>
          </a:prstGeom>
          <a:solidFill>
            <a:srgbClr val="1F1F1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61" name="Google Shape;61;g3e15de89eb8_0_2"/>
          <p:cNvSpPr/>
          <p:nvPr/>
        </p:nvSpPr>
        <p:spPr>
          <a:xfrm>
            <a:off x="8448080" y="2531682"/>
            <a:ext cx="3082500" cy="76250"/>
          </a:xfrm>
          <a:prstGeom prst="roundRect">
            <a:avLst>
              <a:gd fmla="val 26046" name="adj"/>
            </a:avLst>
          </a:prstGeom>
          <a:solidFill>
            <a:srgbClr val="F5F547"/>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62" name="Google Shape;62;g3e15de89eb8_0_2"/>
          <p:cNvSpPr/>
          <p:nvPr/>
        </p:nvSpPr>
        <p:spPr>
          <a:xfrm>
            <a:off x="9790807" y="2352295"/>
            <a:ext cx="397000" cy="397000"/>
          </a:xfrm>
          <a:prstGeom prst="roundRect">
            <a:avLst>
              <a:gd fmla="val 192000" name="adj"/>
            </a:avLst>
          </a:prstGeom>
          <a:solidFill>
            <a:srgbClr val="F5F547"/>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63" name="Google Shape;63;g3e15de89eb8_0_2"/>
          <p:cNvSpPr/>
          <p:nvPr/>
        </p:nvSpPr>
        <p:spPr>
          <a:xfrm>
            <a:off x="9909869" y="2451514"/>
            <a:ext cx="158750" cy="198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00"/>
              </a:buClr>
              <a:buSzPts val="1500"/>
              <a:buFont typeface="Instrument Sans Medium"/>
              <a:buNone/>
            </a:pPr>
            <a:r>
              <a:rPr lang="en-US" sz="1250">
                <a:solidFill>
                  <a:srgbClr val="000000"/>
                </a:solidFill>
                <a:latin typeface="Instrument Sans Medium"/>
                <a:ea typeface="Instrument Sans Medium"/>
                <a:cs typeface="Instrument Sans Medium"/>
                <a:sym typeface="Instrument Sans Medium"/>
              </a:rPr>
              <a:t>2</a:t>
            </a:r>
            <a:endParaRPr sz="1250">
              <a:solidFill>
                <a:schemeClr val="dk1"/>
              </a:solidFill>
              <a:latin typeface="Calibri"/>
              <a:ea typeface="Calibri"/>
              <a:cs typeface="Calibri"/>
              <a:sym typeface="Calibri"/>
            </a:endParaRPr>
          </a:p>
        </p:txBody>
      </p:sp>
      <p:sp>
        <p:nvSpPr>
          <p:cNvPr id="64" name="Google Shape;64;g3e15de89eb8_0_2"/>
          <p:cNvSpPr/>
          <p:nvPr/>
        </p:nvSpPr>
        <p:spPr>
          <a:xfrm>
            <a:off x="8599398" y="2881438"/>
            <a:ext cx="2931000" cy="248000"/>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BFBFBF"/>
              </a:buClr>
              <a:buSzPts val="2400"/>
              <a:buFont typeface="Instrument Sans Medium"/>
              <a:buNone/>
            </a:pPr>
            <a:r>
              <a:rPr lang="en-US" sz="2000">
                <a:solidFill>
                  <a:srgbClr val="BFBFBF"/>
                </a:solidFill>
                <a:latin typeface="Instrument Sans Medium"/>
                <a:ea typeface="Instrument Sans Medium"/>
                <a:cs typeface="Instrument Sans Medium"/>
                <a:sym typeface="Instrument Sans Medium"/>
              </a:rPr>
              <a:t>Unsupervised Learning</a:t>
            </a:r>
            <a:endParaRPr sz="2000">
              <a:solidFill>
                <a:schemeClr val="dk1"/>
              </a:solidFill>
              <a:latin typeface="Calibri"/>
              <a:ea typeface="Calibri"/>
              <a:cs typeface="Calibri"/>
              <a:sym typeface="Calibri"/>
            </a:endParaRPr>
          </a:p>
        </p:txBody>
      </p:sp>
      <p:sp>
        <p:nvSpPr>
          <p:cNvPr id="65" name="Google Shape;65;g3e15de89eb8_0_2"/>
          <p:cNvSpPr/>
          <p:nvPr/>
        </p:nvSpPr>
        <p:spPr>
          <a:xfrm>
            <a:off x="8599388" y="3191652"/>
            <a:ext cx="2779750" cy="79375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BFBFBF"/>
              </a:buClr>
              <a:buSzPts val="1800"/>
              <a:buFont typeface="Open Sans"/>
              <a:buNone/>
            </a:pPr>
            <a:r>
              <a:rPr lang="en-US" sz="1500">
                <a:solidFill>
                  <a:srgbClr val="BFBFBF"/>
                </a:solidFill>
                <a:latin typeface="Open Sans"/>
                <a:ea typeface="Open Sans"/>
                <a:cs typeface="Open Sans"/>
                <a:sym typeface="Open Sans"/>
              </a:rPr>
              <a:t>The model learns from unlabeled data, without predefined outputs. </a:t>
            </a:r>
            <a:r>
              <a:rPr b="1" lang="en-US" sz="1500">
                <a:solidFill>
                  <a:srgbClr val="BFBFBF"/>
                </a:solidFill>
                <a:latin typeface="Open Sans"/>
                <a:ea typeface="Open Sans"/>
                <a:cs typeface="Open Sans"/>
                <a:sym typeface="Open Sans"/>
              </a:rPr>
              <a:t>Ex:</a:t>
            </a:r>
            <a:r>
              <a:rPr lang="en-US" sz="1500">
                <a:solidFill>
                  <a:srgbClr val="BFBFBF"/>
                </a:solidFill>
                <a:latin typeface="Open Sans"/>
                <a:ea typeface="Open Sans"/>
                <a:cs typeface="Open Sans"/>
                <a:sym typeface="Open Sans"/>
              </a:rPr>
              <a:t> grouping similar machines</a:t>
            </a:r>
            <a:endParaRPr sz="1500">
              <a:solidFill>
                <a:schemeClr val="dk1"/>
              </a:solidFill>
              <a:latin typeface="Calibri"/>
              <a:ea typeface="Calibri"/>
              <a:cs typeface="Calibri"/>
              <a:sym typeface="Calibri"/>
            </a:endParaRPr>
          </a:p>
        </p:txBody>
      </p:sp>
      <p:sp>
        <p:nvSpPr>
          <p:cNvPr id="66" name="Google Shape;66;g3e15de89eb8_0_2"/>
          <p:cNvSpPr/>
          <p:nvPr/>
        </p:nvSpPr>
        <p:spPr>
          <a:xfrm>
            <a:off x="5233492" y="4983460"/>
            <a:ext cx="6297000" cy="1338750"/>
          </a:xfrm>
          <a:prstGeom prst="roundRect">
            <a:avLst>
              <a:gd fmla="val 6831" name="adj"/>
            </a:avLst>
          </a:prstGeom>
          <a:solidFill>
            <a:srgbClr val="1F1F1F"/>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67" name="Google Shape;67;g3e15de89eb8_0_2"/>
          <p:cNvSpPr/>
          <p:nvPr/>
        </p:nvSpPr>
        <p:spPr>
          <a:xfrm>
            <a:off x="5233492" y="4730271"/>
            <a:ext cx="6297000" cy="76250"/>
          </a:xfrm>
          <a:prstGeom prst="roundRect">
            <a:avLst>
              <a:gd fmla="val 26046" name="adj"/>
            </a:avLst>
          </a:prstGeom>
          <a:solidFill>
            <a:srgbClr val="F5F547"/>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68" name="Google Shape;68;g3e15de89eb8_0_2"/>
          <p:cNvSpPr/>
          <p:nvPr/>
        </p:nvSpPr>
        <p:spPr>
          <a:xfrm>
            <a:off x="8183562" y="4550883"/>
            <a:ext cx="397000" cy="397000"/>
          </a:xfrm>
          <a:prstGeom prst="roundRect">
            <a:avLst>
              <a:gd fmla="val 192000" name="adj"/>
            </a:avLst>
          </a:prstGeom>
          <a:solidFill>
            <a:srgbClr val="F5F547"/>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69" name="Google Shape;69;g3e15de89eb8_0_2"/>
          <p:cNvSpPr/>
          <p:nvPr/>
        </p:nvSpPr>
        <p:spPr>
          <a:xfrm>
            <a:off x="8302625" y="4650102"/>
            <a:ext cx="158750" cy="198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00"/>
              </a:buClr>
              <a:buSzPts val="1500"/>
              <a:buFont typeface="Instrument Sans Medium"/>
              <a:buNone/>
            </a:pPr>
            <a:r>
              <a:rPr lang="en-US" sz="1250">
                <a:solidFill>
                  <a:srgbClr val="000000"/>
                </a:solidFill>
                <a:latin typeface="Instrument Sans Medium"/>
                <a:ea typeface="Instrument Sans Medium"/>
                <a:cs typeface="Instrument Sans Medium"/>
                <a:sym typeface="Instrument Sans Medium"/>
              </a:rPr>
              <a:t>3</a:t>
            </a:r>
            <a:endParaRPr sz="1250">
              <a:solidFill>
                <a:schemeClr val="dk1"/>
              </a:solidFill>
              <a:latin typeface="Calibri"/>
              <a:ea typeface="Calibri"/>
              <a:cs typeface="Calibri"/>
              <a:sym typeface="Calibri"/>
            </a:endParaRPr>
          </a:p>
        </p:txBody>
      </p:sp>
      <p:sp>
        <p:nvSpPr>
          <p:cNvPr id="70" name="Google Shape;70;g3e15de89eb8_0_2"/>
          <p:cNvSpPr/>
          <p:nvPr/>
        </p:nvSpPr>
        <p:spPr>
          <a:xfrm>
            <a:off x="5384788" y="5173562"/>
            <a:ext cx="3214500" cy="198500"/>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BFBFBF"/>
              </a:buClr>
              <a:buSzPts val="2400"/>
              <a:buFont typeface="Instrument Sans Medium"/>
              <a:buNone/>
            </a:pPr>
            <a:r>
              <a:rPr lang="en-US" sz="2000">
                <a:solidFill>
                  <a:srgbClr val="BFBFBF"/>
                </a:solidFill>
                <a:latin typeface="Instrument Sans Medium"/>
                <a:ea typeface="Instrument Sans Medium"/>
                <a:cs typeface="Instrument Sans Medium"/>
                <a:sym typeface="Instrument Sans Medium"/>
              </a:rPr>
              <a:t>Reinforcement Learning</a:t>
            </a:r>
            <a:endParaRPr sz="2000">
              <a:solidFill>
                <a:schemeClr val="dk1"/>
              </a:solidFill>
              <a:latin typeface="Calibri"/>
              <a:ea typeface="Calibri"/>
              <a:cs typeface="Calibri"/>
              <a:sym typeface="Calibri"/>
            </a:endParaRPr>
          </a:p>
        </p:txBody>
      </p:sp>
      <p:sp>
        <p:nvSpPr>
          <p:cNvPr id="71" name="Google Shape;71;g3e15de89eb8_0_2"/>
          <p:cNvSpPr/>
          <p:nvPr/>
        </p:nvSpPr>
        <p:spPr>
          <a:xfrm>
            <a:off x="5384800" y="5500985"/>
            <a:ext cx="5994500" cy="52925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BFBFBF"/>
              </a:buClr>
              <a:buSzPts val="1800"/>
              <a:buFont typeface="Open Sans"/>
              <a:buNone/>
            </a:pPr>
            <a:r>
              <a:rPr lang="en-US" sz="1500">
                <a:solidFill>
                  <a:srgbClr val="BFBFBF"/>
                </a:solidFill>
                <a:latin typeface="Open Sans"/>
                <a:ea typeface="Open Sans"/>
                <a:cs typeface="Open Sans"/>
                <a:sym typeface="Open Sans"/>
              </a:rPr>
              <a:t>The model learns by interacting with an environment and receiving rewards or penalties. </a:t>
            </a:r>
            <a:r>
              <a:rPr b="1" lang="en-US" sz="1500">
                <a:solidFill>
                  <a:srgbClr val="BFBFBF"/>
                </a:solidFill>
                <a:latin typeface="Open Sans"/>
                <a:ea typeface="Open Sans"/>
                <a:cs typeface="Open Sans"/>
                <a:sym typeface="Open Sans"/>
              </a:rPr>
              <a:t>Ex:</a:t>
            </a:r>
            <a:r>
              <a:rPr lang="en-US" sz="1500">
                <a:solidFill>
                  <a:srgbClr val="BFBFBF"/>
                </a:solidFill>
                <a:latin typeface="Open Sans"/>
                <a:ea typeface="Open Sans"/>
                <a:cs typeface="Open Sans"/>
                <a:sym typeface="Open Sans"/>
              </a:rPr>
              <a:t> game-playing AI such as AlphaGo</a:t>
            </a:r>
            <a:endParaRPr sz="15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par>
                                <p:cTn fill="hold" nodeType="withEffect" presetClass="entr" presetID="10" presetSubtype="0">
                                  <p:stCondLst>
                                    <p:cond delay="0"/>
                                  </p:stCondLst>
                                  <p:childTnLst>
                                    <p:set>
                                      <p:cBhvr>
                                        <p:cTn dur="1" fill="hold">
                                          <p:stCondLst>
                                            <p:cond delay="0"/>
                                          </p:stCondLst>
                                        </p:cTn>
                                        <p:tgtEl>
                                          <p:spTgt spid="58"/>
                                        </p:tgtEl>
                                        <p:attrNameLst>
                                          <p:attrName>style.visibility</p:attrName>
                                        </p:attrNameLst>
                                      </p:cBhvr>
                                      <p:to>
                                        <p:strVal val="visible"/>
                                      </p:to>
                                    </p:set>
                                    <p:animEffect filter="fade" transition="in">
                                      <p:cBhvr>
                                        <p:cTn dur="500"/>
                                        <p:tgtEl>
                                          <p:spTgt spid="58"/>
                                        </p:tgtEl>
                                      </p:cBhvr>
                                    </p:animEffect>
                                  </p:childTnLst>
                                </p:cTn>
                              </p:par>
                              <p:par>
                                <p:cTn fill="hold" nodeType="with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500"/>
                                        <p:tgtEl>
                                          <p:spTgt spid="59"/>
                                        </p:tgtEl>
                                      </p:cBhvr>
                                    </p:animEffect>
                                  </p:childTnLst>
                                </p:cTn>
                              </p:par>
                              <p:par>
                                <p:cTn fill="hold" nodeType="withEffect" presetClass="entr" presetID="10" presetSubtype="0">
                                  <p:stCondLst>
                                    <p:cond delay="0"/>
                                  </p:stCondLst>
                                  <p:childTnLst>
                                    <p:set>
                                      <p:cBhvr>
                                        <p:cTn dur="1" fill="hold">
                                          <p:stCondLst>
                                            <p:cond delay="0"/>
                                          </p:stCondLst>
                                        </p:cTn>
                                        <p:tgtEl>
                                          <p:spTgt spid="57"/>
                                        </p:tgtEl>
                                        <p:attrNameLst>
                                          <p:attrName>style.visibility</p:attrName>
                                        </p:attrNameLst>
                                      </p:cBhvr>
                                      <p:to>
                                        <p:strVal val="visible"/>
                                      </p:to>
                                    </p:set>
                                    <p:animEffect filter="fade" transition="in">
                                      <p:cBhvr>
                                        <p:cTn dur="500"/>
                                        <p:tgtEl>
                                          <p:spTgt spid="57"/>
                                        </p:tgtEl>
                                      </p:cBhvr>
                                    </p:animEffect>
                                  </p:childTnLst>
                                </p:cTn>
                              </p:par>
                              <p:par>
                                <p:cTn fill="hold" nodeType="with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gtEl>
                                        <p:attrNameLst>
                                          <p:attrName>style.visibility</p:attrName>
                                        </p:attrNameLst>
                                      </p:cBhvr>
                                      <p:to>
                                        <p:strVal val="visible"/>
                                      </p:to>
                                    </p:set>
                                    <p:animEffect filter="fade" transition="in">
                                      <p:cBhvr>
                                        <p:cTn dur="500"/>
                                        <p:tgtEl>
                                          <p:spTgt spid="61"/>
                                        </p:tgtEl>
                                      </p:cBhvr>
                                    </p:animEffect>
                                  </p:childTnLst>
                                </p:cTn>
                              </p:par>
                              <p:par>
                                <p:cTn fill="hold" nodeType="with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500"/>
                                        <p:tgtEl>
                                          <p:spTgt spid="64"/>
                                        </p:tgtEl>
                                      </p:cBhvr>
                                    </p:animEffect>
                                  </p:childTnLst>
                                </p:cTn>
                              </p:par>
                              <p:par>
                                <p:cTn fill="hold" nodeType="withEffect" presetClass="entr" presetID="10" presetSubtype="0">
                                  <p:stCondLst>
                                    <p:cond delay="0"/>
                                  </p:stCondLst>
                                  <p:childTnLst>
                                    <p:set>
                                      <p:cBhvr>
                                        <p:cTn dur="1" fill="hold">
                                          <p:stCondLst>
                                            <p:cond delay="0"/>
                                          </p:stCondLst>
                                        </p:cTn>
                                        <p:tgtEl>
                                          <p:spTgt spid="65"/>
                                        </p:tgtEl>
                                        <p:attrNameLst>
                                          <p:attrName>style.visibility</p:attrName>
                                        </p:attrNameLst>
                                      </p:cBhvr>
                                      <p:to>
                                        <p:strVal val="visible"/>
                                      </p:to>
                                    </p:set>
                                    <p:animEffect filter="fade" transition="in">
                                      <p:cBhvr>
                                        <p:cTn dur="500"/>
                                        <p:tgtEl>
                                          <p:spTgt spid="65"/>
                                        </p:tgtEl>
                                      </p:cBhvr>
                                    </p:animEffect>
                                  </p:childTnLst>
                                </p:cTn>
                              </p:par>
                              <p:par>
                                <p:cTn fill="hold" nodeType="with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500"/>
                                        <p:tgtEl>
                                          <p:spTgt spid="62"/>
                                        </p:tgtEl>
                                      </p:cBhvr>
                                    </p:animEffect>
                                  </p:childTnLst>
                                </p:cTn>
                              </p:par>
                              <p:par>
                                <p:cTn fill="hold" nodeType="with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500"/>
                                        <p:tgtEl>
                                          <p:spTgt spid="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500"/>
                                        <p:tgtEl>
                                          <p:spTgt spid="67"/>
                                        </p:tgtEl>
                                      </p:cBhvr>
                                    </p:animEffect>
                                  </p:childTnLst>
                                </p:cTn>
                              </p:par>
                              <p:par>
                                <p:cTn fill="hold" nodeType="with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par>
                                <p:cTn fill="hold" nodeType="with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500"/>
                                        <p:tgtEl>
                                          <p:spTgt spid="71"/>
                                        </p:tgtEl>
                                      </p:cBhvr>
                                    </p:animEffect>
                                  </p:childTnLst>
                                </p:cTn>
                              </p:par>
                              <p:par>
                                <p:cTn fill="hold" nodeType="with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500"/>
                                        <p:tgtEl>
                                          <p:spTgt spid="68"/>
                                        </p:tgtEl>
                                      </p:cBhvr>
                                    </p:animEffect>
                                  </p:childTnLst>
                                </p:cTn>
                              </p:par>
                              <p:par>
                                <p:cTn fill="hold" nodeType="with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e15de89eb8_0_342"/>
          <p:cNvSpPr/>
          <p:nvPr/>
        </p:nvSpPr>
        <p:spPr>
          <a:xfrm>
            <a:off x="1715766" y="327618"/>
            <a:ext cx="10111000" cy="10335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FEFEFE"/>
              </a:buClr>
              <a:buSzPts val="3900"/>
              <a:buFont typeface="Instrument Sans Medium"/>
              <a:buNone/>
            </a:pPr>
            <a:r>
              <a:rPr lang="en-US" sz="3250">
                <a:solidFill>
                  <a:srgbClr val="FEFEFE"/>
                </a:solidFill>
                <a:latin typeface="Instrument Sans Medium"/>
                <a:ea typeface="Instrument Sans Medium"/>
                <a:cs typeface="Instrument Sans Medium"/>
                <a:sym typeface="Instrument Sans Medium"/>
              </a:rPr>
              <a:t>Supervised Learning Classification Example</a:t>
            </a:r>
            <a:endParaRPr sz="3250">
              <a:solidFill>
                <a:schemeClr val="dk1"/>
              </a:solidFill>
              <a:latin typeface="Calibri"/>
              <a:ea typeface="Calibri"/>
              <a:cs typeface="Calibri"/>
              <a:sym typeface="Calibri"/>
            </a:endParaRPr>
          </a:p>
        </p:txBody>
      </p:sp>
      <p:pic>
        <p:nvPicPr>
          <p:cNvPr id="78" name="Google Shape;78;g3e15de89eb8_0_342"/>
          <p:cNvPicPr preferRelativeResize="0"/>
          <p:nvPr/>
        </p:nvPicPr>
        <p:blipFill rotWithShape="1">
          <a:blip r:embed="rId3">
            <a:alphaModFix/>
          </a:blip>
          <a:srcRect b="0" l="0" r="0" t="0"/>
          <a:stretch/>
        </p:blipFill>
        <p:spPr>
          <a:xfrm>
            <a:off x="1221288" y="1300940"/>
            <a:ext cx="9652964" cy="4795058"/>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e15de89eb8_0_464"/>
          <p:cNvSpPr/>
          <p:nvPr/>
        </p:nvSpPr>
        <p:spPr>
          <a:xfrm>
            <a:off x="2251402" y="334914"/>
            <a:ext cx="7689250" cy="10335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FEFEFE"/>
              </a:buClr>
              <a:buSzPts val="3900"/>
              <a:buFont typeface="Instrument Sans Medium"/>
              <a:buNone/>
            </a:pPr>
            <a:r>
              <a:rPr lang="en-US" sz="3250">
                <a:solidFill>
                  <a:srgbClr val="FEFEFE"/>
                </a:solidFill>
                <a:latin typeface="Instrument Sans Medium"/>
                <a:ea typeface="Instrument Sans Medium"/>
                <a:cs typeface="Instrument Sans Medium"/>
                <a:sym typeface="Instrument Sans Medium"/>
              </a:rPr>
              <a:t>Unsupervised Clustering Example</a:t>
            </a:r>
            <a:endParaRPr sz="3250">
              <a:solidFill>
                <a:schemeClr val="dk1"/>
              </a:solidFill>
              <a:latin typeface="Calibri"/>
              <a:ea typeface="Calibri"/>
              <a:cs typeface="Calibri"/>
              <a:sym typeface="Calibri"/>
            </a:endParaRPr>
          </a:p>
        </p:txBody>
      </p:sp>
      <p:pic>
        <p:nvPicPr>
          <p:cNvPr descr="A computer screen with different balls" id="85" name="Google Shape;85;g3e15de89eb8_0_464"/>
          <p:cNvPicPr preferRelativeResize="0"/>
          <p:nvPr/>
        </p:nvPicPr>
        <p:blipFill rotWithShape="1">
          <a:blip r:embed="rId3">
            <a:alphaModFix/>
          </a:blip>
          <a:srcRect b="0" l="0" r="0" t="0"/>
          <a:stretch/>
        </p:blipFill>
        <p:spPr>
          <a:xfrm>
            <a:off x="1258845" y="1340291"/>
            <a:ext cx="9674310" cy="4177417"/>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preencoded.png" id="91" name="Google Shape;91;g3e15de89eb8_0_586"/>
          <p:cNvPicPr preferRelativeResize="0"/>
          <p:nvPr/>
        </p:nvPicPr>
        <p:blipFill rotWithShape="1">
          <a:blip r:embed="rId3">
            <a:alphaModFix/>
          </a:blip>
          <a:srcRect b="0" l="0" r="0" t="0"/>
          <a:stretch/>
        </p:blipFill>
        <p:spPr>
          <a:xfrm>
            <a:off x="0" y="1"/>
            <a:ext cx="12192001" cy="1356986"/>
          </a:xfrm>
          <a:prstGeom prst="rect">
            <a:avLst/>
          </a:prstGeom>
          <a:noFill/>
          <a:ln>
            <a:noFill/>
          </a:ln>
        </p:spPr>
      </p:pic>
      <p:sp>
        <p:nvSpPr>
          <p:cNvPr id="92" name="Google Shape;92;g3e15de89eb8_0_586"/>
          <p:cNvSpPr/>
          <p:nvPr/>
        </p:nvSpPr>
        <p:spPr>
          <a:xfrm>
            <a:off x="2227245" y="1510571"/>
            <a:ext cx="6745000" cy="51675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FEFEFE"/>
              </a:buClr>
              <a:buSzPts val="3900"/>
              <a:buFont typeface="Instrument Sans Medium"/>
              <a:buNone/>
            </a:pPr>
            <a:r>
              <a:rPr lang="en-US" sz="3250">
                <a:solidFill>
                  <a:srgbClr val="FEFEFE"/>
                </a:solidFill>
                <a:latin typeface="Instrument Sans Medium"/>
                <a:ea typeface="Instrument Sans Medium"/>
                <a:cs typeface="Instrument Sans Medium"/>
                <a:sym typeface="Instrument Sans Medium"/>
              </a:rPr>
              <a:t>Reinforcement example – Pac-Man</a:t>
            </a:r>
            <a:endParaRPr sz="3250">
              <a:solidFill>
                <a:schemeClr val="dk1"/>
              </a:solidFill>
              <a:latin typeface="Calibri"/>
              <a:ea typeface="Calibri"/>
              <a:cs typeface="Calibri"/>
              <a:sym typeface="Calibri"/>
            </a:endParaRPr>
          </a:p>
        </p:txBody>
      </p:sp>
      <p:pic>
        <p:nvPicPr>
          <p:cNvPr descr="Project link:&#10;https://github.com/tychovdo/PacmanDQN" id="93" name="Google Shape;93;g3e15de89eb8_0_586" title="Deep Reinforcement Learning in Pac-man">
            <a:hlinkClick r:id="rId4"/>
          </p:cNvPr>
          <p:cNvPicPr preferRelativeResize="0"/>
          <p:nvPr/>
        </p:nvPicPr>
        <p:blipFill>
          <a:blip r:embed="rId5">
            <a:alphaModFix/>
          </a:blip>
          <a:stretch>
            <a:fillRect/>
          </a:stretch>
        </p:blipFill>
        <p:spPr>
          <a:xfrm>
            <a:off x="2001354" y="2180898"/>
            <a:ext cx="8189292" cy="46064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10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descr="preencoded.png" id="98" name="Google Shape;98;g3e15de89eb8_0_198"/>
          <p:cNvPicPr preferRelativeResize="0"/>
          <p:nvPr/>
        </p:nvPicPr>
        <p:blipFill rotWithShape="1">
          <a:blip r:embed="rId3">
            <a:alphaModFix/>
          </a:blip>
          <a:srcRect b="0" l="0" r="0" t="0"/>
          <a:stretch/>
        </p:blipFill>
        <p:spPr>
          <a:xfrm>
            <a:off x="572011" y="1815430"/>
            <a:ext cx="11047978" cy="4531394"/>
          </a:xfrm>
          <a:prstGeom prst="rect">
            <a:avLst/>
          </a:prstGeom>
          <a:noFill/>
          <a:ln>
            <a:noFill/>
          </a:ln>
        </p:spPr>
      </p:pic>
      <p:sp>
        <p:nvSpPr>
          <p:cNvPr id="99" name="Google Shape;99;g3e15de89eb8_0_198"/>
          <p:cNvSpPr/>
          <p:nvPr/>
        </p:nvSpPr>
        <p:spPr>
          <a:xfrm>
            <a:off x="808742" y="538278"/>
            <a:ext cx="8920500" cy="51675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FEFEFE"/>
              </a:buClr>
              <a:buSzPts val="3900"/>
              <a:buFont typeface="Instrument Sans Medium"/>
              <a:buNone/>
            </a:pPr>
            <a:r>
              <a:rPr lang="en-US" sz="3250">
                <a:solidFill>
                  <a:srgbClr val="FEFEFE"/>
                </a:solidFill>
                <a:latin typeface="Instrument Sans Medium"/>
                <a:ea typeface="Instrument Sans Medium"/>
                <a:cs typeface="Instrument Sans Medium"/>
                <a:sym typeface="Instrument Sans Medium"/>
              </a:rPr>
              <a:t>Supervised Learning with Statistical Data</a:t>
            </a:r>
            <a:endParaRPr sz="3250">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e15de89eb8_0_202"/>
          <p:cNvSpPr/>
          <p:nvPr/>
        </p:nvSpPr>
        <p:spPr>
          <a:xfrm>
            <a:off x="734560" y="193129"/>
            <a:ext cx="8469500" cy="465250"/>
          </a:xfrm>
          <a:prstGeom prst="rect">
            <a:avLst/>
          </a:prstGeom>
          <a:noFill/>
          <a:ln>
            <a:noFill/>
          </a:ln>
        </p:spPr>
        <p:txBody>
          <a:bodyPr anchorCtr="0" anchor="t" bIns="0" lIns="0" spcFirstLastPara="1" rIns="0" wrap="square" tIns="0">
            <a:noAutofit/>
          </a:bodyPr>
          <a:lstStyle/>
          <a:p>
            <a:pPr indent="0" lvl="0" marL="0" marR="0" rtl="0" algn="l">
              <a:lnSpc>
                <a:spcPct val="124285"/>
              </a:lnSpc>
              <a:spcBef>
                <a:spcPts val="0"/>
              </a:spcBef>
              <a:spcAft>
                <a:spcPts val="0"/>
              </a:spcAft>
              <a:buClr>
                <a:srgbClr val="FEFEFE"/>
              </a:buClr>
              <a:buSzPts val="3500"/>
              <a:buFont typeface="Instrument Sans Medium"/>
              <a:buNone/>
            </a:pPr>
            <a:r>
              <a:rPr lang="en-US" sz="2917">
                <a:solidFill>
                  <a:srgbClr val="FEFEFE"/>
                </a:solidFill>
                <a:latin typeface="Instrument Sans Medium"/>
                <a:ea typeface="Instrument Sans Medium"/>
                <a:cs typeface="Instrument Sans Medium"/>
                <a:sym typeface="Instrument Sans Medium"/>
              </a:rPr>
              <a:t>Key Machine Learning Terms</a:t>
            </a:r>
            <a:endParaRPr sz="2917">
              <a:solidFill>
                <a:schemeClr val="dk1"/>
              </a:solidFill>
              <a:latin typeface="Calibri"/>
              <a:ea typeface="Calibri"/>
              <a:cs typeface="Calibri"/>
              <a:sym typeface="Calibri"/>
            </a:endParaRPr>
          </a:p>
        </p:txBody>
      </p:sp>
      <p:sp>
        <p:nvSpPr>
          <p:cNvPr id="106" name="Google Shape;106;g3e15de89eb8_0_202"/>
          <p:cNvSpPr/>
          <p:nvPr/>
        </p:nvSpPr>
        <p:spPr>
          <a:xfrm>
            <a:off x="734560" y="881509"/>
            <a:ext cx="5360000" cy="1452750"/>
          </a:xfrm>
          <a:prstGeom prst="roundRect">
            <a:avLst>
              <a:gd fmla="val 1537" name="adj"/>
            </a:avLst>
          </a:prstGeom>
          <a:solidFill>
            <a:srgbClr val="3E3E3E"/>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333">
              <a:solidFill>
                <a:schemeClr val="dk1"/>
              </a:solidFill>
              <a:latin typeface="Calibri"/>
              <a:ea typeface="Calibri"/>
              <a:cs typeface="Calibri"/>
              <a:sym typeface="Calibri"/>
            </a:endParaRPr>
          </a:p>
        </p:txBody>
      </p:sp>
      <p:sp>
        <p:nvSpPr>
          <p:cNvPr id="107" name="Google Shape;107;g3e15de89eb8_0_202"/>
          <p:cNvSpPr/>
          <p:nvPr/>
        </p:nvSpPr>
        <p:spPr>
          <a:xfrm>
            <a:off x="883388" y="1030338"/>
            <a:ext cx="446500" cy="446500"/>
          </a:xfrm>
          <a:prstGeom prst="roundRect">
            <a:avLst>
              <a:gd fmla="val 17064968" name="adj"/>
            </a:avLst>
          </a:prstGeom>
          <a:solidFill>
            <a:srgbClr val="F5F547"/>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333">
              <a:solidFill>
                <a:schemeClr val="dk1"/>
              </a:solidFill>
              <a:latin typeface="Calibri"/>
              <a:ea typeface="Calibri"/>
              <a:cs typeface="Calibri"/>
              <a:sym typeface="Calibri"/>
            </a:endParaRPr>
          </a:p>
        </p:txBody>
      </p:sp>
      <p:sp>
        <p:nvSpPr>
          <p:cNvPr descr="preencoded.png" id="108" name="Google Shape;108;g3e15de89eb8_0_202"/>
          <p:cNvSpPr/>
          <p:nvPr/>
        </p:nvSpPr>
        <p:spPr>
          <a:xfrm>
            <a:off x="1006122" y="1153071"/>
            <a:ext cx="201000" cy="201000"/>
          </a:xfrm>
          <a:prstGeom prst="rect">
            <a:avLst/>
          </a:prstGeom>
          <a:noFill/>
          <a:ln>
            <a:noFill/>
          </a:ln>
        </p:spPr>
      </p:sp>
      <p:sp>
        <p:nvSpPr>
          <p:cNvPr id="109" name="Google Shape;109;g3e15de89eb8_0_202"/>
          <p:cNvSpPr/>
          <p:nvPr/>
        </p:nvSpPr>
        <p:spPr>
          <a:xfrm>
            <a:off x="883388" y="1625650"/>
            <a:ext cx="1860750" cy="232500"/>
          </a:xfrm>
          <a:prstGeom prst="rect">
            <a:avLst/>
          </a:prstGeom>
          <a:noFill/>
          <a:ln>
            <a:noFill/>
          </a:ln>
        </p:spPr>
        <p:txBody>
          <a:bodyPr anchorCtr="0" anchor="t" bIns="0" lIns="0" spcFirstLastPara="1" rIns="0" wrap="square" tIns="0">
            <a:noAutofit/>
          </a:bodyPr>
          <a:lstStyle/>
          <a:p>
            <a:pPr indent="0" lvl="0" marL="0" marR="0" rtl="0" algn="l">
              <a:lnSpc>
                <a:spcPct val="89583"/>
              </a:lnSpc>
              <a:spcBef>
                <a:spcPts val="0"/>
              </a:spcBef>
              <a:spcAft>
                <a:spcPts val="0"/>
              </a:spcAft>
              <a:buClr>
                <a:srgbClr val="BFBFBF"/>
              </a:buClr>
              <a:buSzPts val="2400"/>
              <a:buFont typeface="Instrument Sans Medium"/>
              <a:buNone/>
            </a:pPr>
            <a:r>
              <a:rPr lang="en-US" sz="2000">
                <a:solidFill>
                  <a:srgbClr val="BFBFBF"/>
                </a:solidFill>
                <a:latin typeface="Instrument Sans Medium"/>
                <a:ea typeface="Instrument Sans Medium"/>
                <a:cs typeface="Instrument Sans Medium"/>
                <a:sym typeface="Instrument Sans Medium"/>
              </a:rPr>
              <a:t>Training</a:t>
            </a:r>
            <a:endParaRPr sz="2000">
              <a:solidFill>
                <a:schemeClr val="dk1"/>
              </a:solidFill>
              <a:latin typeface="Calibri"/>
              <a:ea typeface="Calibri"/>
              <a:cs typeface="Calibri"/>
              <a:sym typeface="Calibri"/>
            </a:endParaRPr>
          </a:p>
        </p:txBody>
      </p:sp>
      <p:sp>
        <p:nvSpPr>
          <p:cNvPr id="110" name="Google Shape;110;g3e15de89eb8_0_202"/>
          <p:cNvSpPr/>
          <p:nvPr/>
        </p:nvSpPr>
        <p:spPr>
          <a:xfrm>
            <a:off x="883388" y="1947416"/>
            <a:ext cx="5062500" cy="238250"/>
          </a:xfrm>
          <a:prstGeom prst="rect">
            <a:avLst/>
          </a:prstGeom>
          <a:noFill/>
          <a:ln>
            <a:noFill/>
          </a:ln>
        </p:spPr>
        <p:txBody>
          <a:bodyPr anchorCtr="0" anchor="t" bIns="0" lIns="0" spcFirstLastPara="1" rIns="0" wrap="square" tIns="0">
            <a:noAutofit/>
          </a:bodyPr>
          <a:lstStyle/>
          <a:p>
            <a:pPr indent="0" lvl="0" marL="0" marR="0" rtl="0" algn="l">
              <a:lnSpc>
                <a:spcPct val="118421"/>
              </a:lnSpc>
              <a:spcBef>
                <a:spcPts val="0"/>
              </a:spcBef>
              <a:spcAft>
                <a:spcPts val="0"/>
              </a:spcAft>
              <a:buClr>
                <a:srgbClr val="BFBFBF"/>
              </a:buClr>
              <a:buSzPts val="1900"/>
              <a:buFont typeface="Open Sans"/>
              <a:buNone/>
            </a:pPr>
            <a:r>
              <a:rPr lang="en-US" sz="1583">
                <a:solidFill>
                  <a:srgbClr val="BFBFBF"/>
                </a:solidFill>
                <a:latin typeface="Open Sans"/>
                <a:ea typeface="Open Sans"/>
                <a:cs typeface="Open Sans"/>
                <a:sym typeface="Open Sans"/>
              </a:rPr>
              <a:t>The process of using data to teach the model patterns</a:t>
            </a:r>
            <a:endParaRPr sz="1583">
              <a:solidFill>
                <a:schemeClr val="dk1"/>
              </a:solidFill>
              <a:latin typeface="Calibri"/>
              <a:ea typeface="Calibri"/>
              <a:cs typeface="Calibri"/>
              <a:sym typeface="Calibri"/>
            </a:endParaRPr>
          </a:p>
        </p:txBody>
      </p:sp>
      <p:sp>
        <p:nvSpPr>
          <p:cNvPr id="111" name="Google Shape;111;g3e15de89eb8_0_202"/>
          <p:cNvSpPr/>
          <p:nvPr/>
        </p:nvSpPr>
        <p:spPr>
          <a:xfrm>
            <a:off x="6243482" y="881509"/>
            <a:ext cx="5360000" cy="1452750"/>
          </a:xfrm>
          <a:prstGeom prst="roundRect">
            <a:avLst>
              <a:gd fmla="val 1537" name="adj"/>
            </a:avLst>
          </a:prstGeom>
          <a:solidFill>
            <a:srgbClr val="3E3E3E"/>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333">
              <a:solidFill>
                <a:schemeClr val="dk1"/>
              </a:solidFill>
              <a:latin typeface="Calibri"/>
              <a:ea typeface="Calibri"/>
              <a:cs typeface="Calibri"/>
              <a:sym typeface="Calibri"/>
            </a:endParaRPr>
          </a:p>
        </p:txBody>
      </p:sp>
      <p:sp>
        <p:nvSpPr>
          <p:cNvPr id="112" name="Google Shape;112;g3e15de89eb8_0_202"/>
          <p:cNvSpPr/>
          <p:nvPr/>
        </p:nvSpPr>
        <p:spPr>
          <a:xfrm>
            <a:off x="6392311" y="1030338"/>
            <a:ext cx="446500" cy="446500"/>
          </a:xfrm>
          <a:prstGeom prst="roundRect">
            <a:avLst>
              <a:gd fmla="val 17064968" name="adj"/>
            </a:avLst>
          </a:prstGeom>
          <a:solidFill>
            <a:srgbClr val="F5F547"/>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333">
              <a:solidFill>
                <a:schemeClr val="dk1"/>
              </a:solidFill>
              <a:latin typeface="Calibri"/>
              <a:ea typeface="Calibri"/>
              <a:cs typeface="Calibri"/>
              <a:sym typeface="Calibri"/>
            </a:endParaRPr>
          </a:p>
        </p:txBody>
      </p:sp>
      <p:sp>
        <p:nvSpPr>
          <p:cNvPr descr="preencoded.png" id="113" name="Google Shape;113;g3e15de89eb8_0_202"/>
          <p:cNvSpPr/>
          <p:nvPr/>
        </p:nvSpPr>
        <p:spPr>
          <a:xfrm>
            <a:off x="6515044" y="1153071"/>
            <a:ext cx="201000" cy="201000"/>
          </a:xfrm>
          <a:prstGeom prst="rect">
            <a:avLst/>
          </a:prstGeom>
          <a:noFill/>
          <a:ln>
            <a:noFill/>
          </a:ln>
        </p:spPr>
      </p:sp>
      <p:sp>
        <p:nvSpPr>
          <p:cNvPr id="114" name="Google Shape;114;g3e15de89eb8_0_202"/>
          <p:cNvSpPr/>
          <p:nvPr/>
        </p:nvSpPr>
        <p:spPr>
          <a:xfrm>
            <a:off x="6392311" y="1625650"/>
            <a:ext cx="1860750" cy="232500"/>
          </a:xfrm>
          <a:prstGeom prst="rect">
            <a:avLst/>
          </a:prstGeom>
          <a:noFill/>
          <a:ln>
            <a:noFill/>
          </a:ln>
        </p:spPr>
        <p:txBody>
          <a:bodyPr anchorCtr="0" anchor="t" bIns="0" lIns="0" spcFirstLastPara="1" rIns="0" wrap="square" tIns="0">
            <a:noAutofit/>
          </a:bodyPr>
          <a:lstStyle/>
          <a:p>
            <a:pPr indent="0" lvl="0" marL="0" marR="0" rtl="0" algn="l">
              <a:lnSpc>
                <a:spcPct val="89583"/>
              </a:lnSpc>
              <a:spcBef>
                <a:spcPts val="0"/>
              </a:spcBef>
              <a:spcAft>
                <a:spcPts val="0"/>
              </a:spcAft>
              <a:buClr>
                <a:srgbClr val="BFBFBF"/>
              </a:buClr>
              <a:buSzPts val="2400"/>
              <a:buFont typeface="Instrument Sans Medium"/>
              <a:buNone/>
            </a:pPr>
            <a:r>
              <a:rPr lang="en-US" sz="2000">
                <a:solidFill>
                  <a:srgbClr val="BFBFBF"/>
                </a:solidFill>
                <a:latin typeface="Instrument Sans Medium"/>
                <a:ea typeface="Instrument Sans Medium"/>
                <a:cs typeface="Instrument Sans Medium"/>
                <a:sym typeface="Instrument Sans Medium"/>
              </a:rPr>
              <a:t>Prediction</a:t>
            </a:r>
            <a:endParaRPr sz="2000">
              <a:solidFill>
                <a:schemeClr val="dk1"/>
              </a:solidFill>
              <a:latin typeface="Calibri"/>
              <a:ea typeface="Calibri"/>
              <a:cs typeface="Calibri"/>
              <a:sym typeface="Calibri"/>
            </a:endParaRPr>
          </a:p>
        </p:txBody>
      </p:sp>
      <p:sp>
        <p:nvSpPr>
          <p:cNvPr id="115" name="Google Shape;115;g3e15de89eb8_0_202"/>
          <p:cNvSpPr/>
          <p:nvPr/>
        </p:nvSpPr>
        <p:spPr>
          <a:xfrm>
            <a:off x="6392311" y="1947416"/>
            <a:ext cx="5062500" cy="238250"/>
          </a:xfrm>
          <a:prstGeom prst="rect">
            <a:avLst/>
          </a:prstGeom>
          <a:noFill/>
          <a:ln>
            <a:noFill/>
          </a:ln>
        </p:spPr>
        <p:txBody>
          <a:bodyPr anchorCtr="0" anchor="t" bIns="0" lIns="0" spcFirstLastPara="1" rIns="0" wrap="square" tIns="0">
            <a:noAutofit/>
          </a:bodyPr>
          <a:lstStyle/>
          <a:p>
            <a:pPr indent="0" lvl="0" marL="0" marR="0" rtl="0" algn="l">
              <a:lnSpc>
                <a:spcPct val="118421"/>
              </a:lnSpc>
              <a:spcBef>
                <a:spcPts val="0"/>
              </a:spcBef>
              <a:spcAft>
                <a:spcPts val="0"/>
              </a:spcAft>
              <a:buClr>
                <a:srgbClr val="BFBFBF"/>
              </a:buClr>
              <a:buSzPts val="1900"/>
              <a:buFont typeface="Open Sans"/>
              <a:buNone/>
            </a:pPr>
            <a:r>
              <a:rPr lang="en-US" sz="1583">
                <a:solidFill>
                  <a:srgbClr val="BFBFBF"/>
                </a:solidFill>
                <a:latin typeface="Open Sans"/>
                <a:ea typeface="Open Sans"/>
                <a:cs typeface="Open Sans"/>
                <a:sym typeface="Open Sans"/>
              </a:rPr>
              <a:t>The output produced by a trained model on new data</a:t>
            </a:r>
            <a:endParaRPr sz="1583">
              <a:solidFill>
                <a:schemeClr val="dk1"/>
              </a:solidFill>
              <a:latin typeface="Calibri"/>
              <a:ea typeface="Calibri"/>
              <a:cs typeface="Calibri"/>
              <a:sym typeface="Calibri"/>
            </a:endParaRPr>
          </a:p>
        </p:txBody>
      </p:sp>
      <p:sp>
        <p:nvSpPr>
          <p:cNvPr id="116" name="Google Shape;116;g3e15de89eb8_0_202"/>
          <p:cNvSpPr/>
          <p:nvPr/>
        </p:nvSpPr>
        <p:spPr>
          <a:xfrm>
            <a:off x="734560" y="2483198"/>
            <a:ext cx="5360000" cy="1691000"/>
          </a:xfrm>
          <a:prstGeom prst="roundRect">
            <a:avLst>
              <a:gd fmla="val 1320" name="adj"/>
            </a:avLst>
          </a:prstGeom>
          <a:solidFill>
            <a:srgbClr val="3E3E3E"/>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333">
              <a:solidFill>
                <a:schemeClr val="dk1"/>
              </a:solidFill>
              <a:latin typeface="Calibri"/>
              <a:ea typeface="Calibri"/>
              <a:cs typeface="Calibri"/>
              <a:sym typeface="Calibri"/>
            </a:endParaRPr>
          </a:p>
        </p:txBody>
      </p:sp>
      <p:sp>
        <p:nvSpPr>
          <p:cNvPr id="117" name="Google Shape;117;g3e15de89eb8_0_202"/>
          <p:cNvSpPr/>
          <p:nvPr/>
        </p:nvSpPr>
        <p:spPr>
          <a:xfrm>
            <a:off x="883388" y="2632025"/>
            <a:ext cx="446500" cy="446500"/>
          </a:xfrm>
          <a:prstGeom prst="roundRect">
            <a:avLst>
              <a:gd fmla="val 17064968" name="adj"/>
            </a:avLst>
          </a:prstGeom>
          <a:solidFill>
            <a:srgbClr val="F5F547"/>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333">
              <a:solidFill>
                <a:schemeClr val="dk1"/>
              </a:solidFill>
              <a:latin typeface="Calibri"/>
              <a:ea typeface="Calibri"/>
              <a:cs typeface="Calibri"/>
              <a:sym typeface="Calibri"/>
            </a:endParaRPr>
          </a:p>
        </p:txBody>
      </p:sp>
      <p:sp>
        <p:nvSpPr>
          <p:cNvPr descr="preencoded.png" id="118" name="Google Shape;118;g3e15de89eb8_0_202"/>
          <p:cNvSpPr/>
          <p:nvPr/>
        </p:nvSpPr>
        <p:spPr>
          <a:xfrm>
            <a:off x="1006122" y="2754759"/>
            <a:ext cx="201000" cy="201000"/>
          </a:xfrm>
          <a:prstGeom prst="rect">
            <a:avLst/>
          </a:prstGeom>
          <a:noFill/>
          <a:ln>
            <a:noFill/>
          </a:ln>
        </p:spPr>
      </p:sp>
      <p:sp>
        <p:nvSpPr>
          <p:cNvPr id="119" name="Google Shape;119;g3e15de89eb8_0_202"/>
          <p:cNvSpPr/>
          <p:nvPr/>
        </p:nvSpPr>
        <p:spPr>
          <a:xfrm>
            <a:off x="883388" y="3227338"/>
            <a:ext cx="1860750" cy="232500"/>
          </a:xfrm>
          <a:prstGeom prst="rect">
            <a:avLst/>
          </a:prstGeom>
          <a:noFill/>
          <a:ln>
            <a:noFill/>
          </a:ln>
        </p:spPr>
        <p:txBody>
          <a:bodyPr anchorCtr="0" anchor="t" bIns="0" lIns="0" spcFirstLastPara="1" rIns="0" wrap="square" tIns="0">
            <a:noAutofit/>
          </a:bodyPr>
          <a:lstStyle/>
          <a:p>
            <a:pPr indent="0" lvl="0" marL="0" marR="0" rtl="0" algn="l">
              <a:lnSpc>
                <a:spcPct val="89583"/>
              </a:lnSpc>
              <a:spcBef>
                <a:spcPts val="0"/>
              </a:spcBef>
              <a:spcAft>
                <a:spcPts val="0"/>
              </a:spcAft>
              <a:buClr>
                <a:srgbClr val="BFBFBF"/>
              </a:buClr>
              <a:buSzPts val="2400"/>
              <a:buFont typeface="Instrument Sans Medium"/>
              <a:buNone/>
            </a:pPr>
            <a:r>
              <a:rPr lang="en-US" sz="2000">
                <a:solidFill>
                  <a:srgbClr val="BFBFBF"/>
                </a:solidFill>
                <a:latin typeface="Instrument Sans Medium"/>
                <a:ea typeface="Instrument Sans Medium"/>
                <a:cs typeface="Instrument Sans Medium"/>
                <a:sym typeface="Instrument Sans Medium"/>
              </a:rPr>
              <a:t>Overfitting</a:t>
            </a:r>
            <a:endParaRPr sz="2000">
              <a:solidFill>
                <a:schemeClr val="dk1"/>
              </a:solidFill>
              <a:latin typeface="Calibri"/>
              <a:ea typeface="Calibri"/>
              <a:cs typeface="Calibri"/>
              <a:sym typeface="Calibri"/>
            </a:endParaRPr>
          </a:p>
        </p:txBody>
      </p:sp>
      <p:sp>
        <p:nvSpPr>
          <p:cNvPr id="120" name="Google Shape;120;g3e15de89eb8_0_202"/>
          <p:cNvSpPr/>
          <p:nvPr/>
        </p:nvSpPr>
        <p:spPr>
          <a:xfrm>
            <a:off x="883388" y="3549104"/>
            <a:ext cx="5062500" cy="47625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BFBFBF"/>
              </a:buClr>
              <a:buSzPts val="2000"/>
              <a:buFont typeface="Open Sans"/>
              <a:buNone/>
            </a:pPr>
            <a:r>
              <a:rPr lang="en-US" sz="1667">
                <a:solidFill>
                  <a:srgbClr val="BFBFBF"/>
                </a:solidFill>
                <a:latin typeface="Open Sans"/>
                <a:ea typeface="Open Sans"/>
                <a:cs typeface="Open Sans"/>
                <a:sym typeface="Open Sans"/>
              </a:rPr>
              <a:t>When a model learns the training data too well and performs poorly on new data</a:t>
            </a:r>
            <a:endParaRPr sz="1667">
              <a:solidFill>
                <a:schemeClr val="dk1"/>
              </a:solidFill>
              <a:latin typeface="Calibri"/>
              <a:ea typeface="Calibri"/>
              <a:cs typeface="Calibri"/>
              <a:sym typeface="Calibri"/>
            </a:endParaRPr>
          </a:p>
        </p:txBody>
      </p:sp>
      <p:sp>
        <p:nvSpPr>
          <p:cNvPr id="121" name="Google Shape;121;g3e15de89eb8_0_202"/>
          <p:cNvSpPr/>
          <p:nvPr/>
        </p:nvSpPr>
        <p:spPr>
          <a:xfrm>
            <a:off x="6243482" y="2483198"/>
            <a:ext cx="5360000" cy="1691000"/>
          </a:xfrm>
          <a:prstGeom prst="roundRect">
            <a:avLst>
              <a:gd fmla="val 1320" name="adj"/>
            </a:avLst>
          </a:prstGeom>
          <a:solidFill>
            <a:srgbClr val="3E3E3E"/>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333">
              <a:solidFill>
                <a:schemeClr val="dk1"/>
              </a:solidFill>
              <a:latin typeface="Calibri"/>
              <a:ea typeface="Calibri"/>
              <a:cs typeface="Calibri"/>
              <a:sym typeface="Calibri"/>
            </a:endParaRPr>
          </a:p>
        </p:txBody>
      </p:sp>
      <p:sp>
        <p:nvSpPr>
          <p:cNvPr id="122" name="Google Shape;122;g3e15de89eb8_0_202"/>
          <p:cNvSpPr/>
          <p:nvPr/>
        </p:nvSpPr>
        <p:spPr>
          <a:xfrm>
            <a:off x="6392311" y="2632025"/>
            <a:ext cx="446500" cy="446500"/>
          </a:xfrm>
          <a:prstGeom prst="roundRect">
            <a:avLst>
              <a:gd fmla="val 17064968" name="adj"/>
            </a:avLst>
          </a:prstGeom>
          <a:solidFill>
            <a:srgbClr val="F5F547"/>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333">
              <a:solidFill>
                <a:schemeClr val="dk1"/>
              </a:solidFill>
              <a:latin typeface="Calibri"/>
              <a:ea typeface="Calibri"/>
              <a:cs typeface="Calibri"/>
              <a:sym typeface="Calibri"/>
            </a:endParaRPr>
          </a:p>
        </p:txBody>
      </p:sp>
      <p:sp>
        <p:nvSpPr>
          <p:cNvPr descr="preencoded.png" id="123" name="Google Shape;123;g3e15de89eb8_0_202"/>
          <p:cNvSpPr/>
          <p:nvPr/>
        </p:nvSpPr>
        <p:spPr>
          <a:xfrm>
            <a:off x="6515044" y="2754759"/>
            <a:ext cx="201000" cy="201000"/>
          </a:xfrm>
          <a:prstGeom prst="rect">
            <a:avLst/>
          </a:prstGeom>
          <a:noFill/>
          <a:ln>
            <a:noFill/>
          </a:ln>
        </p:spPr>
      </p:sp>
      <p:sp>
        <p:nvSpPr>
          <p:cNvPr id="124" name="Google Shape;124;g3e15de89eb8_0_202"/>
          <p:cNvSpPr/>
          <p:nvPr/>
        </p:nvSpPr>
        <p:spPr>
          <a:xfrm>
            <a:off x="6392311" y="3227338"/>
            <a:ext cx="1860750" cy="232500"/>
          </a:xfrm>
          <a:prstGeom prst="rect">
            <a:avLst/>
          </a:prstGeom>
          <a:noFill/>
          <a:ln>
            <a:noFill/>
          </a:ln>
        </p:spPr>
        <p:txBody>
          <a:bodyPr anchorCtr="0" anchor="t" bIns="0" lIns="0" spcFirstLastPara="1" rIns="0" wrap="square" tIns="0">
            <a:noAutofit/>
          </a:bodyPr>
          <a:lstStyle/>
          <a:p>
            <a:pPr indent="0" lvl="0" marL="0" marR="0" rtl="0" algn="l">
              <a:lnSpc>
                <a:spcPct val="89583"/>
              </a:lnSpc>
              <a:spcBef>
                <a:spcPts val="0"/>
              </a:spcBef>
              <a:spcAft>
                <a:spcPts val="0"/>
              </a:spcAft>
              <a:buClr>
                <a:srgbClr val="BFBFBF"/>
              </a:buClr>
              <a:buSzPts val="2400"/>
              <a:buFont typeface="Instrument Sans Medium"/>
              <a:buNone/>
            </a:pPr>
            <a:r>
              <a:rPr lang="en-US" sz="2000">
                <a:solidFill>
                  <a:srgbClr val="BFBFBF"/>
                </a:solidFill>
                <a:latin typeface="Instrument Sans Medium"/>
                <a:ea typeface="Instrument Sans Medium"/>
                <a:cs typeface="Instrument Sans Medium"/>
                <a:sym typeface="Instrument Sans Medium"/>
              </a:rPr>
              <a:t>Underfitting</a:t>
            </a:r>
            <a:endParaRPr sz="2000">
              <a:solidFill>
                <a:schemeClr val="dk1"/>
              </a:solidFill>
              <a:latin typeface="Calibri"/>
              <a:ea typeface="Calibri"/>
              <a:cs typeface="Calibri"/>
              <a:sym typeface="Calibri"/>
            </a:endParaRPr>
          </a:p>
        </p:txBody>
      </p:sp>
      <p:sp>
        <p:nvSpPr>
          <p:cNvPr id="125" name="Google Shape;125;g3e15de89eb8_0_202"/>
          <p:cNvSpPr/>
          <p:nvPr/>
        </p:nvSpPr>
        <p:spPr>
          <a:xfrm>
            <a:off x="6392311" y="3549104"/>
            <a:ext cx="5062500" cy="23825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BFBFBF"/>
              </a:buClr>
              <a:buSzPts val="2000"/>
              <a:buFont typeface="Open Sans"/>
              <a:buNone/>
            </a:pPr>
            <a:r>
              <a:rPr lang="en-US" sz="1667">
                <a:solidFill>
                  <a:srgbClr val="BFBFBF"/>
                </a:solidFill>
                <a:latin typeface="Open Sans"/>
                <a:ea typeface="Open Sans"/>
                <a:cs typeface="Open Sans"/>
                <a:sym typeface="Open Sans"/>
              </a:rPr>
              <a:t>When a model is too simple </a:t>
            </a:r>
            <a:br>
              <a:rPr lang="en-US" sz="1667">
                <a:solidFill>
                  <a:srgbClr val="BFBFBF"/>
                </a:solidFill>
                <a:latin typeface="Open Sans"/>
                <a:ea typeface="Open Sans"/>
                <a:cs typeface="Open Sans"/>
                <a:sym typeface="Open Sans"/>
              </a:rPr>
            </a:br>
            <a:r>
              <a:rPr lang="en-US" sz="1667">
                <a:solidFill>
                  <a:srgbClr val="BFBFBF"/>
                </a:solidFill>
                <a:latin typeface="Open Sans"/>
                <a:ea typeface="Open Sans"/>
                <a:cs typeface="Open Sans"/>
                <a:sym typeface="Open Sans"/>
              </a:rPr>
              <a:t>to capture patterns in the data</a:t>
            </a:r>
            <a:endParaRPr sz="1667">
              <a:solidFill>
                <a:schemeClr val="dk1"/>
              </a:solidFill>
              <a:latin typeface="Calibri"/>
              <a:ea typeface="Calibri"/>
              <a:cs typeface="Calibri"/>
              <a:sym typeface="Calibri"/>
            </a:endParaRPr>
          </a:p>
        </p:txBody>
      </p:sp>
      <p:pic>
        <p:nvPicPr>
          <p:cNvPr id="126" name="Google Shape;126;g3e15de89eb8_0_202"/>
          <p:cNvPicPr preferRelativeResize="0"/>
          <p:nvPr/>
        </p:nvPicPr>
        <p:blipFill rotWithShape="1">
          <a:blip r:embed="rId3">
            <a:alphaModFix/>
          </a:blip>
          <a:srcRect b="38443" l="0" r="0" t="0"/>
          <a:stretch/>
        </p:blipFill>
        <p:spPr>
          <a:xfrm>
            <a:off x="2011125" y="4344454"/>
            <a:ext cx="8167057" cy="23204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par>
                                <p:cTn fill="hold" nodeType="with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par>
                                <p:cTn fill="hold" nodeType="with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par>
                                <p:cTn fill="hold" nodeType="with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par>
                                <p:cTn fill="hold" nodeType="with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par>
                                <p:cTn fill="hold" nodeType="with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par>
                                <p:cTn fill="hold" nodeType="with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par>
                                <p:cTn fill="hold" nodeType="with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par>
                                <p:cTn fill="hold" nodeType="with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par>
                                <p:cTn fill="hold" nodeType="with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par>
                                <p:cTn fill="hold" nodeType="with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par>
                                <p:cTn fill="hold" nodeType="with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par>
                                <p:cTn fill="hold" nodeType="with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par>
                                <p:cTn fill="hold" nodeType="with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par>
                                <p:cTn fill="hold" nodeType="with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par>
                                <p:cTn fill="hold" nodeType="with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e15de89eb8_0_710"/>
          <p:cNvSpPr/>
          <p:nvPr/>
        </p:nvSpPr>
        <p:spPr>
          <a:xfrm>
            <a:off x="476823" y="1610220"/>
            <a:ext cx="4134750" cy="51675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FEFEFE"/>
              </a:buClr>
              <a:buSzPts val="3900"/>
              <a:buFont typeface="Instrument Sans Medium"/>
              <a:buNone/>
            </a:pPr>
            <a:r>
              <a:rPr lang="en-US" sz="3250">
                <a:solidFill>
                  <a:srgbClr val="FEFEFE"/>
                </a:solidFill>
                <a:latin typeface="Instrument Sans Medium"/>
                <a:ea typeface="Instrument Sans Medium"/>
                <a:cs typeface="Instrument Sans Medium"/>
                <a:sym typeface="Instrument Sans Medium"/>
              </a:rPr>
              <a:t>Confusion Matrix</a:t>
            </a:r>
            <a:endParaRPr sz="3250">
              <a:solidFill>
                <a:schemeClr val="dk1"/>
              </a:solidFill>
              <a:latin typeface="Calibri"/>
              <a:ea typeface="Calibri"/>
              <a:cs typeface="Calibri"/>
              <a:sym typeface="Calibri"/>
            </a:endParaRPr>
          </a:p>
        </p:txBody>
      </p:sp>
      <p:sp>
        <p:nvSpPr>
          <p:cNvPr id="133" name="Google Shape;133;g3e15de89eb8_0_710"/>
          <p:cNvSpPr/>
          <p:nvPr/>
        </p:nvSpPr>
        <p:spPr>
          <a:xfrm>
            <a:off x="1041890" y="3844813"/>
            <a:ext cx="1333500" cy="1066750"/>
          </a:xfrm>
          <a:prstGeom prst="rect">
            <a:avLst/>
          </a:prstGeom>
          <a:solidFill>
            <a:schemeClr val="accent6"/>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667">
                <a:solidFill>
                  <a:schemeClr val="lt1"/>
                </a:solidFill>
                <a:latin typeface="Calibri"/>
                <a:ea typeface="Calibri"/>
                <a:cs typeface="Calibri"/>
                <a:sym typeface="Calibri"/>
              </a:rPr>
              <a:t>87 (TN) </a:t>
            </a:r>
            <a:endParaRPr/>
          </a:p>
        </p:txBody>
      </p:sp>
      <p:sp>
        <p:nvSpPr>
          <p:cNvPr id="134" name="Google Shape;134;g3e15de89eb8_0_710"/>
          <p:cNvSpPr/>
          <p:nvPr/>
        </p:nvSpPr>
        <p:spPr>
          <a:xfrm>
            <a:off x="2355295" y="3844813"/>
            <a:ext cx="1333500" cy="1066750"/>
          </a:xfrm>
          <a:prstGeom prst="rect">
            <a:avLst/>
          </a:prstGeom>
          <a:solidFill>
            <a:srgbClr val="FF0000"/>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333">
                <a:solidFill>
                  <a:schemeClr val="lt1"/>
                </a:solidFill>
                <a:latin typeface="Calibri"/>
                <a:ea typeface="Calibri"/>
                <a:cs typeface="Calibri"/>
                <a:sym typeface="Calibri"/>
              </a:rPr>
              <a:t>2 (FP)</a:t>
            </a:r>
            <a:endParaRPr/>
          </a:p>
        </p:txBody>
      </p:sp>
      <p:sp>
        <p:nvSpPr>
          <p:cNvPr id="135" name="Google Shape;135;g3e15de89eb8_0_710"/>
          <p:cNvSpPr/>
          <p:nvPr/>
        </p:nvSpPr>
        <p:spPr>
          <a:xfrm>
            <a:off x="1045183" y="4901579"/>
            <a:ext cx="1333500" cy="1066750"/>
          </a:xfrm>
          <a:prstGeom prst="rect">
            <a:avLst/>
          </a:prstGeom>
          <a:solidFill>
            <a:srgbClr val="FF0000"/>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333">
                <a:solidFill>
                  <a:schemeClr val="lt1"/>
                </a:solidFill>
                <a:latin typeface="Calibri"/>
                <a:ea typeface="Calibri"/>
                <a:cs typeface="Calibri"/>
                <a:sym typeface="Calibri"/>
              </a:rPr>
              <a:t>3 (FN)</a:t>
            </a:r>
            <a:endParaRPr/>
          </a:p>
        </p:txBody>
      </p:sp>
      <p:sp>
        <p:nvSpPr>
          <p:cNvPr id="136" name="Google Shape;136;g3e15de89eb8_0_710"/>
          <p:cNvSpPr/>
          <p:nvPr/>
        </p:nvSpPr>
        <p:spPr>
          <a:xfrm>
            <a:off x="2358588" y="4901579"/>
            <a:ext cx="1333500" cy="1066750"/>
          </a:xfrm>
          <a:prstGeom prst="rect">
            <a:avLst/>
          </a:prstGeom>
          <a:solidFill>
            <a:schemeClr val="accent6"/>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333">
                <a:solidFill>
                  <a:schemeClr val="lt1"/>
                </a:solidFill>
                <a:latin typeface="Calibri"/>
                <a:ea typeface="Calibri"/>
                <a:cs typeface="Calibri"/>
                <a:sym typeface="Calibri"/>
              </a:rPr>
              <a:t>8 (TP)</a:t>
            </a:r>
            <a:endParaRPr/>
          </a:p>
        </p:txBody>
      </p:sp>
      <p:sp>
        <p:nvSpPr>
          <p:cNvPr id="137" name="Google Shape;137;g3e15de89eb8_0_710"/>
          <p:cNvSpPr txBox="1"/>
          <p:nvPr/>
        </p:nvSpPr>
        <p:spPr>
          <a:xfrm>
            <a:off x="1807510" y="3063264"/>
            <a:ext cx="133350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Predicted</a:t>
            </a:r>
            <a:endParaRPr/>
          </a:p>
        </p:txBody>
      </p:sp>
      <p:sp>
        <p:nvSpPr>
          <p:cNvPr id="138" name="Google Shape;138;g3e15de89eb8_0_710"/>
          <p:cNvSpPr txBox="1"/>
          <p:nvPr/>
        </p:nvSpPr>
        <p:spPr>
          <a:xfrm rot="-5400000">
            <a:off x="-39536" y="4540535"/>
            <a:ext cx="984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Actual</a:t>
            </a:r>
            <a:endParaRPr/>
          </a:p>
        </p:txBody>
      </p:sp>
      <p:sp>
        <p:nvSpPr>
          <p:cNvPr id="139" name="Google Shape;139;g3e15de89eb8_0_710"/>
          <p:cNvSpPr txBox="1"/>
          <p:nvPr/>
        </p:nvSpPr>
        <p:spPr>
          <a:xfrm>
            <a:off x="1524573" y="3423414"/>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no</a:t>
            </a:r>
            <a:endParaRPr/>
          </a:p>
        </p:txBody>
      </p:sp>
      <p:sp>
        <p:nvSpPr>
          <p:cNvPr id="140" name="Google Shape;140;g3e15de89eb8_0_710"/>
          <p:cNvSpPr txBox="1"/>
          <p:nvPr/>
        </p:nvSpPr>
        <p:spPr>
          <a:xfrm rot="-5400000">
            <a:off x="549347" y="4185502"/>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no</a:t>
            </a:r>
            <a:endParaRPr/>
          </a:p>
        </p:txBody>
      </p:sp>
      <p:sp>
        <p:nvSpPr>
          <p:cNvPr id="141" name="Google Shape;141;g3e15de89eb8_0_710"/>
          <p:cNvSpPr txBox="1"/>
          <p:nvPr/>
        </p:nvSpPr>
        <p:spPr>
          <a:xfrm rot="-5400000">
            <a:off x="507473" y="4986974"/>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yes</a:t>
            </a:r>
            <a:endParaRPr/>
          </a:p>
        </p:txBody>
      </p:sp>
      <p:sp>
        <p:nvSpPr>
          <p:cNvPr id="142" name="Google Shape;142;g3e15de89eb8_0_710"/>
          <p:cNvSpPr txBox="1"/>
          <p:nvPr/>
        </p:nvSpPr>
        <p:spPr>
          <a:xfrm>
            <a:off x="2739108" y="3400259"/>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yes</a:t>
            </a:r>
            <a:endParaRPr/>
          </a:p>
        </p:txBody>
      </p:sp>
      <p:sp>
        <p:nvSpPr>
          <p:cNvPr id="143" name="Google Shape;143;g3e15de89eb8_0_710"/>
          <p:cNvSpPr txBox="1"/>
          <p:nvPr/>
        </p:nvSpPr>
        <p:spPr>
          <a:xfrm>
            <a:off x="1122273" y="2450478"/>
            <a:ext cx="2569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b="1" lang="en-US" sz="2000" u="sng">
                <a:solidFill>
                  <a:schemeClr val="lt1"/>
                </a:solidFill>
                <a:latin typeface="Calibri"/>
                <a:ea typeface="Calibri"/>
                <a:cs typeface="Calibri"/>
                <a:sym typeface="Calibri"/>
              </a:rPr>
              <a:t>CONFUSION MATRIX</a:t>
            </a:r>
            <a:endParaRPr/>
          </a:p>
        </p:txBody>
      </p:sp>
      <p:sp>
        <p:nvSpPr>
          <p:cNvPr id="144" name="Google Shape;144;g3e15de89eb8_0_710"/>
          <p:cNvSpPr txBox="1"/>
          <p:nvPr/>
        </p:nvSpPr>
        <p:spPr>
          <a:xfrm>
            <a:off x="4207970" y="2295848"/>
            <a:ext cx="8015500" cy="4309750"/>
          </a:xfrm>
          <a:prstGeom prst="rect">
            <a:avLst/>
          </a:prstGeom>
          <a:noFill/>
          <a:ln>
            <a:noFill/>
          </a:ln>
        </p:spPr>
        <p:txBody>
          <a:bodyPr anchorCtr="0" anchor="t" bIns="38083" lIns="76188" spcFirstLastPara="1" rIns="76188" wrap="square" tIns="38083">
            <a:spAutoFit/>
          </a:bodyPr>
          <a:lstStyle/>
          <a:p>
            <a:pPr indent="-238125" lvl="0" marL="238125" marR="0" rtl="0" algn="l">
              <a:spcBef>
                <a:spcPts val="0"/>
              </a:spcBef>
              <a:spcAft>
                <a:spcPts val="0"/>
              </a:spcAft>
              <a:buClr>
                <a:schemeClr val="lt1"/>
              </a:buClr>
              <a:buSzPts val="2800"/>
              <a:buFont typeface="Arial"/>
              <a:buChar char="•"/>
            </a:pPr>
            <a:r>
              <a:rPr lang="en-US" sz="2333">
                <a:solidFill>
                  <a:schemeClr val="lt1"/>
                </a:solidFill>
                <a:latin typeface="Calibri"/>
                <a:ea typeface="Calibri"/>
                <a:cs typeface="Calibri"/>
                <a:sym typeface="Calibri"/>
              </a:rPr>
              <a:t>A </a:t>
            </a:r>
            <a:r>
              <a:rPr b="1" lang="en-US" sz="2333" u="sng">
                <a:solidFill>
                  <a:schemeClr val="lt1"/>
                </a:solidFill>
                <a:latin typeface="Calibri"/>
                <a:ea typeface="Calibri"/>
                <a:cs typeface="Calibri"/>
                <a:sym typeface="Calibri"/>
              </a:rPr>
              <a:t>Confusion Matrix</a:t>
            </a:r>
            <a:r>
              <a:rPr lang="en-US" sz="2333">
                <a:solidFill>
                  <a:schemeClr val="lt1"/>
                </a:solidFill>
                <a:latin typeface="Calibri"/>
                <a:ea typeface="Calibri"/>
                <a:cs typeface="Calibri"/>
                <a:sym typeface="Calibri"/>
              </a:rPr>
              <a:t> compares predicted labels to actual labels.</a:t>
            </a:r>
            <a:endParaRPr/>
          </a:p>
          <a:p>
            <a:pPr indent="-238125" lvl="0" marL="238125" marR="0" rtl="0" algn="l">
              <a:spcBef>
                <a:spcPts val="1000"/>
              </a:spcBef>
              <a:spcAft>
                <a:spcPts val="0"/>
              </a:spcAft>
              <a:buClr>
                <a:schemeClr val="lt1"/>
              </a:buClr>
              <a:buSzPts val="2800"/>
              <a:buFont typeface="Arial"/>
              <a:buChar char="•"/>
            </a:pPr>
            <a:r>
              <a:rPr lang="en-US" sz="2333">
                <a:solidFill>
                  <a:schemeClr val="lt1"/>
                </a:solidFill>
                <a:latin typeface="Calibri"/>
                <a:ea typeface="Calibri"/>
                <a:cs typeface="Calibri"/>
                <a:sym typeface="Calibri"/>
              </a:rPr>
              <a:t>Suppose a model predicts whether a machine will fail during the next shift, across 100 machine shifts.</a:t>
            </a:r>
            <a:endParaRPr/>
          </a:p>
          <a:p>
            <a:pPr indent="-381000" lvl="1" marL="762000" marR="0" rtl="0" algn="l">
              <a:spcBef>
                <a:spcPts val="1000"/>
              </a:spcBef>
              <a:spcAft>
                <a:spcPts val="0"/>
              </a:spcAft>
              <a:buClr>
                <a:schemeClr val="lt1"/>
              </a:buClr>
              <a:buSzPts val="2800"/>
              <a:buFont typeface="Courier New"/>
              <a:buChar char="o"/>
            </a:pPr>
            <a:r>
              <a:rPr b="1" i="0" lang="en-US" sz="2333" u="none" cap="none" strike="noStrike">
                <a:solidFill>
                  <a:schemeClr val="lt1"/>
                </a:solidFill>
                <a:latin typeface="Calibri"/>
                <a:ea typeface="Calibri"/>
                <a:cs typeface="Calibri"/>
                <a:sym typeface="Calibri"/>
              </a:rPr>
              <a:t>87, True Negatives (TN):</a:t>
            </a:r>
            <a:br>
              <a:rPr b="0" i="0" lang="en-US" sz="2333" u="none" cap="none" strike="noStrike">
                <a:solidFill>
                  <a:schemeClr val="lt1"/>
                </a:solidFill>
                <a:latin typeface="Calibri"/>
                <a:ea typeface="Calibri"/>
                <a:cs typeface="Calibri"/>
                <a:sym typeface="Calibri"/>
              </a:rPr>
            </a:br>
            <a:r>
              <a:rPr b="0" i="0" lang="en-US" sz="2333" u="none" cap="none" strike="noStrike">
                <a:solidFill>
                  <a:schemeClr val="lt1"/>
                </a:solidFill>
                <a:latin typeface="Calibri"/>
                <a:ea typeface="Calibri"/>
                <a:cs typeface="Calibri"/>
                <a:sym typeface="Calibri"/>
              </a:rPr>
              <a:t>Healthy machines correctly predicted to keep running.</a:t>
            </a:r>
            <a:endParaRPr/>
          </a:p>
          <a:p>
            <a:pPr indent="-381000" lvl="1" marL="762000" marR="0" rtl="0" algn="l">
              <a:spcBef>
                <a:spcPts val="1000"/>
              </a:spcBef>
              <a:spcAft>
                <a:spcPts val="0"/>
              </a:spcAft>
              <a:buClr>
                <a:schemeClr val="lt1"/>
              </a:buClr>
              <a:buSzPts val="2800"/>
              <a:buFont typeface="Courier New"/>
              <a:buChar char="o"/>
            </a:pPr>
            <a:r>
              <a:rPr b="1" i="0" lang="en-US" sz="2333" u="none" cap="none" strike="noStrike">
                <a:solidFill>
                  <a:schemeClr val="lt1"/>
                </a:solidFill>
                <a:latin typeface="Calibri"/>
                <a:ea typeface="Calibri"/>
                <a:cs typeface="Calibri"/>
                <a:sym typeface="Calibri"/>
              </a:rPr>
              <a:t>2, False Positives (FP):</a:t>
            </a:r>
            <a:br>
              <a:rPr b="0" i="0" lang="en-US" sz="2333" u="none" cap="none" strike="noStrike">
                <a:solidFill>
                  <a:schemeClr val="lt1"/>
                </a:solidFill>
                <a:latin typeface="Calibri"/>
                <a:ea typeface="Calibri"/>
                <a:cs typeface="Calibri"/>
                <a:sym typeface="Calibri"/>
              </a:rPr>
            </a:br>
            <a:r>
              <a:rPr b="0" i="0" lang="en-US" sz="2333" u="none" cap="none" strike="noStrike">
                <a:solidFill>
                  <a:schemeClr val="lt1"/>
                </a:solidFill>
                <a:latin typeface="Calibri"/>
                <a:ea typeface="Calibri"/>
                <a:cs typeface="Calibri"/>
                <a:sym typeface="Calibri"/>
              </a:rPr>
              <a:t>False alarms: predicted a failure, but the machine was fine.</a:t>
            </a:r>
            <a:endParaRPr/>
          </a:p>
          <a:p>
            <a:pPr indent="-381000" lvl="1" marL="762000" marR="0" rtl="0" algn="l">
              <a:spcBef>
                <a:spcPts val="1000"/>
              </a:spcBef>
              <a:spcAft>
                <a:spcPts val="0"/>
              </a:spcAft>
              <a:buClr>
                <a:schemeClr val="lt1"/>
              </a:buClr>
              <a:buSzPts val="2800"/>
              <a:buFont typeface="Courier New"/>
              <a:buChar char="o"/>
            </a:pPr>
            <a:r>
              <a:rPr b="1" i="0" lang="en-US" sz="2333" u="none" cap="none" strike="noStrike">
                <a:solidFill>
                  <a:schemeClr val="lt1"/>
                </a:solidFill>
                <a:latin typeface="Calibri"/>
                <a:ea typeface="Calibri"/>
                <a:cs typeface="Calibri"/>
                <a:sym typeface="Calibri"/>
              </a:rPr>
              <a:t>3, False Negatives (FN):</a:t>
            </a:r>
            <a:br>
              <a:rPr b="0" i="0" lang="en-US" sz="2333" u="none" cap="none" strike="noStrike">
                <a:solidFill>
                  <a:schemeClr val="lt1"/>
                </a:solidFill>
                <a:latin typeface="Calibri"/>
                <a:ea typeface="Calibri"/>
                <a:cs typeface="Calibri"/>
                <a:sym typeface="Calibri"/>
              </a:rPr>
            </a:br>
            <a:r>
              <a:rPr b="0" i="0" lang="en-US" sz="2333" u="none" cap="none" strike="noStrike">
                <a:solidFill>
                  <a:schemeClr val="lt1"/>
                </a:solidFill>
                <a:latin typeface="Calibri"/>
                <a:ea typeface="Calibri"/>
                <a:cs typeface="Calibri"/>
                <a:sym typeface="Calibri"/>
              </a:rPr>
              <a:t>Missed failures: predicted fine, but the machine failed.</a:t>
            </a:r>
            <a:endParaRPr/>
          </a:p>
          <a:p>
            <a:pPr indent="-381000" lvl="1" marL="762000" marR="0" rtl="0" algn="l">
              <a:spcBef>
                <a:spcPts val="1000"/>
              </a:spcBef>
              <a:spcAft>
                <a:spcPts val="0"/>
              </a:spcAft>
              <a:buClr>
                <a:schemeClr val="lt1"/>
              </a:buClr>
              <a:buSzPts val="2800"/>
              <a:buFont typeface="Courier New"/>
              <a:buChar char="o"/>
            </a:pPr>
            <a:r>
              <a:rPr b="1" i="0" lang="en-US" sz="2333" u="none" cap="none" strike="noStrike">
                <a:solidFill>
                  <a:schemeClr val="lt1"/>
                </a:solidFill>
                <a:latin typeface="Calibri"/>
                <a:ea typeface="Calibri"/>
                <a:cs typeface="Calibri"/>
                <a:sym typeface="Calibri"/>
              </a:rPr>
              <a:t>8, True Positives (TP):</a:t>
            </a:r>
            <a:br>
              <a:rPr b="0" i="0" lang="en-US" sz="2333" u="none" cap="none" strike="noStrike">
                <a:solidFill>
                  <a:schemeClr val="lt1"/>
                </a:solidFill>
                <a:latin typeface="Calibri"/>
                <a:ea typeface="Calibri"/>
                <a:cs typeface="Calibri"/>
                <a:sym typeface="Calibri"/>
              </a:rPr>
            </a:br>
            <a:r>
              <a:rPr b="0" i="0" lang="en-US" sz="2333" u="none" cap="none" strike="noStrike">
                <a:solidFill>
                  <a:schemeClr val="lt1"/>
                </a:solidFill>
                <a:latin typeface="Calibri"/>
                <a:ea typeface="Calibri"/>
                <a:cs typeface="Calibri"/>
                <a:sym typeface="Calibri"/>
              </a:rPr>
              <a:t>Failures caught before they happened.</a:t>
            </a:r>
            <a:endParaRPr/>
          </a:p>
        </p:txBody>
      </p:sp>
      <p:pic>
        <p:nvPicPr>
          <p:cNvPr id="145" name="Google Shape;145;g3e15de89eb8_0_710"/>
          <p:cNvPicPr preferRelativeResize="0"/>
          <p:nvPr/>
        </p:nvPicPr>
        <p:blipFill rotWithShape="1">
          <a:blip r:embed="rId3">
            <a:alphaModFix/>
          </a:blip>
          <a:srcRect b="0" l="0" r="0" t="0"/>
          <a:stretch/>
        </p:blipFill>
        <p:spPr>
          <a:xfrm>
            <a:off x="0" y="0"/>
            <a:ext cx="12192001" cy="12855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animEffect filter="fade" transition="in">
                                      <p:cBhvr>
                                        <p:cTn dur="500"/>
                                        <p:tgtEl>
                                          <p:spTgt spid="1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animEffect filter="fade" transition="in">
                                      <p:cBhvr>
                                        <p:cTn dur="500"/>
                                        <p:tgtEl>
                                          <p:spTgt spid="1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animEffect filter="fade" transition="in">
                                      <p:cBhvr>
                                        <p:cTn dur="500"/>
                                        <p:tgtEl>
                                          <p:spTgt spid="1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animEffect filter="fade" transition="in">
                                      <p:cBhvr>
                                        <p:cTn dur="500"/>
                                        <p:tgtEl>
                                          <p:spTgt spid="14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animEffect filter="fade" transition="in">
                                      <p:cBhvr>
                                        <p:cTn dur="500"/>
                                        <p:tgtEl>
                                          <p:spTgt spid="14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animEffect filter="fade" transition="in">
                                      <p:cBhvr>
                                        <p:cTn dur="500"/>
                                        <p:tgtEl>
                                          <p:spTgt spid="14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e15de89eb8_0_975"/>
          <p:cNvSpPr/>
          <p:nvPr/>
        </p:nvSpPr>
        <p:spPr>
          <a:xfrm>
            <a:off x="476851" y="1521374"/>
            <a:ext cx="11537250" cy="38475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FEFEFE"/>
              </a:buClr>
              <a:buSzPts val="3900"/>
              <a:buFont typeface="Instrument Sans Medium"/>
              <a:buNone/>
            </a:pPr>
            <a:r>
              <a:rPr lang="en-US" sz="3250">
                <a:solidFill>
                  <a:srgbClr val="FEFEFE"/>
                </a:solidFill>
                <a:latin typeface="Instrument Sans Medium"/>
                <a:ea typeface="Instrument Sans Medium"/>
                <a:cs typeface="Instrument Sans Medium"/>
                <a:sym typeface="Instrument Sans Medium"/>
              </a:rPr>
              <a:t>Confusion Matrix Evaluation Metrics (No Calculations)</a:t>
            </a:r>
            <a:endParaRPr sz="3250">
              <a:solidFill>
                <a:schemeClr val="dk1"/>
              </a:solidFill>
              <a:latin typeface="Calibri"/>
              <a:ea typeface="Calibri"/>
              <a:cs typeface="Calibri"/>
              <a:sym typeface="Calibri"/>
            </a:endParaRPr>
          </a:p>
        </p:txBody>
      </p:sp>
      <p:sp>
        <p:nvSpPr>
          <p:cNvPr id="152" name="Google Shape;152;g3e15de89eb8_0_975"/>
          <p:cNvSpPr/>
          <p:nvPr/>
        </p:nvSpPr>
        <p:spPr>
          <a:xfrm>
            <a:off x="1041890" y="3844813"/>
            <a:ext cx="1333500" cy="1066750"/>
          </a:xfrm>
          <a:prstGeom prst="rect">
            <a:avLst/>
          </a:prstGeom>
          <a:solidFill>
            <a:schemeClr val="accent6"/>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667">
                <a:solidFill>
                  <a:schemeClr val="lt1"/>
                </a:solidFill>
                <a:latin typeface="Calibri"/>
                <a:ea typeface="Calibri"/>
                <a:cs typeface="Calibri"/>
                <a:sym typeface="Calibri"/>
              </a:rPr>
              <a:t>87 (TN) </a:t>
            </a:r>
            <a:endParaRPr/>
          </a:p>
        </p:txBody>
      </p:sp>
      <p:sp>
        <p:nvSpPr>
          <p:cNvPr id="153" name="Google Shape;153;g3e15de89eb8_0_975"/>
          <p:cNvSpPr/>
          <p:nvPr/>
        </p:nvSpPr>
        <p:spPr>
          <a:xfrm>
            <a:off x="2355295" y="3844813"/>
            <a:ext cx="1333500" cy="1066750"/>
          </a:xfrm>
          <a:prstGeom prst="rect">
            <a:avLst/>
          </a:prstGeom>
          <a:solidFill>
            <a:srgbClr val="FF0000"/>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333">
                <a:solidFill>
                  <a:schemeClr val="lt1"/>
                </a:solidFill>
                <a:latin typeface="Calibri"/>
                <a:ea typeface="Calibri"/>
                <a:cs typeface="Calibri"/>
                <a:sym typeface="Calibri"/>
              </a:rPr>
              <a:t>2 (FP)</a:t>
            </a:r>
            <a:endParaRPr/>
          </a:p>
        </p:txBody>
      </p:sp>
      <p:sp>
        <p:nvSpPr>
          <p:cNvPr id="154" name="Google Shape;154;g3e15de89eb8_0_975"/>
          <p:cNvSpPr/>
          <p:nvPr/>
        </p:nvSpPr>
        <p:spPr>
          <a:xfrm>
            <a:off x="1045183" y="4901579"/>
            <a:ext cx="1333500" cy="1066750"/>
          </a:xfrm>
          <a:prstGeom prst="rect">
            <a:avLst/>
          </a:prstGeom>
          <a:solidFill>
            <a:srgbClr val="FF0000"/>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333">
                <a:solidFill>
                  <a:schemeClr val="lt1"/>
                </a:solidFill>
                <a:latin typeface="Calibri"/>
                <a:ea typeface="Calibri"/>
                <a:cs typeface="Calibri"/>
                <a:sym typeface="Calibri"/>
              </a:rPr>
              <a:t>3 (FN)</a:t>
            </a:r>
            <a:endParaRPr/>
          </a:p>
        </p:txBody>
      </p:sp>
      <p:sp>
        <p:nvSpPr>
          <p:cNvPr id="155" name="Google Shape;155;g3e15de89eb8_0_975"/>
          <p:cNvSpPr/>
          <p:nvPr/>
        </p:nvSpPr>
        <p:spPr>
          <a:xfrm>
            <a:off x="2358588" y="4901579"/>
            <a:ext cx="1333500" cy="1066750"/>
          </a:xfrm>
          <a:prstGeom prst="rect">
            <a:avLst/>
          </a:prstGeom>
          <a:solidFill>
            <a:schemeClr val="accent6"/>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333">
                <a:solidFill>
                  <a:schemeClr val="lt1"/>
                </a:solidFill>
                <a:latin typeface="Calibri"/>
                <a:ea typeface="Calibri"/>
                <a:cs typeface="Calibri"/>
                <a:sym typeface="Calibri"/>
              </a:rPr>
              <a:t>8 (TP)</a:t>
            </a:r>
            <a:endParaRPr/>
          </a:p>
        </p:txBody>
      </p:sp>
      <p:sp>
        <p:nvSpPr>
          <p:cNvPr id="156" name="Google Shape;156;g3e15de89eb8_0_975"/>
          <p:cNvSpPr txBox="1"/>
          <p:nvPr/>
        </p:nvSpPr>
        <p:spPr>
          <a:xfrm>
            <a:off x="1807510" y="3063264"/>
            <a:ext cx="133350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Predicted</a:t>
            </a:r>
            <a:endParaRPr/>
          </a:p>
        </p:txBody>
      </p:sp>
      <p:sp>
        <p:nvSpPr>
          <p:cNvPr id="157" name="Google Shape;157;g3e15de89eb8_0_975"/>
          <p:cNvSpPr txBox="1"/>
          <p:nvPr/>
        </p:nvSpPr>
        <p:spPr>
          <a:xfrm rot="-5400000">
            <a:off x="-39536" y="4540535"/>
            <a:ext cx="984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Actual</a:t>
            </a:r>
            <a:endParaRPr/>
          </a:p>
        </p:txBody>
      </p:sp>
      <p:sp>
        <p:nvSpPr>
          <p:cNvPr id="158" name="Google Shape;158;g3e15de89eb8_0_975"/>
          <p:cNvSpPr txBox="1"/>
          <p:nvPr/>
        </p:nvSpPr>
        <p:spPr>
          <a:xfrm>
            <a:off x="1524573" y="3423414"/>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no</a:t>
            </a:r>
            <a:endParaRPr/>
          </a:p>
        </p:txBody>
      </p:sp>
      <p:sp>
        <p:nvSpPr>
          <p:cNvPr id="159" name="Google Shape;159;g3e15de89eb8_0_975"/>
          <p:cNvSpPr txBox="1"/>
          <p:nvPr/>
        </p:nvSpPr>
        <p:spPr>
          <a:xfrm rot="-5400000">
            <a:off x="549347" y="4185502"/>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no</a:t>
            </a:r>
            <a:endParaRPr/>
          </a:p>
        </p:txBody>
      </p:sp>
      <p:sp>
        <p:nvSpPr>
          <p:cNvPr id="160" name="Google Shape;160;g3e15de89eb8_0_975"/>
          <p:cNvSpPr txBox="1"/>
          <p:nvPr/>
        </p:nvSpPr>
        <p:spPr>
          <a:xfrm rot="-5400000">
            <a:off x="507473" y="4986974"/>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yes</a:t>
            </a:r>
            <a:endParaRPr/>
          </a:p>
        </p:txBody>
      </p:sp>
      <p:sp>
        <p:nvSpPr>
          <p:cNvPr id="161" name="Google Shape;161;g3e15de89eb8_0_975"/>
          <p:cNvSpPr txBox="1"/>
          <p:nvPr/>
        </p:nvSpPr>
        <p:spPr>
          <a:xfrm>
            <a:off x="2739108" y="3400259"/>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yes</a:t>
            </a:r>
            <a:endParaRPr/>
          </a:p>
        </p:txBody>
      </p:sp>
      <p:pic>
        <p:nvPicPr>
          <p:cNvPr id="162" name="Google Shape;162;g3e15de89eb8_0_975"/>
          <p:cNvPicPr preferRelativeResize="0"/>
          <p:nvPr/>
        </p:nvPicPr>
        <p:blipFill rotWithShape="1">
          <a:blip r:embed="rId3">
            <a:alphaModFix/>
          </a:blip>
          <a:srcRect b="0" l="0" r="0" t="0"/>
          <a:stretch/>
        </p:blipFill>
        <p:spPr>
          <a:xfrm>
            <a:off x="0" y="0"/>
            <a:ext cx="12192001" cy="1285587"/>
          </a:xfrm>
          <a:prstGeom prst="rect">
            <a:avLst/>
          </a:prstGeom>
          <a:noFill/>
          <a:ln>
            <a:noFill/>
          </a:ln>
        </p:spPr>
      </p:pic>
      <p:sp>
        <p:nvSpPr>
          <p:cNvPr id="163" name="Google Shape;163;g3e15de89eb8_0_975"/>
          <p:cNvSpPr txBox="1"/>
          <p:nvPr/>
        </p:nvSpPr>
        <p:spPr>
          <a:xfrm>
            <a:off x="4072608" y="2261850"/>
            <a:ext cx="8119500" cy="4233000"/>
          </a:xfrm>
          <a:prstGeom prst="rect">
            <a:avLst/>
          </a:prstGeom>
          <a:noFill/>
          <a:ln>
            <a:noFill/>
          </a:ln>
        </p:spPr>
        <p:txBody>
          <a:bodyPr anchorCtr="0" anchor="t" bIns="38083" lIns="76188" spcFirstLastPara="1" rIns="76188" wrap="square" tIns="38083">
            <a:spAutoFit/>
          </a:bodyPr>
          <a:lstStyle/>
          <a:p>
            <a:pPr indent="-238125" lvl="0" marL="238125" marR="0" rtl="0" algn="l">
              <a:spcBef>
                <a:spcPts val="0"/>
              </a:spcBef>
              <a:spcAft>
                <a:spcPts val="0"/>
              </a:spcAft>
              <a:buClr>
                <a:schemeClr val="lt1"/>
              </a:buClr>
              <a:buSzPts val="2400"/>
              <a:buFont typeface="Arial"/>
              <a:buChar char="•"/>
            </a:pPr>
            <a:r>
              <a:rPr b="1" lang="en-US" sz="2000" u="sng">
                <a:solidFill>
                  <a:schemeClr val="lt1"/>
                </a:solidFill>
                <a:latin typeface="Calibri"/>
                <a:ea typeface="Calibri"/>
                <a:cs typeface="Calibri"/>
                <a:sym typeface="Calibri"/>
              </a:rPr>
              <a:t>Accuracy</a:t>
            </a:r>
            <a:r>
              <a:rPr lang="en-US" sz="2000">
                <a:solidFill>
                  <a:schemeClr val="lt1"/>
                </a:solidFill>
                <a:latin typeface="Calibri"/>
                <a:ea typeface="Calibri"/>
                <a:cs typeface="Calibri"/>
                <a:sym typeface="Calibri"/>
              </a:rPr>
              <a:t> tells us the proportion of all predictions that are correct.</a:t>
            </a:r>
            <a:endParaRPr/>
          </a:p>
          <a:p>
            <a:pPr indent="-285750" lvl="1" marL="666750" marR="0" rtl="0" algn="l">
              <a:spcBef>
                <a:spcPts val="1000"/>
              </a:spcBef>
              <a:spcAft>
                <a:spcPts val="0"/>
              </a:spcAft>
              <a:buClr>
                <a:srgbClr val="F7CAAC"/>
              </a:buClr>
              <a:buSzPts val="2400"/>
              <a:buFont typeface="Courier New"/>
              <a:buChar char="o"/>
            </a:pPr>
            <a:r>
              <a:rPr b="0" i="0" lang="en-US" sz="2000" u="none" cap="none" strike="noStrike">
                <a:solidFill>
                  <a:srgbClr val="F7CAAC"/>
                </a:solidFill>
                <a:latin typeface="Calibri"/>
                <a:ea typeface="Calibri"/>
                <a:cs typeface="Calibri"/>
                <a:sym typeface="Calibri"/>
              </a:rPr>
              <a:t>Ex: Out of 100 machine shifts, what percent did the model get right?</a:t>
            </a:r>
            <a:endParaRPr/>
          </a:p>
          <a:p>
            <a:pPr indent="-285750" lvl="0" marL="285750" marR="0" rtl="0" algn="l">
              <a:spcBef>
                <a:spcPts val="1000"/>
              </a:spcBef>
              <a:spcAft>
                <a:spcPts val="0"/>
              </a:spcAft>
              <a:buClr>
                <a:schemeClr val="lt1"/>
              </a:buClr>
              <a:buSzPts val="2400"/>
              <a:buFont typeface="Courier New"/>
              <a:buChar char="o"/>
            </a:pPr>
            <a:r>
              <a:rPr b="1" lang="en-US" sz="2000" u="sng">
                <a:solidFill>
                  <a:schemeClr val="lt1"/>
                </a:solidFill>
                <a:latin typeface="Calibri"/>
                <a:ea typeface="Calibri"/>
                <a:cs typeface="Calibri"/>
                <a:sym typeface="Calibri"/>
              </a:rPr>
              <a:t>Precision</a:t>
            </a:r>
            <a:r>
              <a:rPr lang="en-US" sz="2000">
                <a:solidFill>
                  <a:schemeClr val="lt1"/>
                </a:solidFill>
                <a:latin typeface="Calibri"/>
                <a:ea typeface="Calibri"/>
                <a:cs typeface="Calibri"/>
                <a:sym typeface="Calibri"/>
              </a:rPr>
              <a:t> focuses on minimizing false positives. It finds the proportion of positive predictions that are correct.</a:t>
            </a:r>
            <a:endParaRPr/>
          </a:p>
          <a:p>
            <a:pPr indent="-238125" lvl="1" marL="619125" marR="0" rtl="0" algn="l">
              <a:spcBef>
                <a:spcPts val="1000"/>
              </a:spcBef>
              <a:spcAft>
                <a:spcPts val="0"/>
              </a:spcAft>
              <a:buClr>
                <a:srgbClr val="F7CAAC"/>
              </a:buClr>
              <a:buSzPts val="2400"/>
              <a:buFont typeface="Arial"/>
              <a:buChar char="•"/>
            </a:pPr>
            <a:r>
              <a:rPr b="0" i="0" lang="en-US" sz="2000" u="none" cap="none" strike="noStrike">
                <a:solidFill>
                  <a:srgbClr val="F7CAAC"/>
                </a:solidFill>
                <a:latin typeface="Calibri"/>
                <a:ea typeface="Calibri"/>
                <a:cs typeface="Calibri"/>
                <a:sym typeface="Calibri"/>
              </a:rPr>
              <a:t>Ex: Of the 10 failure warnings, how many were real failures?</a:t>
            </a:r>
            <a:endParaRPr/>
          </a:p>
          <a:p>
            <a:pPr indent="-238125" lvl="0" marL="238125" marR="0" rtl="0" algn="l">
              <a:spcBef>
                <a:spcPts val="1000"/>
              </a:spcBef>
              <a:spcAft>
                <a:spcPts val="0"/>
              </a:spcAft>
              <a:buClr>
                <a:schemeClr val="lt1"/>
              </a:buClr>
              <a:buSzPts val="2400"/>
              <a:buFont typeface="Arial"/>
              <a:buChar char="•"/>
            </a:pPr>
            <a:r>
              <a:rPr b="1" lang="en-US" sz="2000" u="sng">
                <a:solidFill>
                  <a:schemeClr val="lt1"/>
                </a:solidFill>
                <a:latin typeface="Calibri"/>
                <a:ea typeface="Calibri"/>
                <a:cs typeface="Calibri"/>
                <a:sym typeface="Calibri"/>
              </a:rPr>
              <a:t>Recall</a:t>
            </a:r>
            <a:r>
              <a:rPr lang="en-US" sz="2000">
                <a:solidFill>
                  <a:schemeClr val="lt1"/>
                </a:solidFill>
                <a:latin typeface="Calibri"/>
                <a:ea typeface="Calibri"/>
                <a:cs typeface="Calibri"/>
                <a:sym typeface="Calibri"/>
              </a:rPr>
              <a:t> focuses on minimizing false negatives. It finds the proportion of true positives that are correctly identified.</a:t>
            </a:r>
            <a:endParaRPr/>
          </a:p>
          <a:p>
            <a:pPr indent="-285750" lvl="1" marL="666750" marR="0" rtl="0" algn="l">
              <a:spcBef>
                <a:spcPts val="1000"/>
              </a:spcBef>
              <a:spcAft>
                <a:spcPts val="0"/>
              </a:spcAft>
              <a:buClr>
                <a:srgbClr val="F7CAAC"/>
              </a:buClr>
              <a:buSzPts val="2400"/>
              <a:buFont typeface="Courier New"/>
              <a:buChar char="o"/>
            </a:pPr>
            <a:r>
              <a:rPr b="0" i="0" lang="en-US" sz="2000" u="none" cap="none" strike="noStrike">
                <a:solidFill>
                  <a:srgbClr val="F7CAAC"/>
                </a:solidFill>
                <a:latin typeface="Calibri"/>
                <a:ea typeface="Calibri"/>
                <a:cs typeface="Calibri"/>
                <a:sym typeface="Calibri"/>
              </a:rPr>
              <a:t>Ex: Of the 11 real failures, how many did the model catch?</a:t>
            </a:r>
            <a:endParaRPr/>
          </a:p>
          <a:p>
            <a:pPr indent="-238125" lvl="0" marL="238125" marR="0" rtl="0" algn="l">
              <a:spcBef>
                <a:spcPts val="1000"/>
              </a:spcBef>
              <a:spcAft>
                <a:spcPts val="0"/>
              </a:spcAft>
              <a:buClr>
                <a:schemeClr val="lt1"/>
              </a:buClr>
              <a:buSzPts val="2400"/>
              <a:buFont typeface="Arial"/>
              <a:buChar char="•"/>
            </a:pPr>
            <a:r>
              <a:rPr b="1" lang="en-US" sz="2000" u="sng">
                <a:solidFill>
                  <a:schemeClr val="lt1"/>
                </a:solidFill>
                <a:latin typeface="Calibri"/>
                <a:ea typeface="Calibri"/>
                <a:cs typeface="Calibri"/>
                <a:sym typeface="Calibri"/>
              </a:rPr>
              <a:t>F1 Score</a:t>
            </a:r>
            <a:r>
              <a:rPr lang="en-US" sz="2000">
                <a:solidFill>
                  <a:schemeClr val="lt1"/>
                </a:solidFill>
                <a:latin typeface="Calibri"/>
                <a:ea typeface="Calibri"/>
                <a:cs typeface="Calibri"/>
                <a:sym typeface="Calibri"/>
              </a:rPr>
              <a:t> balances precision and recall into a single metric.</a:t>
            </a:r>
            <a:endParaRPr/>
          </a:p>
        </p:txBody>
      </p:sp>
      <p:sp>
        <p:nvSpPr>
          <p:cNvPr id="164" name="Google Shape;164;g3e15de89eb8_0_975"/>
          <p:cNvSpPr txBox="1"/>
          <p:nvPr/>
        </p:nvSpPr>
        <p:spPr>
          <a:xfrm>
            <a:off x="1122273" y="2450478"/>
            <a:ext cx="2569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b="1" lang="en-US" sz="2000" u="sng">
                <a:solidFill>
                  <a:schemeClr val="lt1"/>
                </a:solidFill>
                <a:latin typeface="Calibri"/>
                <a:ea typeface="Calibri"/>
                <a:cs typeface="Calibri"/>
                <a:sym typeface="Calibri"/>
              </a:rPr>
              <a:t>CONFUSION MATRIX</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0" st="0"/>
                                            </p:txEl>
                                          </p:spTgt>
                                        </p:tgtEl>
                                        <p:attrNameLst>
                                          <p:attrName>style.visibility</p:attrName>
                                        </p:attrNameLst>
                                      </p:cBhvr>
                                      <p:to>
                                        <p:strVal val="visible"/>
                                      </p:to>
                                    </p:set>
                                    <p:animEffect filter="fade" transition="in">
                                      <p:cBhvr>
                                        <p:cTn dur="500"/>
                                        <p:tgtEl>
                                          <p:spTgt spid="1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1" st="1"/>
                                            </p:txEl>
                                          </p:spTgt>
                                        </p:tgtEl>
                                        <p:attrNameLst>
                                          <p:attrName>style.visibility</p:attrName>
                                        </p:attrNameLst>
                                      </p:cBhvr>
                                      <p:to>
                                        <p:strVal val="visible"/>
                                      </p:to>
                                    </p:set>
                                    <p:animEffect filter="fade" transition="in">
                                      <p:cBhvr>
                                        <p:cTn dur="500"/>
                                        <p:tgtEl>
                                          <p:spTgt spid="1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2" st="2"/>
                                            </p:txEl>
                                          </p:spTgt>
                                        </p:tgtEl>
                                        <p:attrNameLst>
                                          <p:attrName>style.visibility</p:attrName>
                                        </p:attrNameLst>
                                      </p:cBhvr>
                                      <p:to>
                                        <p:strVal val="visible"/>
                                      </p:to>
                                    </p:set>
                                    <p:animEffect filter="fade" transition="in">
                                      <p:cBhvr>
                                        <p:cTn dur="500"/>
                                        <p:tgtEl>
                                          <p:spTgt spid="1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3" st="3"/>
                                            </p:txEl>
                                          </p:spTgt>
                                        </p:tgtEl>
                                        <p:attrNameLst>
                                          <p:attrName>style.visibility</p:attrName>
                                        </p:attrNameLst>
                                      </p:cBhvr>
                                      <p:to>
                                        <p:strVal val="visible"/>
                                      </p:to>
                                    </p:set>
                                    <p:animEffect filter="fade" transition="in">
                                      <p:cBhvr>
                                        <p:cTn dur="500"/>
                                        <p:tgtEl>
                                          <p:spTgt spid="1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4" st="4"/>
                                            </p:txEl>
                                          </p:spTgt>
                                        </p:tgtEl>
                                        <p:attrNameLst>
                                          <p:attrName>style.visibility</p:attrName>
                                        </p:attrNameLst>
                                      </p:cBhvr>
                                      <p:to>
                                        <p:strVal val="visible"/>
                                      </p:to>
                                    </p:set>
                                    <p:animEffect filter="fade" transition="in">
                                      <p:cBhvr>
                                        <p:cTn dur="500"/>
                                        <p:tgtEl>
                                          <p:spTgt spid="1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5" st="5"/>
                                            </p:txEl>
                                          </p:spTgt>
                                        </p:tgtEl>
                                        <p:attrNameLst>
                                          <p:attrName>style.visibility</p:attrName>
                                        </p:attrNameLst>
                                      </p:cBhvr>
                                      <p:to>
                                        <p:strVal val="visible"/>
                                      </p:to>
                                    </p:set>
                                    <p:animEffect filter="fade" transition="in">
                                      <p:cBhvr>
                                        <p:cTn dur="500"/>
                                        <p:tgtEl>
                                          <p:spTgt spid="1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6" st="6"/>
                                            </p:txEl>
                                          </p:spTgt>
                                        </p:tgtEl>
                                        <p:attrNameLst>
                                          <p:attrName>style.visibility</p:attrName>
                                        </p:attrNameLst>
                                      </p:cBhvr>
                                      <p:to>
                                        <p:strVal val="visible"/>
                                      </p:to>
                                    </p:set>
                                    <p:animEffect filter="fade" transition="in">
                                      <p:cBhvr>
                                        <p:cTn dur="500"/>
                                        <p:tgtEl>
                                          <p:spTgt spid="16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e15de89eb8_0_1106"/>
          <p:cNvSpPr/>
          <p:nvPr/>
        </p:nvSpPr>
        <p:spPr>
          <a:xfrm>
            <a:off x="476851" y="1444188"/>
            <a:ext cx="11242750" cy="56575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FEFEFE"/>
              </a:buClr>
              <a:buSzPts val="3900"/>
              <a:buFont typeface="Instrument Sans Medium"/>
              <a:buNone/>
            </a:pPr>
            <a:r>
              <a:rPr lang="en-US" sz="3250">
                <a:solidFill>
                  <a:srgbClr val="FEFEFE"/>
                </a:solidFill>
                <a:latin typeface="Instrument Sans Medium"/>
                <a:ea typeface="Instrument Sans Medium"/>
                <a:cs typeface="Instrument Sans Medium"/>
                <a:sym typeface="Instrument Sans Medium"/>
              </a:rPr>
              <a:t>Confusion Matrix Evaluation Metrics (Calculations)</a:t>
            </a:r>
            <a:endParaRPr sz="3250">
              <a:solidFill>
                <a:schemeClr val="dk1"/>
              </a:solidFill>
              <a:latin typeface="Calibri"/>
              <a:ea typeface="Calibri"/>
              <a:cs typeface="Calibri"/>
              <a:sym typeface="Calibri"/>
            </a:endParaRPr>
          </a:p>
        </p:txBody>
      </p:sp>
      <p:sp>
        <p:nvSpPr>
          <p:cNvPr id="171" name="Google Shape;171;g3e15de89eb8_0_1106"/>
          <p:cNvSpPr/>
          <p:nvPr/>
        </p:nvSpPr>
        <p:spPr>
          <a:xfrm>
            <a:off x="1041890" y="3844813"/>
            <a:ext cx="1333500" cy="1066750"/>
          </a:xfrm>
          <a:prstGeom prst="rect">
            <a:avLst/>
          </a:prstGeom>
          <a:solidFill>
            <a:schemeClr val="accent6"/>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667">
                <a:solidFill>
                  <a:schemeClr val="lt1"/>
                </a:solidFill>
                <a:latin typeface="Calibri"/>
                <a:ea typeface="Calibri"/>
                <a:cs typeface="Calibri"/>
                <a:sym typeface="Calibri"/>
              </a:rPr>
              <a:t>87 (TN) </a:t>
            </a:r>
            <a:endParaRPr/>
          </a:p>
        </p:txBody>
      </p:sp>
      <p:sp>
        <p:nvSpPr>
          <p:cNvPr id="172" name="Google Shape;172;g3e15de89eb8_0_1106"/>
          <p:cNvSpPr/>
          <p:nvPr/>
        </p:nvSpPr>
        <p:spPr>
          <a:xfrm>
            <a:off x="2355295" y="3844813"/>
            <a:ext cx="1333500" cy="1066750"/>
          </a:xfrm>
          <a:prstGeom prst="rect">
            <a:avLst/>
          </a:prstGeom>
          <a:solidFill>
            <a:srgbClr val="FF0000"/>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333">
                <a:solidFill>
                  <a:schemeClr val="lt1"/>
                </a:solidFill>
                <a:latin typeface="Calibri"/>
                <a:ea typeface="Calibri"/>
                <a:cs typeface="Calibri"/>
                <a:sym typeface="Calibri"/>
              </a:rPr>
              <a:t>2 (FP)</a:t>
            </a:r>
            <a:endParaRPr/>
          </a:p>
        </p:txBody>
      </p:sp>
      <p:sp>
        <p:nvSpPr>
          <p:cNvPr id="173" name="Google Shape;173;g3e15de89eb8_0_1106"/>
          <p:cNvSpPr/>
          <p:nvPr/>
        </p:nvSpPr>
        <p:spPr>
          <a:xfrm>
            <a:off x="1045183" y="4901579"/>
            <a:ext cx="1333500" cy="1066750"/>
          </a:xfrm>
          <a:prstGeom prst="rect">
            <a:avLst/>
          </a:prstGeom>
          <a:solidFill>
            <a:srgbClr val="FF0000"/>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333">
                <a:solidFill>
                  <a:schemeClr val="lt1"/>
                </a:solidFill>
                <a:latin typeface="Calibri"/>
                <a:ea typeface="Calibri"/>
                <a:cs typeface="Calibri"/>
                <a:sym typeface="Calibri"/>
              </a:rPr>
              <a:t>3 (FN)</a:t>
            </a:r>
            <a:endParaRPr/>
          </a:p>
        </p:txBody>
      </p:sp>
      <p:sp>
        <p:nvSpPr>
          <p:cNvPr id="174" name="Google Shape;174;g3e15de89eb8_0_1106"/>
          <p:cNvSpPr/>
          <p:nvPr/>
        </p:nvSpPr>
        <p:spPr>
          <a:xfrm>
            <a:off x="2358588" y="4901579"/>
            <a:ext cx="1333500" cy="1066750"/>
          </a:xfrm>
          <a:prstGeom prst="rect">
            <a:avLst/>
          </a:prstGeom>
          <a:solidFill>
            <a:schemeClr val="accent6"/>
          </a:solidFill>
          <a:ln cap="flat" cmpd="sng" w="10583">
            <a:solidFill>
              <a:srgbClr val="1C3052"/>
            </a:solidFill>
            <a:prstDash val="solid"/>
            <a:miter lim="800000"/>
            <a:headEnd len="sm" w="sm" type="none"/>
            <a:tailEnd len="sm" w="sm" type="none"/>
          </a:ln>
        </p:spPr>
        <p:txBody>
          <a:bodyPr anchorCtr="0" anchor="ctr" bIns="38083" lIns="76188" spcFirstLastPara="1" rIns="76188" wrap="square" tIns="38083">
            <a:noAutofit/>
          </a:bodyPr>
          <a:lstStyle/>
          <a:p>
            <a:pPr indent="0" lvl="0" marL="0" marR="0" rtl="0" algn="ctr">
              <a:spcBef>
                <a:spcPts val="0"/>
              </a:spcBef>
              <a:spcAft>
                <a:spcPts val="0"/>
              </a:spcAft>
              <a:buNone/>
            </a:pPr>
            <a:r>
              <a:rPr lang="en-US" sz="2333">
                <a:solidFill>
                  <a:schemeClr val="lt1"/>
                </a:solidFill>
                <a:latin typeface="Calibri"/>
                <a:ea typeface="Calibri"/>
                <a:cs typeface="Calibri"/>
                <a:sym typeface="Calibri"/>
              </a:rPr>
              <a:t>8 (TP)</a:t>
            </a:r>
            <a:endParaRPr/>
          </a:p>
        </p:txBody>
      </p:sp>
      <p:sp>
        <p:nvSpPr>
          <p:cNvPr id="175" name="Google Shape;175;g3e15de89eb8_0_1106"/>
          <p:cNvSpPr txBox="1"/>
          <p:nvPr/>
        </p:nvSpPr>
        <p:spPr>
          <a:xfrm>
            <a:off x="1807510" y="3063264"/>
            <a:ext cx="133350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Predicted</a:t>
            </a:r>
            <a:endParaRPr/>
          </a:p>
        </p:txBody>
      </p:sp>
      <p:sp>
        <p:nvSpPr>
          <p:cNvPr id="176" name="Google Shape;176;g3e15de89eb8_0_1106"/>
          <p:cNvSpPr txBox="1"/>
          <p:nvPr/>
        </p:nvSpPr>
        <p:spPr>
          <a:xfrm rot="-5400000">
            <a:off x="-39536" y="4540535"/>
            <a:ext cx="984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Actual</a:t>
            </a:r>
            <a:endParaRPr/>
          </a:p>
        </p:txBody>
      </p:sp>
      <p:sp>
        <p:nvSpPr>
          <p:cNvPr id="177" name="Google Shape;177;g3e15de89eb8_0_1106"/>
          <p:cNvSpPr txBox="1"/>
          <p:nvPr/>
        </p:nvSpPr>
        <p:spPr>
          <a:xfrm>
            <a:off x="1524573" y="3423414"/>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no</a:t>
            </a:r>
            <a:endParaRPr/>
          </a:p>
        </p:txBody>
      </p:sp>
      <p:sp>
        <p:nvSpPr>
          <p:cNvPr id="178" name="Google Shape;178;g3e15de89eb8_0_1106"/>
          <p:cNvSpPr txBox="1"/>
          <p:nvPr/>
        </p:nvSpPr>
        <p:spPr>
          <a:xfrm rot="-5400000">
            <a:off x="549347" y="4185502"/>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no</a:t>
            </a:r>
            <a:endParaRPr/>
          </a:p>
        </p:txBody>
      </p:sp>
      <p:sp>
        <p:nvSpPr>
          <p:cNvPr id="179" name="Google Shape;179;g3e15de89eb8_0_1106"/>
          <p:cNvSpPr txBox="1"/>
          <p:nvPr/>
        </p:nvSpPr>
        <p:spPr>
          <a:xfrm rot="-5400000">
            <a:off x="507473" y="4986974"/>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yes</a:t>
            </a:r>
            <a:endParaRPr/>
          </a:p>
        </p:txBody>
      </p:sp>
      <p:sp>
        <p:nvSpPr>
          <p:cNvPr id="180" name="Google Shape;180;g3e15de89eb8_0_1106"/>
          <p:cNvSpPr txBox="1"/>
          <p:nvPr/>
        </p:nvSpPr>
        <p:spPr>
          <a:xfrm>
            <a:off x="2739108" y="3400259"/>
            <a:ext cx="565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yes</a:t>
            </a:r>
            <a:endParaRPr/>
          </a:p>
        </p:txBody>
      </p:sp>
      <p:pic>
        <p:nvPicPr>
          <p:cNvPr id="181" name="Google Shape;181;g3e15de89eb8_0_1106"/>
          <p:cNvPicPr preferRelativeResize="0"/>
          <p:nvPr/>
        </p:nvPicPr>
        <p:blipFill rotWithShape="1">
          <a:blip r:embed="rId3">
            <a:alphaModFix/>
          </a:blip>
          <a:srcRect b="0" l="0" r="0" t="0"/>
          <a:stretch/>
        </p:blipFill>
        <p:spPr>
          <a:xfrm>
            <a:off x="0" y="0"/>
            <a:ext cx="12192001" cy="1285587"/>
          </a:xfrm>
          <a:prstGeom prst="rect">
            <a:avLst/>
          </a:prstGeom>
          <a:noFill/>
          <a:ln>
            <a:noFill/>
          </a:ln>
        </p:spPr>
      </p:pic>
      <p:sp>
        <p:nvSpPr>
          <p:cNvPr id="182" name="Google Shape;182;g3e15de89eb8_0_1106"/>
          <p:cNvSpPr txBox="1"/>
          <p:nvPr/>
        </p:nvSpPr>
        <p:spPr>
          <a:xfrm>
            <a:off x="1122273" y="2450478"/>
            <a:ext cx="2569750" cy="384750"/>
          </a:xfrm>
          <a:prstGeom prst="rect">
            <a:avLst/>
          </a:prstGeom>
          <a:noFill/>
          <a:ln>
            <a:noFill/>
          </a:ln>
        </p:spPr>
        <p:txBody>
          <a:bodyPr anchorCtr="0" anchor="t" bIns="38083" lIns="76188" spcFirstLastPara="1" rIns="76188" wrap="square" tIns="38083">
            <a:spAutoFit/>
          </a:bodyPr>
          <a:lstStyle/>
          <a:p>
            <a:pPr indent="0" lvl="0" marL="0" marR="0" rtl="0" algn="l">
              <a:spcBef>
                <a:spcPts val="0"/>
              </a:spcBef>
              <a:spcAft>
                <a:spcPts val="0"/>
              </a:spcAft>
              <a:buNone/>
            </a:pPr>
            <a:r>
              <a:rPr b="1" lang="en-US" sz="2000" u="sng">
                <a:solidFill>
                  <a:schemeClr val="lt1"/>
                </a:solidFill>
                <a:latin typeface="Calibri"/>
                <a:ea typeface="Calibri"/>
                <a:cs typeface="Calibri"/>
                <a:sym typeface="Calibri"/>
              </a:rPr>
              <a:t>CONFUSION MATRIX</a:t>
            </a:r>
            <a:endParaRPr/>
          </a:p>
        </p:txBody>
      </p:sp>
      <p:sp>
        <p:nvSpPr>
          <p:cNvPr id="9163" name="Google Shape;163;g3e15de89eb8_0_975"/>
          <p:cNvSpPr txBox="1"/>
          <p:nvPr/>
        </p:nvSpPr>
        <p:spPr>
          <a:xfrm>
            <a:off x="4072608" y="2145247"/>
            <a:ext cx="8119500" cy="4233000"/>
          </a:xfrm>
          <a:prstGeom prst="rect">
            <a:avLst/>
          </a:prstGeom>
          <a:noFill/>
          <a:ln>
            <a:noFill/>
          </a:ln>
        </p:spPr>
        <p:txBody>
          <a:bodyPr anchorCtr="0" anchor="t" bIns="38083" lIns="76188" spcFirstLastPara="1" rIns="76188" wrap="square" tIns="38083">
            <a:spAutoFit/>
          </a:bodyPr>
          <a:lstStyle/>
          <a:p>
            <a:pPr indent="-238125" lvl="0" marL="238125" marR="0" rtl="0" algn="l">
              <a:spcBef>
                <a:spcPts val="0"/>
              </a:spcBef>
              <a:spcAft>
                <a:spcPts val="0"/>
              </a:spcAft>
              <a:buClr>
                <a:schemeClr val="lt1"/>
              </a:buClr>
              <a:buSzPts val="2400"/>
              <a:buFont typeface="Arial"/>
              <a:buChar char="•"/>
            </a:pPr>
            <a:r>
              <a:rPr b="1" lang="en-US" sz="2000" u="sng">
                <a:solidFill>
                  <a:schemeClr val="lt1"/>
                </a:solidFill>
                <a:latin typeface="Calibri"/>
                <a:ea typeface="Calibri"/>
                <a:cs typeface="Calibri"/>
                <a:sym typeface="Calibri"/>
              </a:rPr>
              <a:t>Accuracy</a:t>
            </a:r>
            <a:r>
              <a:rPr lang="en-US" sz="2000">
                <a:solidFill>
                  <a:schemeClr val="lt1"/>
                </a:solidFill>
                <a:latin typeface="Calibri"/>
                <a:ea typeface="Calibri"/>
                <a:cs typeface="Calibri"/>
                <a:sym typeface="Calibri"/>
              </a:rPr>
              <a:t xml:space="preserve"> = (TP + TN) / Total = (8 + 87) / 100 = 95%</a:t>
            </a:r>
            <a:endParaRPr/>
          </a:p>
          <a:p>
            <a:pPr indent="-285750" lvl="1" marL="666750" marR="0" rtl="0" algn="l">
              <a:spcBef>
                <a:spcPts val="1000"/>
              </a:spcBef>
              <a:spcAft>
                <a:spcPts val="0"/>
              </a:spcAft>
              <a:buClr>
                <a:srgbClr val="F7CAAC"/>
              </a:buClr>
              <a:buSzPts val="2400"/>
              <a:buFont typeface="Courier New"/>
              <a:buChar char="o"/>
            </a:pPr>
            <a:r>
              <a:rPr b="0" i="0" lang="en-US" sz="2000" u="none" cap="none" strike="noStrike">
                <a:solidFill>
                  <a:srgbClr val="F7CAAC"/>
                </a:solidFill>
                <a:latin typeface="Calibri"/>
                <a:ea typeface="Calibri"/>
                <a:cs typeface="Calibri"/>
                <a:sym typeface="Calibri"/>
              </a:rPr>
              <a:t>95 of 100 predictions were right.</a:t>
            </a:r>
            <a:endParaRPr/>
          </a:p>
          <a:p>
            <a:pPr indent="-238125" lvl="0" marL="238125" marR="0" rtl="0" algn="l">
              <a:spcBef>
                <a:spcPts val="0"/>
              </a:spcBef>
              <a:spcAft>
                <a:spcPts val="0"/>
              </a:spcAft>
              <a:buClr>
                <a:schemeClr val="lt1"/>
              </a:buClr>
              <a:buSzPts val="2400"/>
              <a:buFont typeface="Arial"/>
              <a:buChar char="•"/>
            </a:pPr>
            <a:r>
              <a:rPr b="1" lang="en-US" sz="2000" u="sng">
                <a:solidFill>
                  <a:schemeClr val="lt1"/>
                </a:solidFill>
                <a:latin typeface="Calibri"/>
                <a:ea typeface="Calibri"/>
                <a:cs typeface="Calibri"/>
                <a:sym typeface="Calibri"/>
              </a:rPr>
              <a:t>Precision</a:t>
            </a:r>
            <a:r>
              <a:rPr lang="en-US" sz="2000">
                <a:solidFill>
                  <a:schemeClr val="lt1"/>
                </a:solidFill>
                <a:latin typeface="Calibri"/>
                <a:ea typeface="Calibri"/>
                <a:cs typeface="Calibri"/>
                <a:sym typeface="Calibri"/>
              </a:rPr>
              <a:t xml:space="preserve"> = TP / (TP + FP) = 8 / (8 + 2) = 80%</a:t>
            </a:r>
            <a:endParaRPr/>
          </a:p>
          <a:p>
            <a:pPr indent="-285750" lvl="1" marL="666750" marR="0" rtl="0" algn="l">
              <a:spcBef>
                <a:spcPts val="1000"/>
              </a:spcBef>
              <a:spcAft>
                <a:spcPts val="0"/>
              </a:spcAft>
              <a:buClr>
                <a:srgbClr val="F7CAAC"/>
              </a:buClr>
              <a:buSzPts val="2400"/>
              <a:buFont typeface="Courier New"/>
              <a:buChar char="o"/>
            </a:pPr>
            <a:r>
              <a:rPr b="0" i="0" lang="en-US" sz="2000" u="none" cap="none" strike="noStrike">
                <a:solidFill>
                  <a:srgbClr val="F7CAAC"/>
                </a:solidFill>
                <a:latin typeface="Calibri"/>
                <a:ea typeface="Calibri"/>
                <a:cs typeface="Calibri"/>
                <a:sym typeface="Calibri"/>
              </a:rPr>
              <a:t>When the model warned of a failure, it was right 80% of the time.</a:t>
            </a:r>
            <a:endParaRPr/>
          </a:p>
          <a:p>
            <a:pPr indent="-238125" lvl="0" marL="238125" marR="0" rtl="0" algn="l">
              <a:spcBef>
                <a:spcPts val="0"/>
              </a:spcBef>
              <a:spcAft>
                <a:spcPts val="0"/>
              </a:spcAft>
              <a:buClr>
                <a:schemeClr val="lt1"/>
              </a:buClr>
              <a:buSzPts val="2400"/>
              <a:buFont typeface="Arial"/>
              <a:buChar char="•"/>
            </a:pPr>
            <a:r>
              <a:rPr b="1" lang="en-US" sz="2000" u="sng">
                <a:solidFill>
                  <a:schemeClr val="lt1"/>
                </a:solidFill>
                <a:latin typeface="Calibri"/>
                <a:ea typeface="Calibri"/>
                <a:cs typeface="Calibri"/>
                <a:sym typeface="Calibri"/>
              </a:rPr>
              <a:t>Recall</a:t>
            </a:r>
            <a:r>
              <a:rPr lang="en-US" sz="2000">
                <a:solidFill>
                  <a:schemeClr val="lt1"/>
                </a:solidFill>
                <a:latin typeface="Calibri"/>
                <a:ea typeface="Calibri"/>
                <a:cs typeface="Calibri"/>
                <a:sym typeface="Calibri"/>
              </a:rPr>
              <a:t xml:space="preserve"> = TP / (TP + FN) = 8 / (8 + 3) = about 73%</a:t>
            </a:r>
            <a:endParaRPr/>
          </a:p>
          <a:p>
            <a:pPr indent="-285750" lvl="1" marL="666750" marR="0" rtl="0" algn="l">
              <a:spcBef>
                <a:spcPts val="1000"/>
              </a:spcBef>
              <a:spcAft>
                <a:spcPts val="0"/>
              </a:spcAft>
              <a:buClr>
                <a:srgbClr val="F7CAAC"/>
              </a:buClr>
              <a:buSzPts val="2400"/>
              <a:buFont typeface="Courier New"/>
              <a:buChar char="o"/>
            </a:pPr>
            <a:r>
              <a:rPr b="0" i="0" lang="en-US" sz="2000" u="none" cap="none" strike="noStrike">
                <a:solidFill>
                  <a:srgbClr val="F7CAAC"/>
                </a:solidFill>
                <a:latin typeface="Calibri"/>
                <a:ea typeface="Calibri"/>
                <a:cs typeface="Calibri"/>
                <a:sym typeface="Calibri"/>
              </a:rPr>
              <a:t>The model caught 73% of real failures. It missed 3.</a:t>
            </a:r>
            <a:endParaRPr/>
          </a:p>
          <a:p>
            <a:pPr indent="-238125" lvl="0" marL="238125" marR="0" rtl="0" algn="l">
              <a:spcBef>
                <a:spcPts val="0"/>
              </a:spcBef>
              <a:spcAft>
                <a:spcPts val="0"/>
              </a:spcAft>
              <a:buClr>
                <a:schemeClr val="lt1"/>
              </a:buClr>
              <a:buSzPts val="2400"/>
              <a:buFont typeface="Arial"/>
              <a:buChar char="•"/>
            </a:pPr>
            <a:r>
              <a:rPr b="1" lang="en-US" sz="2000" u="sng">
                <a:solidFill>
                  <a:schemeClr val="lt1"/>
                </a:solidFill>
                <a:latin typeface="Calibri"/>
                <a:ea typeface="Calibri"/>
                <a:cs typeface="Calibri"/>
                <a:sym typeface="Calibri"/>
              </a:rPr>
              <a:t>F1 Score</a:t>
            </a:r>
            <a:r>
              <a:rPr lang="en-US" sz="2000">
                <a:solidFill>
                  <a:schemeClr val="lt1"/>
                </a:solidFill>
                <a:latin typeface="Calibri"/>
                <a:ea typeface="Calibri"/>
                <a:cs typeface="Calibri"/>
                <a:sym typeface="Calibri"/>
              </a:rPr>
              <a:t xml:space="preserve"> = 2 x (0.80 x 0.73) / (0.80 + 0.73) = about 76%</a:t>
            </a:r>
            <a:endParaRPr/>
          </a:p>
          <a:p>
            <a:pPr indent="-285750" lvl="1" marL="666750" marR="0" rtl="0" algn="l">
              <a:spcBef>
                <a:spcPts val="1000"/>
              </a:spcBef>
              <a:spcAft>
                <a:spcPts val="0"/>
              </a:spcAft>
              <a:buClr>
                <a:srgbClr val="F7CAAC"/>
              </a:buClr>
              <a:buSzPts val="2400"/>
              <a:buFont typeface="Courier New"/>
              <a:buChar char="o"/>
            </a:pPr>
            <a:r>
              <a:rPr b="0" i="0" lang="en-US" sz="2000" u="none" cap="none" strike="noStrike">
                <a:solidFill>
                  <a:srgbClr val="F7CAAC"/>
                </a:solidFill>
                <a:latin typeface="Calibri"/>
                <a:ea typeface="Calibri"/>
                <a:cs typeface="Calibri"/>
                <a:sym typeface="Calibri"/>
              </a:rPr>
              <a:t>One score that balances catching failures and avoiding false alarms.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Effect filter="fade" transition="in">
                                      <p:cBhvr>
                                        <p:cTn dur="500"/>
                                        <p:tgtEl>
                                          <p:spTgt spid="18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preencoded.png" id="189" name="Google Shape;189;p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0" name="Google Shape;190;p2"/>
          <p:cNvSpPr/>
          <p:nvPr/>
        </p:nvSpPr>
        <p:spPr>
          <a:xfrm>
            <a:off x="0" y="0"/>
            <a:ext cx="12192000" cy="6858000"/>
          </a:xfrm>
          <a:prstGeom prst="rect">
            <a:avLst/>
          </a:prstGeom>
          <a:solidFill>
            <a:srgbClr val="181616">
              <a:alpha val="80000"/>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91" name="Google Shape;191;p2"/>
          <p:cNvSpPr/>
          <p:nvPr/>
        </p:nvSpPr>
        <p:spPr>
          <a:xfrm>
            <a:off x="567536" y="600982"/>
            <a:ext cx="8817000" cy="665500"/>
          </a:xfrm>
          <a:prstGeom prst="rect">
            <a:avLst/>
          </a:prstGeom>
          <a:noFill/>
          <a:ln>
            <a:noFill/>
          </a:ln>
        </p:spPr>
        <p:txBody>
          <a:bodyPr anchorCtr="0" anchor="t" bIns="0" lIns="0" spcFirstLastPara="1" rIns="0" wrap="square" tIns="0">
            <a:noAutofit/>
          </a:bodyPr>
          <a:lstStyle/>
          <a:p>
            <a:pPr indent="0" lvl="0" marL="0" marR="0" rtl="0" algn="l">
              <a:lnSpc>
                <a:spcPct val="101041"/>
              </a:lnSpc>
              <a:spcBef>
                <a:spcPts val="0"/>
              </a:spcBef>
              <a:spcAft>
                <a:spcPts val="0"/>
              </a:spcAft>
              <a:buClr>
                <a:srgbClr val="DDDDDD"/>
              </a:buClr>
              <a:buSzPts val="4800"/>
              <a:buFont typeface="Mona Sans SemiBold"/>
              <a:buNone/>
            </a:pPr>
            <a:r>
              <a:rPr b="1" lang="en-US" sz="4000">
                <a:solidFill>
                  <a:srgbClr val="DDDDDD"/>
                </a:solidFill>
                <a:latin typeface="Mona Sans SemiBold"/>
                <a:ea typeface="Mona Sans SemiBold"/>
                <a:cs typeface="Mona Sans SemiBold"/>
                <a:sym typeface="Mona Sans SemiBold"/>
              </a:rPr>
              <a:t>The Problem (manufacturing)</a:t>
            </a:r>
            <a:endParaRPr sz="4000">
              <a:solidFill>
                <a:schemeClr val="dk1"/>
              </a:solidFill>
              <a:latin typeface="Calibri"/>
              <a:ea typeface="Calibri"/>
              <a:cs typeface="Calibri"/>
              <a:sym typeface="Calibri"/>
            </a:endParaRPr>
          </a:p>
        </p:txBody>
      </p:sp>
      <p:sp>
        <p:nvSpPr>
          <p:cNvPr id="192" name="Google Shape;192;p2"/>
          <p:cNvSpPr/>
          <p:nvPr/>
        </p:nvSpPr>
        <p:spPr>
          <a:xfrm>
            <a:off x="1079026" y="2445262"/>
            <a:ext cx="4324182" cy="2677321"/>
          </a:xfrm>
          <a:prstGeom prst="roundRect">
            <a:avLst>
              <a:gd fmla="val 5647" name="adj"/>
            </a:avLst>
          </a:prstGeom>
          <a:solidFill>
            <a:srgbClr val="404040"/>
          </a:solidFill>
          <a:ln cap="flat" cmpd="sng" w="7938">
            <a:solidFill>
              <a:srgbClr val="595959"/>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2333">
              <a:solidFill>
                <a:schemeClr val="dk1"/>
              </a:solidFill>
              <a:latin typeface="Calibri"/>
              <a:ea typeface="Calibri"/>
              <a:cs typeface="Calibri"/>
              <a:sym typeface="Calibri"/>
            </a:endParaRPr>
          </a:p>
        </p:txBody>
      </p:sp>
      <p:sp>
        <p:nvSpPr>
          <p:cNvPr id="193" name="Google Shape;193;p2"/>
          <p:cNvSpPr/>
          <p:nvPr/>
        </p:nvSpPr>
        <p:spPr>
          <a:xfrm>
            <a:off x="1225895" y="2754083"/>
            <a:ext cx="3637500" cy="258500"/>
          </a:xfrm>
          <a:prstGeom prst="rect">
            <a:avLst/>
          </a:prstGeom>
          <a:noFill/>
          <a:ln>
            <a:noFill/>
          </a:ln>
        </p:spPr>
        <p:txBody>
          <a:bodyPr anchorCtr="0" anchor="t" bIns="0" lIns="0" spcFirstLastPara="1" rIns="0" wrap="square" tIns="0">
            <a:noAutofit/>
          </a:bodyPr>
          <a:lstStyle/>
          <a:p>
            <a:pPr indent="0" lvl="0" marL="0" marR="0" rtl="0" algn="l">
              <a:lnSpc>
                <a:spcPct val="66666"/>
              </a:lnSpc>
              <a:spcBef>
                <a:spcPts val="0"/>
              </a:spcBef>
              <a:spcAft>
                <a:spcPts val="0"/>
              </a:spcAft>
              <a:buClr>
                <a:srgbClr val="FFFFFF"/>
              </a:buClr>
              <a:buSzPts val="3600"/>
              <a:buFont typeface="Mona Sans SemiBold"/>
              <a:buNone/>
            </a:pPr>
            <a:r>
              <a:rPr b="1" lang="en-US" sz="3000">
                <a:solidFill>
                  <a:srgbClr val="FFFFFF"/>
                </a:solidFill>
                <a:latin typeface="Mona Sans SemiBold"/>
                <a:ea typeface="Mona Sans SemiBold"/>
                <a:cs typeface="Mona Sans SemiBold"/>
                <a:sym typeface="Mona Sans SemiBold"/>
              </a:rPr>
              <a:t>Cost of Downtime</a:t>
            </a:r>
            <a:r>
              <a:rPr b="1" baseline="30000" lang="en-US" sz="3000">
                <a:solidFill>
                  <a:srgbClr val="FFFFFF"/>
                </a:solidFill>
                <a:latin typeface="Mona Sans SemiBold"/>
                <a:ea typeface="Mona Sans SemiBold"/>
                <a:cs typeface="Mona Sans SemiBold"/>
                <a:sym typeface="Mona Sans SemiBold"/>
              </a:rPr>
              <a:t>1</a:t>
            </a:r>
            <a:endParaRPr baseline="30000" sz="3000">
              <a:solidFill>
                <a:schemeClr val="dk1"/>
              </a:solidFill>
              <a:latin typeface="Calibri"/>
              <a:ea typeface="Calibri"/>
              <a:cs typeface="Calibri"/>
              <a:sym typeface="Calibri"/>
            </a:endParaRPr>
          </a:p>
        </p:txBody>
      </p:sp>
      <p:sp>
        <p:nvSpPr>
          <p:cNvPr id="194" name="Google Shape;194;p2"/>
          <p:cNvSpPr/>
          <p:nvPr/>
        </p:nvSpPr>
        <p:spPr>
          <a:xfrm>
            <a:off x="1225887" y="3194224"/>
            <a:ext cx="3993292" cy="529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200"/>
              <a:buFont typeface="Funnel Sans"/>
              <a:buNone/>
            </a:pPr>
            <a:r>
              <a:rPr lang="en-US" sz="2667">
                <a:solidFill>
                  <a:srgbClr val="FFFFFF"/>
                </a:solidFill>
                <a:latin typeface="Funnel Sans"/>
                <a:ea typeface="Funnel Sans"/>
                <a:cs typeface="Funnel Sans"/>
                <a:sym typeface="Funnel Sans"/>
              </a:rPr>
              <a:t>Unplanned downtime costs the world's 500 largest companies about $1.4 trillion a year.</a:t>
            </a:r>
            <a:endParaRPr sz="2667">
              <a:solidFill>
                <a:schemeClr val="dk1"/>
              </a:solidFill>
              <a:latin typeface="Calibri"/>
              <a:ea typeface="Calibri"/>
              <a:cs typeface="Calibri"/>
              <a:sym typeface="Calibri"/>
            </a:endParaRPr>
          </a:p>
        </p:txBody>
      </p:sp>
      <p:sp>
        <p:nvSpPr>
          <p:cNvPr id="195" name="Google Shape;195;p2"/>
          <p:cNvSpPr/>
          <p:nvPr/>
        </p:nvSpPr>
        <p:spPr>
          <a:xfrm>
            <a:off x="6641809" y="2445262"/>
            <a:ext cx="4324304" cy="2677321"/>
          </a:xfrm>
          <a:prstGeom prst="roundRect">
            <a:avLst>
              <a:gd fmla="val 5647" name="adj"/>
            </a:avLst>
          </a:prstGeom>
          <a:solidFill>
            <a:srgbClr val="404040"/>
          </a:solidFill>
          <a:ln cap="flat" cmpd="sng" w="7938">
            <a:solidFill>
              <a:srgbClr val="595959"/>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3333">
              <a:solidFill>
                <a:schemeClr val="dk1"/>
              </a:solidFill>
              <a:latin typeface="Calibri"/>
              <a:ea typeface="Calibri"/>
              <a:cs typeface="Calibri"/>
              <a:sym typeface="Calibri"/>
            </a:endParaRPr>
          </a:p>
        </p:txBody>
      </p:sp>
      <p:sp>
        <p:nvSpPr>
          <p:cNvPr id="196" name="Google Shape;196;p2"/>
          <p:cNvSpPr/>
          <p:nvPr/>
        </p:nvSpPr>
        <p:spPr>
          <a:xfrm>
            <a:off x="6865646" y="2739938"/>
            <a:ext cx="3865000" cy="258500"/>
          </a:xfrm>
          <a:prstGeom prst="rect">
            <a:avLst/>
          </a:prstGeom>
          <a:noFill/>
          <a:ln>
            <a:noFill/>
          </a:ln>
        </p:spPr>
        <p:txBody>
          <a:bodyPr anchorCtr="0" anchor="t" bIns="0" lIns="0" spcFirstLastPara="1" rIns="0" wrap="square" tIns="0">
            <a:noAutofit/>
          </a:bodyPr>
          <a:lstStyle/>
          <a:p>
            <a:pPr indent="0" lvl="0" marL="0" marR="0" rtl="0" algn="l">
              <a:lnSpc>
                <a:spcPct val="66666"/>
              </a:lnSpc>
              <a:spcBef>
                <a:spcPts val="0"/>
              </a:spcBef>
              <a:spcAft>
                <a:spcPts val="0"/>
              </a:spcAft>
              <a:buClr>
                <a:srgbClr val="FFFFFF"/>
              </a:buClr>
              <a:buSzPts val="3600"/>
              <a:buFont typeface="Mona Sans SemiBold"/>
              <a:buNone/>
            </a:pPr>
            <a:r>
              <a:rPr b="1" lang="en-US" sz="3000">
                <a:solidFill>
                  <a:srgbClr val="FFFFFF"/>
                </a:solidFill>
                <a:latin typeface="Mona Sans SemiBold"/>
                <a:ea typeface="Mona Sans SemiBold"/>
                <a:cs typeface="Mona Sans SemiBold"/>
                <a:sym typeface="Mona Sans SemiBold"/>
              </a:rPr>
              <a:t>Cost per Hour</a:t>
            </a:r>
            <a:r>
              <a:rPr b="1" baseline="30000" lang="en-US" sz="3000">
                <a:solidFill>
                  <a:srgbClr val="FFFFFF"/>
                </a:solidFill>
                <a:latin typeface="Mona Sans SemiBold"/>
                <a:ea typeface="Mona Sans SemiBold"/>
                <a:cs typeface="Mona Sans SemiBold"/>
                <a:sym typeface="Mona Sans SemiBold"/>
              </a:rPr>
              <a:t>1</a:t>
            </a:r>
            <a:endParaRPr baseline="30000" sz="3000">
              <a:solidFill>
                <a:schemeClr val="dk1"/>
              </a:solidFill>
              <a:latin typeface="Calibri"/>
              <a:ea typeface="Calibri"/>
              <a:cs typeface="Calibri"/>
              <a:sym typeface="Calibri"/>
            </a:endParaRPr>
          </a:p>
        </p:txBody>
      </p:sp>
      <p:sp>
        <p:nvSpPr>
          <p:cNvPr id="197" name="Google Shape;197;p2"/>
          <p:cNvSpPr/>
          <p:nvPr/>
        </p:nvSpPr>
        <p:spPr>
          <a:xfrm>
            <a:off x="6865649" y="3147656"/>
            <a:ext cx="3169543" cy="529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200"/>
              <a:buFont typeface="Funnel Sans"/>
              <a:buNone/>
            </a:pPr>
            <a:r>
              <a:rPr lang="en-US" sz="2667">
                <a:solidFill>
                  <a:srgbClr val="FFFFFF"/>
                </a:solidFill>
                <a:latin typeface="Funnel Sans"/>
                <a:ea typeface="Funnel Sans"/>
                <a:cs typeface="Funnel Sans"/>
                <a:sym typeface="Funnel Sans"/>
              </a:rPr>
              <a:t>A large automotive plant loses about $2.3 million for every hour it stands still.</a:t>
            </a:r>
            <a:endParaRPr sz="2667">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par>
                                <p:cTn fill="hold" nodeType="with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par>
                                <p:cTn fill="hold" nodeType="with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descr="preencoded.png" id="203" name="Google Shape;203;p3"/>
          <p:cNvPicPr preferRelativeResize="0"/>
          <p:nvPr/>
        </p:nvPicPr>
        <p:blipFill rotWithShape="1">
          <a:blip r:embed="rId3">
            <a:alphaModFix/>
          </a:blip>
          <a:srcRect b="0" l="0" r="0" t="0"/>
          <a:stretch/>
        </p:blipFill>
        <p:spPr>
          <a:xfrm>
            <a:off x="7162800" y="0"/>
            <a:ext cx="5029200" cy="6858000"/>
          </a:xfrm>
          <a:prstGeom prst="rect">
            <a:avLst/>
          </a:prstGeom>
          <a:noFill/>
          <a:ln>
            <a:noFill/>
          </a:ln>
        </p:spPr>
      </p:pic>
      <p:sp>
        <p:nvSpPr>
          <p:cNvPr id="204" name="Google Shape;204;p3"/>
          <p:cNvSpPr/>
          <p:nvPr/>
        </p:nvSpPr>
        <p:spPr>
          <a:xfrm>
            <a:off x="661492" y="701477"/>
            <a:ext cx="6410821" cy="1033462"/>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DDDDD"/>
              </a:buClr>
              <a:buSzPts val="3900"/>
              <a:buFont typeface="Mona Sans SemiBold"/>
              <a:buNone/>
            </a:pPr>
            <a:r>
              <a:rPr b="1" lang="en-US" sz="3250">
                <a:solidFill>
                  <a:srgbClr val="DDDDDD"/>
                </a:solidFill>
                <a:latin typeface="Mona Sans SemiBold"/>
                <a:ea typeface="Mona Sans SemiBold"/>
                <a:cs typeface="Mona Sans SemiBold"/>
                <a:sym typeface="Mona Sans SemiBold"/>
              </a:rPr>
              <a:t>The Solution – Predictive Maintenance</a:t>
            </a:r>
            <a:endParaRPr sz="3250">
              <a:solidFill>
                <a:schemeClr val="dk1"/>
              </a:solidFill>
              <a:latin typeface="Calibri"/>
              <a:ea typeface="Calibri"/>
              <a:cs typeface="Calibri"/>
              <a:sym typeface="Calibri"/>
            </a:endParaRPr>
          </a:p>
        </p:txBody>
      </p:sp>
      <p:sp>
        <p:nvSpPr>
          <p:cNvPr id="205" name="Google Shape;205;p3"/>
          <p:cNvSpPr/>
          <p:nvPr/>
        </p:nvSpPr>
        <p:spPr>
          <a:xfrm>
            <a:off x="542438" y="2144312"/>
            <a:ext cx="3185000" cy="3969000"/>
          </a:xfrm>
          <a:prstGeom prst="roundRect">
            <a:avLst>
              <a:gd fmla="val 3739" name="adj"/>
            </a:avLst>
          </a:prstGeom>
          <a:solidFill>
            <a:srgbClr val="424242">
              <a:alpha val="9490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06" name="Google Shape;206;p3"/>
          <p:cNvSpPr/>
          <p:nvPr/>
        </p:nvSpPr>
        <p:spPr>
          <a:xfrm>
            <a:off x="707728" y="2309613"/>
            <a:ext cx="2067421" cy="258465"/>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DDDDD"/>
              </a:buClr>
              <a:buSzPts val="1950"/>
              <a:buFont typeface="Mona Sans SemiBold"/>
              <a:buNone/>
            </a:pPr>
            <a:r>
              <a:rPr b="1" lang="en-US" sz="1625">
                <a:solidFill>
                  <a:srgbClr val="DDDDDD"/>
                </a:solidFill>
                <a:latin typeface="Mona Sans SemiBold"/>
                <a:ea typeface="Mona Sans SemiBold"/>
                <a:cs typeface="Mona Sans SemiBold"/>
                <a:sym typeface="Mona Sans SemiBold"/>
              </a:rPr>
              <a:t>Definition</a:t>
            </a:r>
            <a:endParaRPr sz="1625">
              <a:solidFill>
                <a:schemeClr val="dk1"/>
              </a:solidFill>
              <a:latin typeface="Calibri"/>
              <a:ea typeface="Calibri"/>
              <a:cs typeface="Calibri"/>
              <a:sym typeface="Calibri"/>
            </a:endParaRPr>
          </a:p>
        </p:txBody>
      </p:sp>
      <p:sp>
        <p:nvSpPr>
          <p:cNvPr id="207" name="Google Shape;207;p3"/>
          <p:cNvSpPr/>
          <p:nvPr/>
        </p:nvSpPr>
        <p:spPr>
          <a:xfrm>
            <a:off x="707728" y="2733377"/>
            <a:ext cx="2854325" cy="529232"/>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FFFFFF"/>
              </a:buClr>
              <a:buSzPts val="1800"/>
              <a:buFont typeface="Funnel Sans"/>
              <a:buNone/>
            </a:pPr>
            <a:r>
              <a:rPr lang="en-US" sz="1500">
                <a:solidFill>
                  <a:srgbClr val="FFFFFF"/>
                </a:solidFill>
                <a:latin typeface="Funnel Sans"/>
                <a:ea typeface="Funnel Sans"/>
                <a:cs typeface="Funnel Sans"/>
                <a:sym typeface="Funnel Sans"/>
              </a:rPr>
              <a:t>Predict failures </a:t>
            </a:r>
            <a:r>
              <a:rPr i="1" lang="en-US" sz="1500">
                <a:solidFill>
                  <a:srgbClr val="FFFFFF"/>
                </a:solidFill>
                <a:latin typeface="Funnel Sans"/>
                <a:ea typeface="Funnel Sans"/>
                <a:cs typeface="Funnel Sans"/>
                <a:sym typeface="Funnel Sans"/>
              </a:rPr>
              <a:t>before</a:t>
            </a:r>
            <a:r>
              <a:rPr lang="en-US" sz="1500">
                <a:solidFill>
                  <a:srgbClr val="FFFFFF"/>
                </a:solidFill>
                <a:latin typeface="Funnel Sans"/>
                <a:ea typeface="Funnel Sans"/>
                <a:cs typeface="Funnel Sans"/>
                <a:sym typeface="Funnel Sans"/>
              </a:rPr>
              <a:t> they happen using data.</a:t>
            </a:r>
            <a:endParaRPr sz="1500">
              <a:solidFill>
                <a:schemeClr val="dk1"/>
              </a:solidFill>
              <a:latin typeface="Calibri"/>
              <a:ea typeface="Calibri"/>
              <a:cs typeface="Calibri"/>
              <a:sym typeface="Calibri"/>
            </a:endParaRPr>
          </a:p>
        </p:txBody>
      </p:sp>
      <p:sp>
        <p:nvSpPr>
          <p:cNvPr id="208" name="Google Shape;208;p3"/>
          <p:cNvSpPr/>
          <p:nvPr/>
        </p:nvSpPr>
        <p:spPr>
          <a:xfrm>
            <a:off x="707728" y="3427908"/>
            <a:ext cx="2067421" cy="258465"/>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DDDDD"/>
              </a:buClr>
              <a:buSzPts val="1950"/>
              <a:buFont typeface="Mona Sans SemiBold"/>
              <a:buNone/>
            </a:pPr>
            <a:r>
              <a:rPr b="1" lang="en-US" sz="1625">
                <a:solidFill>
                  <a:srgbClr val="DDDDDD"/>
                </a:solidFill>
                <a:latin typeface="Mona Sans SemiBold"/>
                <a:ea typeface="Mona Sans SemiBold"/>
                <a:cs typeface="Mona Sans SemiBold"/>
                <a:sym typeface="Mona Sans SemiBold"/>
              </a:rPr>
              <a:t>How it works</a:t>
            </a:r>
            <a:endParaRPr sz="1625">
              <a:solidFill>
                <a:schemeClr val="dk1"/>
              </a:solidFill>
              <a:latin typeface="Calibri"/>
              <a:ea typeface="Calibri"/>
              <a:cs typeface="Calibri"/>
              <a:sym typeface="Calibri"/>
            </a:endParaRPr>
          </a:p>
        </p:txBody>
      </p:sp>
      <p:sp>
        <p:nvSpPr>
          <p:cNvPr id="209" name="Google Shape;209;p3"/>
          <p:cNvSpPr/>
          <p:nvPr/>
        </p:nvSpPr>
        <p:spPr>
          <a:xfrm>
            <a:off x="707728" y="3851672"/>
            <a:ext cx="2854325" cy="2025848"/>
          </a:xfrm>
          <a:prstGeom prst="rect">
            <a:avLst/>
          </a:prstGeom>
          <a:noFill/>
          <a:ln>
            <a:noFill/>
          </a:ln>
        </p:spPr>
        <p:txBody>
          <a:bodyPr anchorCtr="0" anchor="t" bIns="0" lIns="0" spcFirstLastPara="1" rIns="0" wrap="square" tIns="0">
            <a:noAutofit/>
          </a:bodyPr>
          <a:lstStyle/>
          <a:p>
            <a:pPr indent="-285750" lvl="0" marL="285750" marR="0" rtl="0" algn="l">
              <a:lnSpc>
                <a:spcPct val="138888"/>
              </a:lnSpc>
              <a:spcBef>
                <a:spcPts val="0"/>
              </a:spcBef>
              <a:spcAft>
                <a:spcPts val="0"/>
              </a:spcAft>
              <a:buClr>
                <a:srgbClr val="FFFFFF"/>
              </a:buClr>
              <a:buSzPts val="1800"/>
              <a:buFont typeface="Funnel Sans"/>
              <a:buChar char="•"/>
            </a:pPr>
            <a:r>
              <a:rPr lang="en-US" sz="1500">
                <a:solidFill>
                  <a:srgbClr val="FFFFFF"/>
                </a:solidFill>
                <a:latin typeface="Funnel Sans"/>
                <a:ea typeface="Funnel Sans"/>
                <a:cs typeface="Funnel Sans"/>
                <a:sym typeface="Funnel Sans"/>
              </a:rPr>
              <a:t>Collect data from machines (temperature, vibration, etc.)</a:t>
            </a:r>
            <a:endParaRPr sz="1500">
              <a:solidFill>
                <a:schemeClr val="dk1"/>
              </a:solidFill>
              <a:latin typeface="Calibri"/>
              <a:ea typeface="Calibri"/>
              <a:cs typeface="Calibri"/>
              <a:sym typeface="Calibri"/>
            </a:endParaRPr>
          </a:p>
          <a:p>
            <a:pPr indent="-285750" lvl="0" marL="285750" marR="0" rtl="0" algn="l">
              <a:lnSpc>
                <a:spcPct val="138888"/>
              </a:lnSpc>
              <a:spcBef>
                <a:spcPts val="1000"/>
              </a:spcBef>
              <a:spcAft>
                <a:spcPts val="0"/>
              </a:spcAft>
              <a:buClr>
                <a:srgbClr val="FFFFFF"/>
              </a:buClr>
              <a:buSzPts val="1800"/>
              <a:buFont typeface="Funnel Sans"/>
              <a:buChar char="•"/>
            </a:pPr>
            <a:r>
              <a:rPr lang="en-US" sz="1500">
                <a:solidFill>
                  <a:srgbClr val="FFFFFF"/>
                </a:solidFill>
                <a:latin typeface="Funnel Sans"/>
                <a:ea typeface="Funnel Sans"/>
                <a:cs typeface="Funnel Sans"/>
                <a:sym typeface="Funnel Sans"/>
              </a:rPr>
              <a:t>Analyze the data to find patterns</a:t>
            </a:r>
            <a:endParaRPr sz="1500">
              <a:solidFill>
                <a:schemeClr val="dk1"/>
              </a:solidFill>
              <a:latin typeface="Calibri"/>
              <a:ea typeface="Calibri"/>
              <a:cs typeface="Calibri"/>
              <a:sym typeface="Calibri"/>
            </a:endParaRPr>
          </a:p>
          <a:p>
            <a:pPr indent="-285750" lvl="0" marL="285750" marR="0" rtl="0" algn="l">
              <a:lnSpc>
                <a:spcPct val="138888"/>
              </a:lnSpc>
              <a:spcBef>
                <a:spcPts val="1000"/>
              </a:spcBef>
              <a:spcAft>
                <a:spcPts val="0"/>
              </a:spcAft>
              <a:buClr>
                <a:srgbClr val="FFFFFF"/>
              </a:buClr>
              <a:buSzPts val="1800"/>
              <a:buFont typeface="Funnel Sans"/>
              <a:buChar char="•"/>
            </a:pPr>
            <a:r>
              <a:rPr lang="en-US" sz="1500">
                <a:solidFill>
                  <a:srgbClr val="FFFFFF"/>
                </a:solidFill>
                <a:latin typeface="Funnel Sans"/>
                <a:ea typeface="Funnel Sans"/>
                <a:cs typeface="Funnel Sans"/>
                <a:sym typeface="Funnel Sans"/>
              </a:rPr>
              <a:t>Predict when a failure is likely and take action.</a:t>
            </a:r>
            <a:endParaRPr sz="1500">
              <a:solidFill>
                <a:schemeClr val="dk1"/>
              </a:solidFill>
              <a:latin typeface="Calibri"/>
              <a:ea typeface="Calibri"/>
              <a:cs typeface="Calibri"/>
              <a:sym typeface="Calibri"/>
            </a:endParaRPr>
          </a:p>
        </p:txBody>
      </p:sp>
      <p:sp>
        <p:nvSpPr>
          <p:cNvPr id="210" name="Google Shape;210;p3"/>
          <p:cNvSpPr/>
          <p:nvPr/>
        </p:nvSpPr>
        <p:spPr>
          <a:xfrm>
            <a:off x="4018062" y="2148284"/>
            <a:ext cx="2067421" cy="25846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DDDDD"/>
              </a:buClr>
              <a:buSzPts val="2400"/>
              <a:buFont typeface="Mona Sans SemiBold"/>
              <a:buNone/>
            </a:pPr>
            <a:r>
              <a:rPr b="1" lang="en-US" sz="2000">
                <a:solidFill>
                  <a:srgbClr val="DDDDDD"/>
                </a:solidFill>
                <a:latin typeface="Mona Sans SemiBold"/>
                <a:ea typeface="Mona Sans SemiBold"/>
                <a:cs typeface="Mona Sans SemiBold"/>
                <a:sym typeface="Mona Sans SemiBold"/>
              </a:rPr>
              <a:t>Impact</a:t>
            </a:r>
            <a:r>
              <a:rPr b="1" baseline="30000" lang="en-US" sz="2000">
                <a:solidFill>
                  <a:srgbClr val="DDDDDD"/>
                </a:solidFill>
                <a:latin typeface="Mona Sans SemiBold"/>
                <a:ea typeface="Mona Sans SemiBold"/>
                <a:cs typeface="Mona Sans SemiBold"/>
                <a:sym typeface="Mona Sans SemiBold"/>
              </a:rPr>
              <a:t>3</a:t>
            </a:r>
            <a:endParaRPr baseline="30000" sz="2000">
              <a:solidFill>
                <a:schemeClr val="dk1"/>
              </a:solidFill>
              <a:latin typeface="Calibri"/>
              <a:ea typeface="Calibri"/>
              <a:cs typeface="Calibri"/>
              <a:sym typeface="Calibri"/>
            </a:endParaRPr>
          </a:p>
        </p:txBody>
      </p:sp>
      <p:sp>
        <p:nvSpPr>
          <p:cNvPr id="211" name="Google Shape;211;p3"/>
          <p:cNvSpPr/>
          <p:nvPr/>
        </p:nvSpPr>
        <p:spPr>
          <a:xfrm>
            <a:off x="4018062" y="2675433"/>
            <a:ext cx="2946797" cy="54580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F8F8F"/>
              </a:buClr>
              <a:buSzPts val="5150"/>
              <a:buFont typeface="Mona Sans SemiBold"/>
              <a:buNone/>
            </a:pPr>
            <a:r>
              <a:rPr b="1" lang="en-US" sz="4292">
                <a:solidFill>
                  <a:srgbClr val="8F8F8F"/>
                </a:solidFill>
                <a:latin typeface="Mona Sans SemiBold"/>
                <a:ea typeface="Mona Sans SemiBold"/>
                <a:cs typeface="Mona Sans SemiBold"/>
                <a:sym typeface="Mona Sans SemiBold"/>
              </a:rPr>
              <a:t>27</a:t>
            </a:r>
            <a:endParaRPr sz="4292">
              <a:solidFill>
                <a:schemeClr val="dk1"/>
              </a:solidFill>
              <a:latin typeface="Calibri"/>
              <a:ea typeface="Calibri"/>
              <a:cs typeface="Calibri"/>
              <a:sym typeface="Calibri"/>
            </a:endParaRPr>
          </a:p>
        </p:txBody>
      </p:sp>
      <p:sp>
        <p:nvSpPr>
          <p:cNvPr id="212" name="Google Shape;212;p3"/>
          <p:cNvSpPr/>
          <p:nvPr/>
        </p:nvSpPr>
        <p:spPr>
          <a:xfrm>
            <a:off x="4457700" y="3427908"/>
            <a:ext cx="2067421" cy="258465"/>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8F8F8F"/>
              </a:buClr>
              <a:buSzPts val="1950"/>
              <a:buFont typeface="Mona Sans SemiBold"/>
              <a:buNone/>
            </a:pPr>
            <a:r>
              <a:rPr b="1" lang="en-US" sz="1625">
                <a:solidFill>
                  <a:srgbClr val="8F8F8F"/>
                </a:solidFill>
                <a:latin typeface="Mona Sans SemiBold"/>
                <a:ea typeface="Mona Sans SemiBold"/>
                <a:cs typeface="Mona Sans SemiBold"/>
                <a:sym typeface="Mona Sans SemiBold"/>
              </a:rPr>
              <a:t>Downtime Hours</a:t>
            </a:r>
            <a:endParaRPr sz="1625">
              <a:solidFill>
                <a:schemeClr val="dk1"/>
              </a:solidFill>
              <a:latin typeface="Calibri"/>
              <a:ea typeface="Calibri"/>
              <a:cs typeface="Calibri"/>
              <a:sym typeface="Calibri"/>
            </a:endParaRPr>
          </a:p>
        </p:txBody>
      </p:sp>
      <p:sp>
        <p:nvSpPr>
          <p:cNvPr id="213" name="Google Shape;213;p3"/>
          <p:cNvSpPr/>
          <p:nvPr/>
        </p:nvSpPr>
        <p:spPr>
          <a:xfrm>
            <a:off x="4018062" y="3851672"/>
            <a:ext cx="2946797" cy="264617"/>
          </a:xfrm>
          <a:prstGeom prst="rect">
            <a:avLst/>
          </a:prstGeom>
          <a:noFill/>
          <a:ln>
            <a:noFill/>
          </a:ln>
        </p:spPr>
        <p:txBody>
          <a:bodyPr anchorCtr="0" anchor="t" bIns="0" lIns="0" spcFirstLastPara="1" rIns="0" wrap="square" tIns="0">
            <a:noAutofit/>
          </a:bodyPr>
          <a:lstStyle/>
          <a:p>
            <a:pPr indent="0" lvl="0" marL="0" marR="0" rtl="0" algn="ctr">
              <a:lnSpc>
                <a:spcPct val="138888"/>
              </a:lnSpc>
              <a:spcBef>
                <a:spcPts val="0"/>
              </a:spcBef>
              <a:spcAft>
                <a:spcPts val="0"/>
              </a:spcAft>
              <a:buClr>
                <a:srgbClr val="8F8F8F"/>
              </a:buClr>
              <a:buSzPts val="1800"/>
              <a:buFont typeface="Funnel Sans"/>
              <a:buNone/>
            </a:pPr>
            <a:r>
              <a:rPr lang="en-US" sz="1500">
                <a:solidFill>
                  <a:srgbClr val="8F8F8F"/>
                </a:solidFill>
                <a:latin typeface="Funnel Sans"/>
                <a:ea typeface="Funnel Sans"/>
                <a:cs typeface="Funnel Sans"/>
                <a:sym typeface="Funnel Sans"/>
              </a:rPr>
              <a:t>Per plant each month in 2024, down from 39 in 2019</a:t>
            </a:r>
            <a:endParaRPr sz="1500">
              <a:solidFill>
                <a:schemeClr val="dk1"/>
              </a:solidFill>
              <a:latin typeface="Calibri"/>
              <a:ea typeface="Calibri"/>
              <a:cs typeface="Calibri"/>
              <a:sym typeface="Calibri"/>
            </a:endParaRPr>
          </a:p>
        </p:txBody>
      </p:sp>
      <p:sp>
        <p:nvSpPr>
          <p:cNvPr id="214" name="Google Shape;214;p3"/>
          <p:cNvSpPr/>
          <p:nvPr/>
        </p:nvSpPr>
        <p:spPr>
          <a:xfrm>
            <a:off x="4018062" y="4529633"/>
            <a:ext cx="2946797" cy="54580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F8F8F"/>
              </a:buClr>
              <a:buSzPts val="5150"/>
              <a:buFont typeface="Mona Sans SemiBold"/>
              <a:buNone/>
            </a:pPr>
            <a:r>
              <a:rPr b="1" lang="en-US" sz="4292">
                <a:solidFill>
                  <a:srgbClr val="8F8F8F"/>
                </a:solidFill>
                <a:latin typeface="Mona Sans SemiBold"/>
                <a:ea typeface="Mona Sans SemiBold"/>
                <a:cs typeface="Mona Sans SemiBold"/>
                <a:sym typeface="Mona Sans SemiBold"/>
              </a:rPr>
              <a:t>2x</a:t>
            </a:r>
            <a:endParaRPr sz="4292">
              <a:solidFill>
                <a:schemeClr val="dk1"/>
              </a:solidFill>
              <a:latin typeface="Calibri"/>
              <a:ea typeface="Calibri"/>
              <a:cs typeface="Calibri"/>
              <a:sym typeface="Calibri"/>
            </a:endParaRPr>
          </a:p>
        </p:txBody>
      </p:sp>
      <p:sp>
        <p:nvSpPr>
          <p:cNvPr id="215" name="Google Shape;215;p3"/>
          <p:cNvSpPr/>
          <p:nvPr/>
        </p:nvSpPr>
        <p:spPr>
          <a:xfrm>
            <a:off x="4457700" y="5282108"/>
            <a:ext cx="2067421" cy="258465"/>
          </a:xfrm>
          <a:prstGeom prst="rect">
            <a:avLst/>
          </a:prstGeom>
          <a:noFill/>
          <a:ln>
            <a:noFill/>
          </a:ln>
        </p:spPr>
        <p:txBody>
          <a:bodyPr anchorCtr="0" anchor="t" bIns="0" lIns="0" spcFirstLastPara="1" rIns="0" wrap="square" tIns="0">
            <a:noAutofit/>
          </a:bodyPr>
          <a:lstStyle/>
          <a:p>
            <a:pPr indent="0" lvl="0" marL="0" marR="0" rtl="0" algn="ctr">
              <a:lnSpc>
                <a:spcPct val="123076"/>
              </a:lnSpc>
              <a:spcBef>
                <a:spcPts val="0"/>
              </a:spcBef>
              <a:spcAft>
                <a:spcPts val="0"/>
              </a:spcAft>
              <a:buClr>
                <a:srgbClr val="8F8F8F"/>
              </a:buClr>
              <a:buSzPts val="1950"/>
              <a:buFont typeface="Mona Sans SemiBold"/>
              <a:buNone/>
            </a:pPr>
            <a:r>
              <a:rPr b="1" lang="en-US" sz="1625">
                <a:solidFill>
                  <a:srgbClr val="8F8F8F"/>
                </a:solidFill>
                <a:latin typeface="Mona Sans SemiBold"/>
                <a:ea typeface="Mona Sans SemiBold"/>
                <a:cs typeface="Mona Sans SemiBold"/>
                <a:sym typeface="Mona Sans SemiBold"/>
              </a:rPr>
              <a:t>More PdM Teams</a:t>
            </a:r>
            <a:endParaRPr sz="1625">
              <a:solidFill>
                <a:schemeClr val="dk1"/>
              </a:solidFill>
              <a:latin typeface="Calibri"/>
              <a:ea typeface="Calibri"/>
              <a:cs typeface="Calibri"/>
              <a:sym typeface="Calibri"/>
            </a:endParaRPr>
          </a:p>
        </p:txBody>
      </p:sp>
      <p:sp>
        <p:nvSpPr>
          <p:cNvPr id="216" name="Google Shape;216;p3"/>
          <p:cNvSpPr/>
          <p:nvPr/>
        </p:nvSpPr>
        <p:spPr>
          <a:xfrm>
            <a:off x="4018062" y="5705875"/>
            <a:ext cx="3185000" cy="264500"/>
          </a:xfrm>
          <a:prstGeom prst="rect">
            <a:avLst/>
          </a:prstGeom>
          <a:noFill/>
          <a:ln>
            <a:noFill/>
          </a:ln>
        </p:spPr>
        <p:txBody>
          <a:bodyPr anchorCtr="0" anchor="t" bIns="0" lIns="0" spcFirstLastPara="1" rIns="0" wrap="square" tIns="0">
            <a:noAutofit/>
          </a:bodyPr>
          <a:lstStyle/>
          <a:p>
            <a:pPr indent="0" lvl="0" marL="0" marR="0" rtl="0" algn="ctr">
              <a:lnSpc>
                <a:spcPct val="138888"/>
              </a:lnSpc>
              <a:spcBef>
                <a:spcPts val="0"/>
              </a:spcBef>
              <a:spcAft>
                <a:spcPts val="0"/>
              </a:spcAft>
              <a:buClr>
                <a:srgbClr val="8F8F8F"/>
              </a:buClr>
              <a:buSzPts val="1800"/>
              <a:buFont typeface="Funnel Sans"/>
              <a:buNone/>
            </a:pPr>
            <a:r>
              <a:rPr lang="en-US" sz="1500">
                <a:solidFill>
                  <a:srgbClr val="8F8F8F"/>
                </a:solidFill>
                <a:latin typeface="Funnel Sans"/>
                <a:ea typeface="Funnel Sans"/>
                <a:cs typeface="Funnel Sans"/>
                <a:sym typeface="Funnel Sans"/>
              </a:rPr>
              <a:t>Almost half of firms now have predictive maintenance teams</a:t>
            </a:r>
            <a:endParaRPr sz="15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500"/>
                                        <p:tgtEl>
                                          <p:spTgt spid="2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Effect filter="fade" transition="in">
                                      <p:cBhvr>
                                        <p:cTn dur="500"/>
                                        <p:tgtEl>
                                          <p:spTgt spid="2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animEffect filter="fade" transition="in">
                                      <p:cBhvr>
                                        <p:cTn dur="500"/>
                                        <p:tgtEl>
                                          <p:spTgt spid="2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animEffect filter="fade" transition="in">
                                      <p:cBhvr>
                                        <p:cTn dur="500"/>
                                        <p:tgtEl>
                                          <p:spTgt spid="2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par>
                                <p:cTn fill="hold" nodeType="with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par>
                                <p:cTn fill="hold" nodeType="with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descr="preencoded.png" id="241" name="Google Shape;241;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2" name="Google Shape;242;p5"/>
          <p:cNvSpPr/>
          <p:nvPr/>
        </p:nvSpPr>
        <p:spPr>
          <a:xfrm>
            <a:off x="0" y="-17463"/>
            <a:ext cx="12192000" cy="6858000"/>
          </a:xfrm>
          <a:prstGeom prst="rect">
            <a:avLst/>
          </a:prstGeom>
          <a:solidFill>
            <a:srgbClr val="181616">
              <a:alpha val="80000"/>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43" name="Google Shape;243;p5"/>
          <p:cNvSpPr/>
          <p:nvPr/>
        </p:nvSpPr>
        <p:spPr>
          <a:xfrm>
            <a:off x="661501" y="977208"/>
            <a:ext cx="9338750" cy="475750"/>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DDDDDD"/>
              </a:buClr>
              <a:buSzPts val="3900"/>
              <a:buFont typeface="Mona Sans SemiBold"/>
              <a:buNone/>
            </a:pPr>
            <a:r>
              <a:rPr b="1" lang="en-US" sz="3250">
                <a:solidFill>
                  <a:srgbClr val="DDDDDD"/>
                </a:solidFill>
                <a:latin typeface="Mona Sans SemiBold"/>
                <a:ea typeface="Mona Sans SemiBold"/>
                <a:cs typeface="Mona Sans SemiBold"/>
                <a:sym typeface="Mona Sans SemiBold"/>
              </a:rPr>
              <a:t>Machine Learning &amp; Supervised Learning</a:t>
            </a:r>
            <a:endParaRPr sz="3250">
              <a:solidFill>
                <a:schemeClr val="dk1"/>
              </a:solidFill>
              <a:latin typeface="Calibri"/>
              <a:ea typeface="Calibri"/>
              <a:cs typeface="Calibri"/>
              <a:sym typeface="Calibri"/>
            </a:endParaRPr>
          </a:p>
        </p:txBody>
      </p:sp>
      <p:sp>
        <p:nvSpPr>
          <p:cNvPr id="244" name="Google Shape;244;p5"/>
          <p:cNvSpPr/>
          <p:nvPr/>
        </p:nvSpPr>
        <p:spPr>
          <a:xfrm>
            <a:off x="377131" y="1741984"/>
            <a:ext cx="5470922" cy="4138810"/>
          </a:xfrm>
          <a:prstGeom prst="roundRect">
            <a:avLst>
              <a:gd fmla="val 2877" name="adj"/>
            </a:avLst>
          </a:prstGeom>
          <a:solidFill>
            <a:srgbClr val="1A1A2E">
              <a:alpha val="9490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45" name="Google Shape;245;p5"/>
          <p:cNvSpPr/>
          <p:nvPr/>
        </p:nvSpPr>
        <p:spPr>
          <a:xfrm>
            <a:off x="542444" y="1907290"/>
            <a:ext cx="4884500" cy="258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DDDDD"/>
              </a:buClr>
              <a:buSzPts val="2400"/>
              <a:buFont typeface="Mona Sans SemiBold"/>
              <a:buNone/>
            </a:pPr>
            <a:r>
              <a:rPr b="1" lang="en-US" sz="2000">
                <a:solidFill>
                  <a:srgbClr val="DDDDDD"/>
                </a:solidFill>
                <a:latin typeface="Mona Sans SemiBold"/>
                <a:ea typeface="Mona Sans SemiBold"/>
                <a:cs typeface="Mona Sans SemiBold"/>
                <a:sym typeface="Mona Sans SemiBold"/>
              </a:rPr>
              <a:t>What is Machine Learning?</a:t>
            </a:r>
            <a:endParaRPr sz="2000">
              <a:solidFill>
                <a:schemeClr val="dk1"/>
              </a:solidFill>
              <a:latin typeface="Calibri"/>
              <a:ea typeface="Calibri"/>
              <a:cs typeface="Calibri"/>
              <a:sym typeface="Calibri"/>
            </a:endParaRPr>
          </a:p>
        </p:txBody>
      </p:sp>
      <p:sp>
        <p:nvSpPr>
          <p:cNvPr id="246" name="Google Shape;246;p5"/>
          <p:cNvSpPr/>
          <p:nvPr/>
        </p:nvSpPr>
        <p:spPr>
          <a:xfrm>
            <a:off x="542429" y="2377230"/>
            <a:ext cx="5140325" cy="587078"/>
          </a:xfrm>
          <a:prstGeom prst="rect">
            <a:avLst/>
          </a:prstGeom>
          <a:noFill/>
          <a:ln>
            <a:noFill/>
          </a:ln>
        </p:spPr>
        <p:txBody>
          <a:bodyPr anchorCtr="0" anchor="t" bIns="0" lIns="0" spcFirstLastPara="1" rIns="0" wrap="square" tIns="0">
            <a:noAutofit/>
          </a:bodyPr>
          <a:lstStyle/>
          <a:p>
            <a:pPr indent="-285750" lvl="0" marL="285750" marR="0" rtl="0" algn="l">
              <a:lnSpc>
                <a:spcPct val="125000"/>
              </a:lnSpc>
              <a:spcBef>
                <a:spcPts val="0"/>
              </a:spcBef>
              <a:spcAft>
                <a:spcPts val="0"/>
              </a:spcAft>
              <a:buClr>
                <a:srgbClr val="FFFFFF"/>
              </a:buClr>
              <a:buSzPts val="2000"/>
              <a:buFont typeface="Funnel Sans"/>
              <a:buChar char="•"/>
            </a:pPr>
            <a:r>
              <a:rPr lang="en-US" sz="1667">
                <a:solidFill>
                  <a:srgbClr val="FFFFFF"/>
                </a:solidFill>
                <a:latin typeface="Funnel Sans"/>
                <a:ea typeface="Funnel Sans"/>
                <a:cs typeface="Funnel Sans"/>
                <a:sym typeface="Funnel Sans"/>
              </a:rPr>
              <a:t>Allowing a machine to learn patterns from data (pre-set algorithms)</a:t>
            </a:r>
            <a:endParaRPr sz="1667">
              <a:solidFill>
                <a:schemeClr val="dk1"/>
              </a:solidFill>
              <a:latin typeface="Calibri"/>
              <a:ea typeface="Calibri"/>
              <a:cs typeface="Calibri"/>
              <a:sym typeface="Calibri"/>
            </a:endParaRPr>
          </a:p>
          <a:p>
            <a:pPr indent="-285750" lvl="0" marL="285750" marR="0" rtl="0" algn="l">
              <a:lnSpc>
                <a:spcPct val="125000"/>
              </a:lnSpc>
              <a:spcBef>
                <a:spcPts val="1000"/>
              </a:spcBef>
              <a:spcAft>
                <a:spcPts val="0"/>
              </a:spcAft>
              <a:buClr>
                <a:srgbClr val="FFFFFF"/>
              </a:buClr>
              <a:buSzPts val="2000"/>
              <a:buFont typeface="Funnel Sans"/>
              <a:buChar char="•"/>
            </a:pPr>
            <a:r>
              <a:rPr lang="en-US" sz="1667">
                <a:solidFill>
                  <a:srgbClr val="FFFFFF"/>
                </a:solidFill>
                <a:latin typeface="Funnel Sans"/>
                <a:ea typeface="Funnel Sans"/>
                <a:cs typeface="Funnel Sans"/>
                <a:sym typeface="Funnel Sans"/>
              </a:rPr>
              <a:t>Use those patterns to make predictions</a:t>
            </a:r>
            <a:endParaRPr sz="1667">
              <a:solidFill>
                <a:schemeClr val="dk1"/>
              </a:solidFill>
              <a:latin typeface="Calibri"/>
              <a:ea typeface="Calibri"/>
              <a:cs typeface="Calibri"/>
              <a:sym typeface="Calibri"/>
            </a:endParaRPr>
          </a:p>
        </p:txBody>
      </p:sp>
      <p:sp>
        <p:nvSpPr>
          <p:cNvPr id="247" name="Google Shape;247;p5"/>
          <p:cNvSpPr/>
          <p:nvPr/>
        </p:nvSpPr>
        <p:spPr>
          <a:xfrm>
            <a:off x="508609" y="3535541"/>
            <a:ext cx="4685000" cy="258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DDDDD"/>
              </a:buClr>
              <a:buSzPts val="2400"/>
              <a:buFont typeface="Mona Sans SemiBold"/>
              <a:buNone/>
            </a:pPr>
            <a:r>
              <a:rPr b="1" lang="en-US" sz="2000">
                <a:solidFill>
                  <a:srgbClr val="DDDDDD"/>
                </a:solidFill>
                <a:latin typeface="Mona Sans SemiBold"/>
                <a:ea typeface="Mona Sans SemiBold"/>
                <a:cs typeface="Mona Sans SemiBold"/>
                <a:sym typeface="Mona Sans SemiBold"/>
              </a:rPr>
              <a:t>What is Supervised Learning?</a:t>
            </a:r>
            <a:endParaRPr sz="2000">
              <a:solidFill>
                <a:schemeClr val="dk1"/>
              </a:solidFill>
              <a:latin typeface="Calibri"/>
              <a:ea typeface="Calibri"/>
              <a:cs typeface="Calibri"/>
              <a:sym typeface="Calibri"/>
            </a:endParaRPr>
          </a:p>
        </p:txBody>
      </p:sp>
      <p:sp>
        <p:nvSpPr>
          <p:cNvPr id="248" name="Google Shape;248;p5"/>
          <p:cNvSpPr/>
          <p:nvPr/>
        </p:nvSpPr>
        <p:spPr>
          <a:xfrm>
            <a:off x="508595" y="3959302"/>
            <a:ext cx="5140325" cy="851694"/>
          </a:xfrm>
          <a:prstGeom prst="rect">
            <a:avLst/>
          </a:prstGeom>
          <a:noFill/>
          <a:ln>
            <a:noFill/>
          </a:ln>
        </p:spPr>
        <p:txBody>
          <a:bodyPr anchorCtr="0" anchor="t" bIns="0" lIns="0" spcFirstLastPara="1" rIns="0" wrap="square" tIns="0">
            <a:noAutofit/>
          </a:bodyPr>
          <a:lstStyle/>
          <a:p>
            <a:pPr indent="-285750" lvl="0" marL="285750" marR="0" rtl="0" algn="l">
              <a:lnSpc>
                <a:spcPct val="125000"/>
              </a:lnSpc>
              <a:spcBef>
                <a:spcPts val="0"/>
              </a:spcBef>
              <a:spcAft>
                <a:spcPts val="0"/>
              </a:spcAft>
              <a:buClr>
                <a:srgbClr val="FFFFFF"/>
              </a:buClr>
              <a:buSzPts val="2000"/>
              <a:buFont typeface="Funnel Sans"/>
              <a:buChar char="•"/>
            </a:pPr>
            <a:r>
              <a:rPr lang="en-US" sz="1667">
                <a:solidFill>
                  <a:srgbClr val="FFFFFF"/>
                </a:solidFill>
                <a:latin typeface="Funnel Sans"/>
                <a:ea typeface="Funnel Sans"/>
                <a:cs typeface="Funnel Sans"/>
                <a:sym typeface="Funnel Sans"/>
              </a:rPr>
              <a:t>A type of machine learning that learns from labeled data</a:t>
            </a:r>
            <a:endParaRPr sz="1667">
              <a:solidFill>
                <a:schemeClr val="dk1"/>
              </a:solidFill>
              <a:latin typeface="Calibri"/>
              <a:ea typeface="Calibri"/>
              <a:cs typeface="Calibri"/>
              <a:sym typeface="Calibri"/>
            </a:endParaRPr>
          </a:p>
          <a:p>
            <a:pPr indent="-285750" lvl="0" marL="285750" marR="0" rtl="0" algn="l">
              <a:lnSpc>
                <a:spcPct val="125000"/>
              </a:lnSpc>
              <a:spcBef>
                <a:spcPts val="1000"/>
              </a:spcBef>
              <a:spcAft>
                <a:spcPts val="0"/>
              </a:spcAft>
              <a:buClr>
                <a:srgbClr val="FFFFFF"/>
              </a:buClr>
              <a:buSzPts val="2000"/>
              <a:buFont typeface="Funnel Sans"/>
              <a:buChar char="•"/>
            </a:pPr>
            <a:r>
              <a:rPr lang="en-US" sz="1667">
                <a:solidFill>
                  <a:srgbClr val="FFFFFF"/>
                </a:solidFill>
                <a:latin typeface="Funnel Sans"/>
                <a:ea typeface="Funnel Sans"/>
                <a:cs typeface="Funnel Sans"/>
                <a:sym typeface="Funnel Sans"/>
              </a:rPr>
              <a:t>Data includes: </a:t>
            </a:r>
            <a:r>
              <a:rPr b="1" lang="en-US" sz="1667">
                <a:solidFill>
                  <a:srgbClr val="FFFFFF"/>
                </a:solidFill>
                <a:latin typeface="Funnel Sans"/>
                <a:ea typeface="Funnel Sans"/>
                <a:cs typeface="Funnel Sans"/>
                <a:sym typeface="Funnel Sans"/>
              </a:rPr>
              <a:t>Inputs</a:t>
            </a:r>
            <a:r>
              <a:rPr lang="en-US" sz="1667">
                <a:solidFill>
                  <a:srgbClr val="FFFFFF"/>
                </a:solidFill>
                <a:latin typeface="Funnel Sans"/>
                <a:ea typeface="Funnel Sans"/>
                <a:cs typeface="Funnel Sans"/>
                <a:sym typeface="Funnel Sans"/>
              </a:rPr>
              <a:t> (machine measurements) and </a:t>
            </a:r>
            <a:r>
              <a:rPr b="1" lang="en-US" sz="1667">
                <a:solidFill>
                  <a:srgbClr val="FFFFFF"/>
                </a:solidFill>
                <a:latin typeface="Funnel Sans"/>
                <a:ea typeface="Funnel Sans"/>
                <a:cs typeface="Funnel Sans"/>
                <a:sym typeface="Funnel Sans"/>
              </a:rPr>
              <a:t>Outputs</a:t>
            </a:r>
            <a:r>
              <a:rPr lang="en-US" sz="1667">
                <a:solidFill>
                  <a:srgbClr val="FFFFFF"/>
                </a:solidFill>
                <a:latin typeface="Funnel Sans"/>
                <a:ea typeface="Funnel Sans"/>
                <a:cs typeface="Funnel Sans"/>
                <a:sym typeface="Funnel Sans"/>
              </a:rPr>
              <a:t> or </a:t>
            </a:r>
            <a:r>
              <a:rPr b="1" lang="en-US" sz="1667">
                <a:solidFill>
                  <a:srgbClr val="FFFFFF"/>
                </a:solidFill>
                <a:latin typeface="Funnel Sans"/>
                <a:ea typeface="Funnel Sans"/>
                <a:cs typeface="Funnel Sans"/>
                <a:sym typeface="Funnel Sans"/>
              </a:rPr>
              <a:t>Labels</a:t>
            </a:r>
            <a:r>
              <a:rPr lang="en-US" sz="1667">
                <a:solidFill>
                  <a:srgbClr val="FFFFFF"/>
                </a:solidFill>
                <a:latin typeface="Funnel Sans"/>
                <a:ea typeface="Funnel Sans"/>
                <a:cs typeface="Funnel Sans"/>
                <a:sym typeface="Funnel Sans"/>
              </a:rPr>
              <a:t> (failure or no failure)</a:t>
            </a:r>
            <a:endParaRPr sz="1667">
              <a:solidFill>
                <a:schemeClr val="dk1"/>
              </a:solidFill>
              <a:latin typeface="Calibri"/>
              <a:ea typeface="Calibri"/>
              <a:cs typeface="Calibri"/>
              <a:sym typeface="Calibri"/>
            </a:endParaRPr>
          </a:p>
        </p:txBody>
      </p:sp>
      <p:sp>
        <p:nvSpPr>
          <p:cNvPr id="249" name="Google Shape;249;p5"/>
          <p:cNvSpPr/>
          <p:nvPr/>
        </p:nvSpPr>
        <p:spPr>
          <a:xfrm>
            <a:off x="6267801" y="1741983"/>
            <a:ext cx="5298968" cy="4865232"/>
          </a:xfrm>
          <a:prstGeom prst="roundRect">
            <a:avLst>
              <a:gd fmla="val 2877" name="adj"/>
            </a:avLst>
          </a:prstGeom>
          <a:solidFill>
            <a:srgbClr val="1A1A2E">
              <a:alpha val="9490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50" name="Google Shape;250;p5"/>
          <p:cNvSpPr/>
          <p:nvPr/>
        </p:nvSpPr>
        <p:spPr>
          <a:xfrm>
            <a:off x="6350287" y="1907291"/>
            <a:ext cx="4535750" cy="2585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DDDDD"/>
              </a:buClr>
              <a:buSzPts val="1950"/>
              <a:buFont typeface="Mona Sans SemiBold"/>
              <a:buNone/>
            </a:pPr>
            <a:r>
              <a:rPr b="1" lang="en-US" sz="1625">
                <a:solidFill>
                  <a:srgbClr val="DDDDDD"/>
                </a:solidFill>
                <a:latin typeface="Mona Sans SemiBold"/>
                <a:ea typeface="Mona Sans SemiBold"/>
                <a:cs typeface="Mona Sans SemiBold"/>
                <a:sym typeface="Mona Sans SemiBold"/>
              </a:rPr>
              <a:t>Example (simplified data)</a:t>
            </a:r>
            <a:endParaRPr sz="1625">
              <a:solidFill>
                <a:schemeClr val="dk1"/>
              </a:solidFill>
              <a:latin typeface="Calibri"/>
              <a:ea typeface="Calibri"/>
              <a:cs typeface="Calibri"/>
              <a:sym typeface="Calibri"/>
            </a:endParaRPr>
          </a:p>
        </p:txBody>
      </p:sp>
      <p:sp>
        <p:nvSpPr>
          <p:cNvPr id="251" name="Google Shape;251;p5"/>
          <p:cNvSpPr/>
          <p:nvPr/>
        </p:nvSpPr>
        <p:spPr>
          <a:xfrm>
            <a:off x="6314976" y="2219473"/>
            <a:ext cx="5133975" cy="4273402"/>
          </a:xfrm>
          <a:prstGeom prst="roundRect">
            <a:avLst>
              <a:gd fmla="val 2078" name="adj"/>
            </a:avLst>
          </a:prstGeom>
          <a:noFill/>
          <a:ln cap="flat" cmpd="sng" w="7938">
            <a:solidFill>
              <a:srgbClr val="FFFFFF">
                <a:alpha val="23921"/>
              </a:srgbClr>
            </a:solidFill>
            <a:prstDash val="solid"/>
            <a:round/>
            <a:headEnd len="sm" w="sm" type="none"/>
            <a:tailEnd len="sm" w="sm" type="none"/>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52" name="Google Shape;252;p5"/>
          <p:cNvSpPr/>
          <p:nvPr/>
        </p:nvSpPr>
        <p:spPr>
          <a:xfrm>
            <a:off x="6321326" y="2225823"/>
            <a:ext cx="5127625" cy="475754"/>
          </a:xfrm>
          <a:prstGeom prst="rect">
            <a:avLst/>
          </a:prstGeom>
          <a:solidFill>
            <a:srgbClr val="FFFFFF">
              <a:alpha val="392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53" name="Google Shape;253;p5"/>
          <p:cNvSpPr/>
          <p:nvPr/>
        </p:nvSpPr>
        <p:spPr>
          <a:xfrm>
            <a:off x="6019701" y="2312169"/>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b="1" lang="en-US" sz="1292">
                <a:solidFill>
                  <a:srgbClr val="FFFFFF"/>
                </a:solidFill>
                <a:latin typeface="Funnel Sans"/>
                <a:ea typeface="Funnel Sans"/>
                <a:cs typeface="Funnel Sans"/>
                <a:sym typeface="Funnel Sans"/>
              </a:rPr>
              <a:t>Temperature (K)</a:t>
            </a:r>
            <a:endParaRPr sz="1292">
              <a:solidFill>
                <a:schemeClr val="dk1"/>
              </a:solidFill>
              <a:latin typeface="Calibri"/>
              <a:ea typeface="Calibri"/>
              <a:cs typeface="Calibri"/>
              <a:sym typeface="Calibri"/>
            </a:endParaRPr>
          </a:p>
        </p:txBody>
      </p:sp>
      <p:sp>
        <p:nvSpPr>
          <p:cNvPr id="254" name="Google Shape;254;p5"/>
          <p:cNvSpPr/>
          <p:nvPr/>
        </p:nvSpPr>
        <p:spPr>
          <a:xfrm>
            <a:off x="9529365" y="2312169"/>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b="1" lang="en-US" sz="1292">
                <a:solidFill>
                  <a:srgbClr val="FFFFFF"/>
                </a:solidFill>
                <a:latin typeface="Funnel Sans"/>
                <a:ea typeface="Funnel Sans"/>
                <a:cs typeface="Funnel Sans"/>
                <a:sym typeface="Funnel Sans"/>
              </a:rPr>
              <a:t>Failure (0 or 1)</a:t>
            </a:r>
            <a:endParaRPr sz="1292">
              <a:solidFill>
                <a:schemeClr val="dk1"/>
              </a:solidFill>
              <a:latin typeface="Calibri"/>
              <a:ea typeface="Calibri"/>
              <a:cs typeface="Calibri"/>
              <a:sym typeface="Calibri"/>
            </a:endParaRPr>
          </a:p>
        </p:txBody>
      </p:sp>
      <p:sp>
        <p:nvSpPr>
          <p:cNvPr id="255" name="Google Shape;255;p5"/>
          <p:cNvSpPr/>
          <p:nvPr/>
        </p:nvSpPr>
        <p:spPr>
          <a:xfrm>
            <a:off x="6321326" y="2701578"/>
            <a:ext cx="5127625" cy="475754"/>
          </a:xfrm>
          <a:prstGeom prst="rect">
            <a:avLst/>
          </a:prstGeom>
          <a:solidFill>
            <a:srgbClr val="000000">
              <a:alpha val="392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56" name="Google Shape;256;p5"/>
          <p:cNvSpPr/>
          <p:nvPr/>
        </p:nvSpPr>
        <p:spPr>
          <a:xfrm>
            <a:off x="6019701" y="2787923"/>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308.5</a:t>
            </a:r>
            <a:endParaRPr sz="1292">
              <a:solidFill>
                <a:schemeClr val="dk1"/>
              </a:solidFill>
              <a:latin typeface="Calibri"/>
              <a:ea typeface="Calibri"/>
              <a:cs typeface="Calibri"/>
              <a:sym typeface="Calibri"/>
            </a:endParaRPr>
          </a:p>
        </p:txBody>
      </p:sp>
      <p:sp>
        <p:nvSpPr>
          <p:cNvPr id="257" name="Google Shape;257;p5"/>
          <p:cNvSpPr/>
          <p:nvPr/>
        </p:nvSpPr>
        <p:spPr>
          <a:xfrm>
            <a:off x="9529365" y="2787923"/>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0</a:t>
            </a:r>
            <a:endParaRPr sz="1292">
              <a:solidFill>
                <a:schemeClr val="dk1"/>
              </a:solidFill>
              <a:latin typeface="Calibri"/>
              <a:ea typeface="Calibri"/>
              <a:cs typeface="Calibri"/>
              <a:sym typeface="Calibri"/>
            </a:endParaRPr>
          </a:p>
        </p:txBody>
      </p:sp>
      <p:sp>
        <p:nvSpPr>
          <p:cNvPr id="258" name="Google Shape;258;p5"/>
          <p:cNvSpPr/>
          <p:nvPr/>
        </p:nvSpPr>
        <p:spPr>
          <a:xfrm>
            <a:off x="6321326" y="3177332"/>
            <a:ext cx="5127625" cy="475754"/>
          </a:xfrm>
          <a:prstGeom prst="rect">
            <a:avLst/>
          </a:prstGeom>
          <a:solidFill>
            <a:srgbClr val="FFFFFF">
              <a:alpha val="392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59" name="Google Shape;259;p5"/>
          <p:cNvSpPr/>
          <p:nvPr/>
        </p:nvSpPr>
        <p:spPr>
          <a:xfrm>
            <a:off x="6019701" y="3263677"/>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310.0</a:t>
            </a:r>
            <a:endParaRPr sz="1292">
              <a:solidFill>
                <a:schemeClr val="dk1"/>
              </a:solidFill>
              <a:latin typeface="Calibri"/>
              <a:ea typeface="Calibri"/>
              <a:cs typeface="Calibri"/>
              <a:sym typeface="Calibri"/>
            </a:endParaRPr>
          </a:p>
        </p:txBody>
      </p:sp>
      <p:sp>
        <p:nvSpPr>
          <p:cNvPr id="260" name="Google Shape;260;p5"/>
          <p:cNvSpPr/>
          <p:nvPr/>
        </p:nvSpPr>
        <p:spPr>
          <a:xfrm>
            <a:off x="9529365" y="3263677"/>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1</a:t>
            </a:r>
            <a:endParaRPr sz="1292">
              <a:solidFill>
                <a:schemeClr val="dk1"/>
              </a:solidFill>
              <a:latin typeface="Calibri"/>
              <a:ea typeface="Calibri"/>
              <a:cs typeface="Calibri"/>
              <a:sym typeface="Calibri"/>
            </a:endParaRPr>
          </a:p>
        </p:txBody>
      </p:sp>
      <p:sp>
        <p:nvSpPr>
          <p:cNvPr id="261" name="Google Shape;261;p5"/>
          <p:cNvSpPr/>
          <p:nvPr/>
        </p:nvSpPr>
        <p:spPr>
          <a:xfrm>
            <a:off x="6321326" y="3653086"/>
            <a:ext cx="5127625" cy="475754"/>
          </a:xfrm>
          <a:prstGeom prst="rect">
            <a:avLst/>
          </a:prstGeom>
          <a:solidFill>
            <a:srgbClr val="000000">
              <a:alpha val="392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62" name="Google Shape;262;p5"/>
          <p:cNvSpPr/>
          <p:nvPr/>
        </p:nvSpPr>
        <p:spPr>
          <a:xfrm>
            <a:off x="6019701" y="3739431"/>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309.2</a:t>
            </a:r>
            <a:endParaRPr sz="1292">
              <a:solidFill>
                <a:schemeClr val="dk1"/>
              </a:solidFill>
              <a:latin typeface="Calibri"/>
              <a:ea typeface="Calibri"/>
              <a:cs typeface="Calibri"/>
              <a:sym typeface="Calibri"/>
            </a:endParaRPr>
          </a:p>
        </p:txBody>
      </p:sp>
      <p:sp>
        <p:nvSpPr>
          <p:cNvPr id="263" name="Google Shape;263;p5"/>
          <p:cNvSpPr/>
          <p:nvPr/>
        </p:nvSpPr>
        <p:spPr>
          <a:xfrm>
            <a:off x="9529365" y="3739431"/>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0</a:t>
            </a:r>
            <a:endParaRPr sz="1292">
              <a:solidFill>
                <a:schemeClr val="dk1"/>
              </a:solidFill>
              <a:latin typeface="Calibri"/>
              <a:ea typeface="Calibri"/>
              <a:cs typeface="Calibri"/>
              <a:sym typeface="Calibri"/>
            </a:endParaRPr>
          </a:p>
        </p:txBody>
      </p:sp>
      <p:sp>
        <p:nvSpPr>
          <p:cNvPr id="264" name="Google Shape;264;p5"/>
          <p:cNvSpPr/>
          <p:nvPr/>
        </p:nvSpPr>
        <p:spPr>
          <a:xfrm>
            <a:off x="6321326" y="4128839"/>
            <a:ext cx="5127625" cy="475754"/>
          </a:xfrm>
          <a:prstGeom prst="rect">
            <a:avLst/>
          </a:prstGeom>
          <a:solidFill>
            <a:srgbClr val="FFFFFF">
              <a:alpha val="392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65" name="Google Shape;265;p5"/>
          <p:cNvSpPr/>
          <p:nvPr/>
        </p:nvSpPr>
        <p:spPr>
          <a:xfrm>
            <a:off x="6019701" y="4215185"/>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310.7</a:t>
            </a:r>
            <a:endParaRPr sz="1292">
              <a:solidFill>
                <a:schemeClr val="dk1"/>
              </a:solidFill>
              <a:latin typeface="Calibri"/>
              <a:ea typeface="Calibri"/>
              <a:cs typeface="Calibri"/>
              <a:sym typeface="Calibri"/>
            </a:endParaRPr>
          </a:p>
        </p:txBody>
      </p:sp>
      <p:sp>
        <p:nvSpPr>
          <p:cNvPr id="266" name="Google Shape;266;p5"/>
          <p:cNvSpPr/>
          <p:nvPr/>
        </p:nvSpPr>
        <p:spPr>
          <a:xfrm>
            <a:off x="9529365" y="4215185"/>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1</a:t>
            </a:r>
            <a:endParaRPr sz="1292">
              <a:solidFill>
                <a:schemeClr val="dk1"/>
              </a:solidFill>
              <a:latin typeface="Calibri"/>
              <a:ea typeface="Calibri"/>
              <a:cs typeface="Calibri"/>
              <a:sym typeface="Calibri"/>
            </a:endParaRPr>
          </a:p>
        </p:txBody>
      </p:sp>
      <p:sp>
        <p:nvSpPr>
          <p:cNvPr id="267" name="Google Shape;267;p5"/>
          <p:cNvSpPr/>
          <p:nvPr/>
        </p:nvSpPr>
        <p:spPr>
          <a:xfrm>
            <a:off x="6321326" y="4604593"/>
            <a:ext cx="5127625" cy="475754"/>
          </a:xfrm>
          <a:prstGeom prst="rect">
            <a:avLst/>
          </a:prstGeom>
          <a:solidFill>
            <a:srgbClr val="000000">
              <a:alpha val="392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68" name="Google Shape;268;p5"/>
          <p:cNvSpPr/>
          <p:nvPr/>
        </p:nvSpPr>
        <p:spPr>
          <a:xfrm>
            <a:off x="6019701" y="4690938"/>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311.3</a:t>
            </a:r>
            <a:endParaRPr sz="1292">
              <a:solidFill>
                <a:schemeClr val="dk1"/>
              </a:solidFill>
              <a:latin typeface="Calibri"/>
              <a:ea typeface="Calibri"/>
              <a:cs typeface="Calibri"/>
              <a:sym typeface="Calibri"/>
            </a:endParaRPr>
          </a:p>
        </p:txBody>
      </p:sp>
      <p:sp>
        <p:nvSpPr>
          <p:cNvPr id="269" name="Google Shape;269;p5"/>
          <p:cNvSpPr/>
          <p:nvPr/>
        </p:nvSpPr>
        <p:spPr>
          <a:xfrm>
            <a:off x="9529365" y="4690938"/>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0</a:t>
            </a:r>
            <a:endParaRPr sz="1292">
              <a:solidFill>
                <a:schemeClr val="dk1"/>
              </a:solidFill>
              <a:latin typeface="Calibri"/>
              <a:ea typeface="Calibri"/>
              <a:cs typeface="Calibri"/>
              <a:sym typeface="Calibri"/>
            </a:endParaRPr>
          </a:p>
        </p:txBody>
      </p:sp>
      <p:sp>
        <p:nvSpPr>
          <p:cNvPr id="270" name="Google Shape;270;p5"/>
          <p:cNvSpPr/>
          <p:nvPr/>
        </p:nvSpPr>
        <p:spPr>
          <a:xfrm>
            <a:off x="6308626" y="6001495"/>
            <a:ext cx="5133975" cy="475754"/>
          </a:xfrm>
          <a:prstGeom prst="rect">
            <a:avLst/>
          </a:prstGeom>
          <a:solidFill>
            <a:srgbClr val="FFFFFF">
              <a:alpha val="392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71" name="Google Shape;271;p5"/>
          <p:cNvSpPr/>
          <p:nvPr/>
        </p:nvSpPr>
        <p:spPr>
          <a:xfrm>
            <a:off x="6314976" y="5080348"/>
            <a:ext cx="5127625" cy="475754"/>
          </a:xfrm>
          <a:prstGeom prst="rect">
            <a:avLst/>
          </a:prstGeom>
          <a:solidFill>
            <a:srgbClr val="FFFFFF">
              <a:alpha val="392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72" name="Google Shape;272;p5"/>
          <p:cNvSpPr/>
          <p:nvPr/>
        </p:nvSpPr>
        <p:spPr>
          <a:xfrm>
            <a:off x="6019701" y="5166692"/>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308.9</a:t>
            </a:r>
            <a:endParaRPr sz="1292">
              <a:solidFill>
                <a:schemeClr val="dk1"/>
              </a:solidFill>
              <a:latin typeface="Calibri"/>
              <a:ea typeface="Calibri"/>
              <a:cs typeface="Calibri"/>
              <a:sym typeface="Calibri"/>
            </a:endParaRPr>
          </a:p>
        </p:txBody>
      </p:sp>
      <p:sp>
        <p:nvSpPr>
          <p:cNvPr id="273" name="Google Shape;273;p5"/>
          <p:cNvSpPr/>
          <p:nvPr/>
        </p:nvSpPr>
        <p:spPr>
          <a:xfrm>
            <a:off x="9529365" y="5166692"/>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0</a:t>
            </a:r>
            <a:endParaRPr sz="1292">
              <a:solidFill>
                <a:schemeClr val="dk1"/>
              </a:solidFill>
              <a:latin typeface="Calibri"/>
              <a:ea typeface="Calibri"/>
              <a:cs typeface="Calibri"/>
              <a:sym typeface="Calibri"/>
            </a:endParaRPr>
          </a:p>
        </p:txBody>
      </p:sp>
      <p:sp>
        <p:nvSpPr>
          <p:cNvPr id="274" name="Google Shape;274;p5"/>
          <p:cNvSpPr/>
          <p:nvPr/>
        </p:nvSpPr>
        <p:spPr>
          <a:xfrm>
            <a:off x="6321326" y="5572619"/>
            <a:ext cx="5127625" cy="475754"/>
          </a:xfrm>
          <a:prstGeom prst="rect">
            <a:avLst/>
          </a:prstGeom>
          <a:solidFill>
            <a:srgbClr val="000000">
              <a:alpha val="3921"/>
            </a:srgbClr>
          </a:solidFill>
          <a:ln>
            <a:noFill/>
          </a:ln>
        </p:spPr>
        <p:txBody>
          <a:bodyPr anchorCtr="0" anchor="t" bIns="38083" lIns="76188" spcFirstLastPara="1" rIns="76188" wrap="square" tIns="38083">
            <a:noAutofit/>
          </a:bodyPr>
          <a:lstStyle/>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75" name="Google Shape;275;p5"/>
          <p:cNvSpPr/>
          <p:nvPr/>
        </p:nvSpPr>
        <p:spPr>
          <a:xfrm>
            <a:off x="7770118" y="2323422"/>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b="1" lang="en-US" sz="1292">
                <a:solidFill>
                  <a:srgbClr val="FFFFFF"/>
                </a:solidFill>
                <a:latin typeface="Funnel Sans"/>
                <a:ea typeface="Funnel Sans"/>
                <a:cs typeface="Funnel Sans"/>
                <a:sym typeface="Funnel Sans"/>
              </a:rPr>
              <a:t>Vibration (mm/s)</a:t>
            </a:r>
            <a:endParaRPr sz="1292">
              <a:solidFill>
                <a:schemeClr val="dk1"/>
              </a:solidFill>
              <a:latin typeface="Calibri"/>
              <a:ea typeface="Calibri"/>
              <a:cs typeface="Calibri"/>
              <a:sym typeface="Calibri"/>
            </a:endParaRPr>
          </a:p>
        </p:txBody>
      </p:sp>
      <p:sp>
        <p:nvSpPr>
          <p:cNvPr id="276" name="Google Shape;276;p5"/>
          <p:cNvSpPr/>
          <p:nvPr/>
        </p:nvSpPr>
        <p:spPr>
          <a:xfrm>
            <a:off x="7770118" y="2799177"/>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4.3</a:t>
            </a:r>
            <a:endParaRPr sz="1292">
              <a:solidFill>
                <a:schemeClr val="dk1"/>
              </a:solidFill>
              <a:latin typeface="Calibri"/>
              <a:ea typeface="Calibri"/>
              <a:cs typeface="Calibri"/>
              <a:sym typeface="Calibri"/>
            </a:endParaRPr>
          </a:p>
        </p:txBody>
      </p:sp>
      <p:sp>
        <p:nvSpPr>
          <p:cNvPr id="277" name="Google Shape;277;p5"/>
          <p:cNvSpPr/>
          <p:nvPr/>
        </p:nvSpPr>
        <p:spPr>
          <a:xfrm>
            <a:off x="7770118" y="3274930"/>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4.2</a:t>
            </a:r>
            <a:endParaRPr sz="1292">
              <a:solidFill>
                <a:schemeClr val="dk1"/>
              </a:solidFill>
              <a:latin typeface="Calibri"/>
              <a:ea typeface="Calibri"/>
              <a:cs typeface="Calibri"/>
              <a:sym typeface="Calibri"/>
            </a:endParaRPr>
          </a:p>
        </p:txBody>
      </p:sp>
      <p:sp>
        <p:nvSpPr>
          <p:cNvPr id="278" name="Google Shape;278;p5"/>
          <p:cNvSpPr/>
          <p:nvPr/>
        </p:nvSpPr>
        <p:spPr>
          <a:xfrm>
            <a:off x="7770118" y="3750684"/>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2.5</a:t>
            </a:r>
            <a:endParaRPr sz="1292">
              <a:solidFill>
                <a:schemeClr val="dk1"/>
              </a:solidFill>
              <a:latin typeface="Calibri"/>
              <a:ea typeface="Calibri"/>
              <a:cs typeface="Calibri"/>
              <a:sym typeface="Calibri"/>
            </a:endParaRPr>
          </a:p>
        </p:txBody>
      </p:sp>
      <p:sp>
        <p:nvSpPr>
          <p:cNvPr id="279" name="Google Shape;279;p5"/>
          <p:cNvSpPr/>
          <p:nvPr/>
        </p:nvSpPr>
        <p:spPr>
          <a:xfrm>
            <a:off x="7770118" y="4226438"/>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3.9</a:t>
            </a:r>
            <a:endParaRPr sz="1292">
              <a:solidFill>
                <a:schemeClr val="dk1"/>
              </a:solidFill>
              <a:latin typeface="Calibri"/>
              <a:ea typeface="Calibri"/>
              <a:cs typeface="Calibri"/>
              <a:sym typeface="Calibri"/>
            </a:endParaRPr>
          </a:p>
        </p:txBody>
      </p:sp>
      <p:sp>
        <p:nvSpPr>
          <p:cNvPr id="280" name="Google Shape;280;p5"/>
          <p:cNvSpPr/>
          <p:nvPr/>
        </p:nvSpPr>
        <p:spPr>
          <a:xfrm>
            <a:off x="7770118" y="4702192"/>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2.4</a:t>
            </a:r>
            <a:endParaRPr sz="1292">
              <a:solidFill>
                <a:schemeClr val="dk1"/>
              </a:solidFill>
              <a:latin typeface="Calibri"/>
              <a:ea typeface="Calibri"/>
              <a:cs typeface="Calibri"/>
              <a:sym typeface="Calibri"/>
            </a:endParaRPr>
          </a:p>
        </p:txBody>
      </p:sp>
      <p:sp>
        <p:nvSpPr>
          <p:cNvPr id="281" name="Google Shape;281;p5"/>
          <p:cNvSpPr/>
          <p:nvPr/>
        </p:nvSpPr>
        <p:spPr>
          <a:xfrm>
            <a:off x="7770118" y="5177946"/>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3.8</a:t>
            </a:r>
            <a:endParaRPr sz="1292">
              <a:solidFill>
                <a:schemeClr val="dk1"/>
              </a:solidFill>
              <a:latin typeface="Calibri"/>
              <a:ea typeface="Calibri"/>
              <a:cs typeface="Calibri"/>
              <a:sym typeface="Calibri"/>
            </a:endParaRPr>
          </a:p>
        </p:txBody>
      </p:sp>
      <p:sp>
        <p:nvSpPr>
          <p:cNvPr id="282" name="Google Shape;282;p5"/>
          <p:cNvSpPr/>
          <p:nvPr/>
        </p:nvSpPr>
        <p:spPr>
          <a:xfrm>
            <a:off x="6019701" y="5638484"/>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311.5</a:t>
            </a:r>
            <a:endParaRPr sz="1292">
              <a:solidFill>
                <a:schemeClr val="dk1"/>
              </a:solidFill>
              <a:latin typeface="Calibri"/>
              <a:ea typeface="Calibri"/>
              <a:cs typeface="Calibri"/>
              <a:sym typeface="Calibri"/>
            </a:endParaRPr>
          </a:p>
        </p:txBody>
      </p:sp>
      <p:sp>
        <p:nvSpPr>
          <p:cNvPr id="283" name="Google Shape;283;p5"/>
          <p:cNvSpPr/>
          <p:nvPr/>
        </p:nvSpPr>
        <p:spPr>
          <a:xfrm>
            <a:off x="6019701" y="6093882"/>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310.1</a:t>
            </a:r>
            <a:endParaRPr sz="1292">
              <a:solidFill>
                <a:schemeClr val="dk1"/>
              </a:solidFill>
              <a:latin typeface="Calibri"/>
              <a:ea typeface="Calibri"/>
              <a:cs typeface="Calibri"/>
              <a:sym typeface="Calibri"/>
            </a:endParaRPr>
          </a:p>
        </p:txBody>
      </p:sp>
      <p:sp>
        <p:nvSpPr>
          <p:cNvPr id="284" name="Google Shape;284;p5"/>
          <p:cNvSpPr/>
          <p:nvPr/>
        </p:nvSpPr>
        <p:spPr>
          <a:xfrm>
            <a:off x="9529365" y="5624977"/>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1</a:t>
            </a:r>
            <a:endParaRPr sz="1292">
              <a:solidFill>
                <a:schemeClr val="dk1"/>
              </a:solidFill>
              <a:latin typeface="Calibri"/>
              <a:ea typeface="Calibri"/>
              <a:cs typeface="Calibri"/>
              <a:sym typeface="Calibri"/>
            </a:endParaRPr>
          </a:p>
        </p:txBody>
      </p:sp>
      <p:sp>
        <p:nvSpPr>
          <p:cNvPr id="285" name="Google Shape;285;p5"/>
          <p:cNvSpPr/>
          <p:nvPr/>
        </p:nvSpPr>
        <p:spPr>
          <a:xfrm>
            <a:off x="9529365" y="6100730"/>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0</a:t>
            </a:r>
            <a:endParaRPr sz="1292">
              <a:solidFill>
                <a:schemeClr val="dk1"/>
              </a:solidFill>
              <a:latin typeface="Calibri"/>
              <a:ea typeface="Calibri"/>
              <a:cs typeface="Calibri"/>
              <a:sym typeface="Calibri"/>
            </a:endParaRPr>
          </a:p>
        </p:txBody>
      </p:sp>
      <p:sp>
        <p:nvSpPr>
          <p:cNvPr id="286" name="Google Shape;286;p5"/>
          <p:cNvSpPr/>
          <p:nvPr/>
        </p:nvSpPr>
        <p:spPr>
          <a:xfrm>
            <a:off x="7770118" y="5636230"/>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4.3</a:t>
            </a:r>
            <a:endParaRPr sz="1292">
              <a:solidFill>
                <a:schemeClr val="dk1"/>
              </a:solidFill>
              <a:latin typeface="Calibri"/>
              <a:ea typeface="Calibri"/>
              <a:cs typeface="Calibri"/>
              <a:sym typeface="Calibri"/>
            </a:endParaRPr>
          </a:p>
        </p:txBody>
      </p:sp>
      <p:sp>
        <p:nvSpPr>
          <p:cNvPr id="287" name="Google Shape;287;p5"/>
          <p:cNvSpPr/>
          <p:nvPr/>
        </p:nvSpPr>
        <p:spPr>
          <a:xfrm>
            <a:off x="7770118" y="6111983"/>
            <a:ext cx="2230041" cy="264617"/>
          </a:xfrm>
          <a:prstGeom prst="rect">
            <a:avLst/>
          </a:prstGeom>
          <a:noFill/>
          <a:ln>
            <a:noFill/>
          </a:ln>
        </p:spPr>
        <p:txBody>
          <a:bodyPr anchorCtr="0" anchor="t" bIns="0" lIns="0" spcFirstLastPara="1" rIns="0" wrap="square" tIns="0">
            <a:noAutofit/>
          </a:bodyPr>
          <a:lstStyle/>
          <a:p>
            <a:pPr indent="0" lvl="0" marL="0" marR="0" rtl="0" algn="ctr">
              <a:lnSpc>
                <a:spcPct val="161290"/>
              </a:lnSpc>
              <a:spcBef>
                <a:spcPts val="0"/>
              </a:spcBef>
              <a:spcAft>
                <a:spcPts val="0"/>
              </a:spcAft>
              <a:buClr>
                <a:srgbClr val="FFFFFF"/>
              </a:buClr>
              <a:buSzPts val="1550"/>
              <a:buFont typeface="Funnel Sans"/>
              <a:buNone/>
            </a:pPr>
            <a:r>
              <a:rPr lang="en-US" sz="1292">
                <a:solidFill>
                  <a:srgbClr val="FFFFFF"/>
                </a:solidFill>
                <a:latin typeface="Funnel Sans"/>
                <a:ea typeface="Funnel Sans"/>
                <a:cs typeface="Funnel Sans"/>
                <a:sym typeface="Funnel Sans"/>
              </a:rPr>
              <a:t>2.2</a:t>
            </a:r>
            <a:endParaRPr sz="1292">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par>
                                <p:cTn fill="hold" nodeType="with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par>
                                <p:cTn fill="hold" nodeType="with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par>
                                <p:cTn fill="hold" nodeType="with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par>
                                <p:cTn fill="hold" nodeType="with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par>
                                <p:cTn fill="hold" nodeType="with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par>
                                <p:cTn fill="hold" nodeType="with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par>
                                <p:cTn fill="hold" nodeType="with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par>
                                <p:cTn fill="hold" nodeType="with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g3d364870ea6_0_0"/>
          <p:cNvPicPr preferRelativeResize="0"/>
          <p:nvPr/>
        </p:nvPicPr>
        <p:blipFill>
          <a:blip r:embed="rId3">
            <a:alphaModFix/>
          </a:blip>
          <a:stretch>
            <a:fillRect/>
          </a:stretch>
        </p:blipFill>
        <p:spPr>
          <a:xfrm>
            <a:off x="3833729" y="127000"/>
            <a:ext cx="8144765" cy="6604000"/>
          </a:xfrm>
          <a:prstGeom prst="rect">
            <a:avLst/>
          </a:prstGeom>
          <a:noFill/>
          <a:ln>
            <a:noFill/>
          </a:ln>
        </p:spPr>
      </p:pic>
      <p:sp>
        <p:nvSpPr>
          <p:cNvPr id="293" name="Google Shape;293;g3d364870ea6_0_0"/>
          <p:cNvSpPr/>
          <p:nvPr/>
        </p:nvSpPr>
        <p:spPr>
          <a:xfrm>
            <a:off x="195224" y="3221499"/>
            <a:ext cx="3638500" cy="4150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DDDDDD"/>
              </a:buClr>
              <a:buSzPts val="3900"/>
              <a:buFont typeface="Mona Sans SemiBold"/>
              <a:buNone/>
            </a:pPr>
            <a:r>
              <a:rPr b="1" lang="en-US" sz="3250">
                <a:solidFill>
                  <a:srgbClr val="DDDDDD"/>
                </a:solidFill>
                <a:latin typeface="Mona Sans SemiBold"/>
                <a:ea typeface="Mona Sans SemiBold"/>
                <a:cs typeface="Mona Sans SemiBold"/>
                <a:sym typeface="Mona Sans SemiBold"/>
              </a:rPr>
              <a:t>Orange Canvas</a:t>
            </a:r>
            <a:endParaRPr sz="3250">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Day 3 Agenda</a:t>
            </a:r>
          </a:p>
        </p:txBody>
      </p:sp>
      <p:sp>
        <p:nvSpPr>
          <p:cNvPr id="613" name="Google Shape;61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1000"/>
              </a:spcBef>
              <a:spcAft>
                <a:spcPts val="0"/>
              </a:spcAft>
              <a:buClr>
                <a:schemeClr val="dk1"/>
              </a:buClr>
              <a:buSzPts val="4000"/>
              <a:buChar char="▪"/>
            </a:pPr>
            <a:r>
              <a:rPr b="1" sz="2400" lang="en-US"/>
              <a:t>0:00  </a:t>
            </a:r>
            <a:r>
              <a:rPr sz="2400" lang="en-US"/>
              <a:t xml:space="preserve">Welcome and Day 2 recap</a:t>
            </a:r>
          </a:p>
          <a:p>
            <a:pPr indent="-254000" lvl="0" marL="228600" rtl="0" algn="l">
              <a:lnSpc>
                <a:spcPct val="90000"/>
              </a:lnSpc>
              <a:spcBef>
                <a:spcPts val="1000"/>
              </a:spcBef>
              <a:spcAft>
                <a:spcPts val="0"/>
              </a:spcAft>
              <a:buClr>
                <a:schemeClr val="dk1"/>
              </a:buClr>
              <a:buSzPts val="4000"/>
              <a:buChar char="▪"/>
            </a:pPr>
            <a:r>
              <a:rPr b="1" sz="2400" lang="en-US"/>
              <a:t>0:10  </a:t>
            </a:r>
            <a:r>
              <a:rPr sz="2400" lang="en-US"/>
              <a:t xml:space="preserve">Why downtime matters and how predictive maintenance works</a:t>
            </a:r>
          </a:p>
          <a:p>
            <a:pPr indent="-254000" lvl="0" marL="228600" rtl="0" algn="l">
              <a:lnSpc>
                <a:spcPct val="90000"/>
              </a:lnSpc>
              <a:spcBef>
                <a:spcPts val="1000"/>
              </a:spcBef>
              <a:spcAft>
                <a:spcPts val="0"/>
              </a:spcAft>
              <a:buClr>
                <a:schemeClr val="dk1"/>
              </a:buClr>
              <a:buSzPts val="4000"/>
              <a:buChar char="▪"/>
            </a:pPr>
            <a:r>
              <a:rPr b="1" sz="2400" lang="en-US"/>
              <a:t>0:20  </a:t>
            </a:r>
            <a:r>
              <a:rPr sz="2400" lang="en-US"/>
              <a:t xml:space="preserve">Machine learning basics and how to judge a model</a:t>
            </a:r>
          </a:p>
          <a:p>
            <a:pPr indent="-254000" lvl="0" marL="228600" rtl="0" algn="l">
              <a:lnSpc>
                <a:spcPct val="90000"/>
              </a:lnSpc>
              <a:spcBef>
                <a:spcPts val="1000"/>
              </a:spcBef>
              <a:spcAft>
                <a:spcPts val="0"/>
              </a:spcAft>
              <a:buClr>
                <a:schemeClr val="dk1"/>
              </a:buClr>
              <a:buSzPts val="4000"/>
              <a:buChar char="▪"/>
            </a:pPr>
            <a:r>
              <a:rPr b="1" sz="2400" lang="en-US"/>
              <a:t>0:50  </a:t>
            </a:r>
            <a:r>
              <a:rPr sz="2400" lang="en-US"/>
              <a:t xml:space="preserve">Hands on: predict machine failures in Orange</a:t>
            </a:r>
          </a:p>
          <a:p>
            <a:pPr indent="-254000" lvl="0" marL="228600" rtl="0" algn="l">
              <a:lnSpc>
                <a:spcPct val="90000"/>
              </a:lnSpc>
              <a:spcBef>
                <a:spcPts val="1000"/>
              </a:spcBef>
              <a:spcAft>
                <a:spcPts val="0"/>
              </a:spcAft>
              <a:buClr>
                <a:schemeClr val="dk1"/>
              </a:buClr>
              <a:buSzPts val="4000"/>
              <a:buChar char="▪"/>
            </a:pPr>
            <a:r>
              <a:rPr b="1" sz="2400" lang="en-US"/>
              <a:t>1:35  </a:t>
            </a:r>
            <a:r>
              <a:rPr sz="2400" lang="en-US"/>
              <a:t xml:space="preserve">Break</a:t>
            </a:r>
          </a:p>
          <a:p>
            <a:pPr indent="-254000" lvl="0" marL="228600" rtl="0" algn="l">
              <a:lnSpc>
                <a:spcPct val="90000"/>
              </a:lnSpc>
              <a:spcBef>
                <a:spcPts val="1000"/>
              </a:spcBef>
              <a:spcAft>
                <a:spcPts val="0"/>
              </a:spcAft>
              <a:buClr>
                <a:schemeClr val="dk1"/>
              </a:buClr>
              <a:buSzPts val="4000"/>
              <a:buChar char="▪"/>
            </a:pPr>
            <a:r>
              <a:rPr b="1" sz="2400" lang="en-US"/>
              <a:t>1:45  </a:t>
            </a:r>
            <a:r>
              <a:rPr sz="2400" lang="en-US"/>
              <a:t xml:space="preserve">Demo: the same model in Python</a:t>
            </a:r>
          </a:p>
          <a:p>
            <a:pPr indent="-254000" lvl="0" marL="228600" rtl="0" algn="l">
              <a:lnSpc>
                <a:spcPct val="90000"/>
              </a:lnSpc>
              <a:spcBef>
                <a:spcPts val="1000"/>
              </a:spcBef>
              <a:spcAft>
                <a:spcPts val="0"/>
              </a:spcAft>
              <a:buClr>
                <a:schemeClr val="dk1"/>
              </a:buClr>
              <a:buSzPts val="4000"/>
              <a:buChar char="▪"/>
            </a:pPr>
            <a:r>
              <a:rPr b="1" sz="2400" lang="en-US"/>
              <a:t>2:00  </a:t>
            </a:r>
            <a:r>
              <a:rPr sz="2400" lang="en-US"/>
              <a:t xml:space="preserve">Implementation: AI readiness and your first pilot</a:t>
            </a:r>
          </a:p>
          <a:p>
            <a:pPr indent="-254000" lvl="0" marL="228600" rtl="0" algn="l">
              <a:lnSpc>
                <a:spcPct val="90000"/>
              </a:lnSpc>
              <a:spcBef>
                <a:spcPts val="1000"/>
              </a:spcBef>
              <a:spcAft>
                <a:spcPts val="0"/>
              </a:spcAft>
              <a:buClr>
                <a:schemeClr val="dk1"/>
              </a:buClr>
              <a:buSzPts val="4000"/>
              <a:buChar char="▪"/>
            </a:pPr>
            <a:r>
              <a:rPr b="1" sz="2400" lang="en-US"/>
              <a:t>2:45  </a:t>
            </a:r>
            <a:r>
              <a:rPr sz="2400" lang="en-US"/>
              <a:t xml:space="preserve">Key takeaways and questions</a:t>
            </a: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solidFill>
                  <a:schemeClr val="dk1"/>
                </a:solidFill>
                <a:latin typeface="Play"/>
                <a:ea typeface="Play"/>
                <a:cs typeface="Play"/>
                <a:sym typeface="Play"/>
              </a:rPr>
              <a:t>Demo: The Same Model in Python</a:t>
            </a:r>
          </a:p>
        </p:txBody>
      </p:sp>
      <p:sp>
        <p:nvSpPr>
          <p:cNvPr id="613" name="Google Shape;61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1400"/>
              </a:spcBef>
              <a:spcAft>
                <a:spcPts val="0"/>
              </a:spcAft>
              <a:buClr>
                <a:schemeClr val="dk1"/>
              </a:buClr>
              <a:buSzPts val="4000"/>
              <a:buChar char="▪"/>
            </a:pPr>
            <a:r>
              <a:rPr sz="2600" lang="en-US"/>
              <a:t>Open the Predictive Maintenance ML Demo on the course GitHub page.</a:t>
            </a:r>
          </a:p>
          <a:p>
            <a:pPr indent="-254000" lvl="0" marL="228600" rtl="0" algn="l">
              <a:lnSpc>
                <a:spcPct val="90000"/>
              </a:lnSpc>
              <a:spcBef>
                <a:spcPts val="1400"/>
              </a:spcBef>
              <a:spcAft>
                <a:spcPts val="0"/>
              </a:spcAft>
              <a:buClr>
                <a:schemeClr val="dk1"/>
              </a:buClr>
              <a:buSzPts val="4000"/>
              <a:buChar char="▪"/>
            </a:pPr>
            <a:r>
              <a:rPr sz="2600" lang="en-US"/>
              <a:t>Click Open in Codespaces, open the notebook, and click Run All.</a:t>
            </a:r>
          </a:p>
          <a:p>
            <a:pPr indent="-254000" lvl="0" marL="228600" rtl="0" algn="l">
              <a:lnSpc>
                <a:spcPct val="90000"/>
              </a:lnSpc>
              <a:spcBef>
                <a:spcPts val="1400"/>
              </a:spcBef>
              <a:spcAft>
                <a:spcPts val="0"/>
              </a:spcAft>
              <a:buClr>
                <a:schemeClr val="dk1"/>
              </a:buClr>
              <a:buSzPts val="4000"/>
              <a:buChar char="▪"/>
            </a:pPr>
            <a:r>
              <a:rPr sz="2600" lang="en-US"/>
              <a:t>Same idea as Orange: sensor data in, failure prediction out.</a:t>
            </a:r>
          </a:p>
          <a:p>
            <a:pPr indent="-254000" lvl="0" marL="228600" rtl="0" algn="l">
              <a:lnSpc>
                <a:spcPct val="90000"/>
              </a:lnSpc>
              <a:spcBef>
                <a:spcPts val="1400"/>
              </a:spcBef>
              <a:spcAft>
                <a:spcPts val="0"/>
              </a:spcAft>
              <a:buClr>
                <a:schemeClr val="dk1"/>
              </a:buClr>
              <a:buSzPts val="4000"/>
              <a:buChar char="▪"/>
            </a:pPr>
            <a:r>
              <a:rPr sz="2600" lang="en-US"/>
              <a:t>You do not need to code. This is what a data team would build next.</a:t>
            </a:r>
          </a:p>
        </p:txBody>
      </p:sp>
    </p:spTree>
  </p:cSld>
  <p:clrMapOvr>
    <a:masterClrMapping/>
  </p:clrMapOvr>
</p:sld>
</file>

<file path=ppt/theme/theme1.xml><?xml version="1.0" encoding="utf-8"?>
<a:theme xmlns:a="http://schemas.openxmlformats.org/drawingml/2006/main" xmlns:r="http://schemas.openxmlformats.org/officeDocument/2006/relationships" name="2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2021-05-25T09:09:29Z</dcterms:created>
  <dc:creator>Varun Shukla</dc:creator>
</cp:coreProperties>
</file>