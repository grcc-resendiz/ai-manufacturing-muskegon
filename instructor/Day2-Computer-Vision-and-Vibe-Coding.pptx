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82" r:id="rId4"/>
  </p:sldMasterIdLst>
  <p:notesMasterIdLst>
    <p:notesMasterId r:id="rId5"/>
  </p:notesMasterIdLst>
  <p:sldIdLst>
    <p:sldId id="256" r:id="rId6"/>
    <p:sldId id="257" r:id="rId7"/>
    <p:sldId id="258" r:id="rId8"/>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5" r:id="rId50"/>
    <p:sldId id="286" r:id="rId51"/>
    <p:sldId id="287" r:id="rId52"/>
    <p:sldId id="288" r:id="rId53"/>
    <p:sldId id="289" r:id="rId54"/>
    <p:sldId id="290" r:id="rId55"/>
    <p:sldId id="291" r:id="rId56"/>
    <p:sldId id="292" r:id="rId57"/>
    <p:sldId id="293" r:id="rId58"/>
    <p:sldId id="294" r:id="rId59"/>
    <p:sldId id="283" r:id="rId33"/>
    <p:sldId id="284" r:id="rId34"/>
  </p:sldIdLst>
  <p:sldSz cy="6858000" cx="12192000"/>
  <p:notesSz cx="6858000" cy="9144000"/>
  <p:embeddedFontLst>
    <p:embeddedFont>
      <p:font typeface="Ubuntu"/>
      <p:regular r:id="rId35"/>
      <p:bold r:id="rId36"/>
      <p:italic r:id="rId37"/>
      <p:boldItalic r:id="rId38"/>
    </p:embeddedFont>
    <p:embeddedFont>
      <p:font typeface="Play"/>
      <p:regular r:id="rId39"/>
      <p:bold r:id="rId40"/>
    </p:embeddedFont>
    <p:embeddedFont>
      <p:font typeface="Garamond"/>
      <p:regular r:id="rId41"/>
      <p:bold r:id="rId42"/>
      <p:italic r:id="rId43"/>
      <p:boldItalic r:id="rId44"/>
    </p:embeddedFont>
    <p:embeddedFont>
      <p:font typeface="Helvetica Neu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rtH1IAaTau68FXxQuBJ1rOIkI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font" Target="fonts/Ubuntu-regular.fntdata"/><Relationship Id="rId36" Type="http://schemas.openxmlformats.org/officeDocument/2006/relationships/font" Target="fonts/Ubuntu-bold.fntdata"/><Relationship Id="rId37" Type="http://schemas.openxmlformats.org/officeDocument/2006/relationships/font" Target="fonts/Ubuntu-italic.fntdata"/><Relationship Id="rId38" Type="http://schemas.openxmlformats.org/officeDocument/2006/relationships/font" Target="fonts/Ubuntu-boldItalic.fntdata"/><Relationship Id="rId39" Type="http://schemas.openxmlformats.org/officeDocument/2006/relationships/font" Target="fonts/Play-regular.fntdata"/><Relationship Id="rId40" Type="http://schemas.openxmlformats.org/officeDocument/2006/relationships/font" Target="fonts/Play-bold.fntdata"/><Relationship Id="rId41" Type="http://schemas.openxmlformats.org/officeDocument/2006/relationships/font" Target="fonts/Garamond-regular.fntdata"/><Relationship Id="rId42" Type="http://schemas.openxmlformats.org/officeDocument/2006/relationships/font" Target="fonts/Garamond-bold.fntdata"/><Relationship Id="rId43" Type="http://schemas.openxmlformats.org/officeDocument/2006/relationships/font" Target="fonts/Garamond-italic.fntdata"/><Relationship Id="rId44" Type="http://schemas.openxmlformats.org/officeDocument/2006/relationships/font" Target="fonts/Garamond-boldItalic.fntdata"/><Relationship Id="rId45" Type="http://schemas.openxmlformats.org/officeDocument/2006/relationships/font" Target="fonts/HelveticaNeue-regular.fntdata"/><Relationship Id="rId46" Type="http://schemas.openxmlformats.org/officeDocument/2006/relationships/font" Target="fonts/HelveticaNeue-bold.fntdata"/><Relationship Id="rId47" Type="http://schemas.openxmlformats.org/officeDocument/2006/relationships/font" Target="fonts/HelveticaNeue-italic.fntdata"/><Relationship Id="rId48" Type="http://schemas.openxmlformats.org/officeDocument/2006/relationships/font" Target="fonts/HelveticaNeue-boldItalic.fntdata"/><Relationship Id="rId49" Type="http://customschemas.google.com/relationships/presentationmetadata" Target="metadata"/>  <Relationship Id="rId50" Type="http://schemas.openxmlformats.org/officeDocument/2006/relationships/slide" Target="slides/slide30.xml"/>
  <Relationship Id="rId51" Type="http://schemas.openxmlformats.org/officeDocument/2006/relationships/slide" Target="slides/slide31.xml"/>
  <Relationship Id="rId52" Type="http://schemas.openxmlformats.org/officeDocument/2006/relationships/slide" Target="slides/slide32.xml"/>
  <Relationship Id="rId53" Type="http://schemas.openxmlformats.org/officeDocument/2006/relationships/slide" Target="slides/slide33.xml"/>
  <Relationship Id="rId54" Type="http://schemas.openxmlformats.org/officeDocument/2006/relationships/slide" Target="slides/slide34.xml"/>
  <Relationship Id="rId55" Type="http://schemas.openxmlformats.org/officeDocument/2006/relationships/slide" Target="slides/slide35.xml"/>
  <Relationship Id="rId56" Type="http://schemas.openxmlformats.org/officeDocument/2006/relationships/slide" Target="slides/slide36.xml"/>
  <Relationship Id="rId57" Type="http://schemas.openxmlformats.org/officeDocument/2006/relationships/slide" Target="slides/slide37.xml"/>
  <Relationship Id="rId58" Type="http://schemas.openxmlformats.org/officeDocument/2006/relationships/slide" Target="slides/slide38.xml"/>
  <Relationship Id="rId59" Type="http://schemas.openxmlformats.org/officeDocument/2006/relationships/slide" Target="slides/slide3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vtec.com/company/research/datasets/mvtec-ad"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eachablemachine.withgoogle.com/"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488" name="Google Shape;4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Alright, let’s get into the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you have probably gathered, today we have a lot to cover in a short amount of time so please forgive me if I start to talk a little fast.</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495" name="Google Shape;4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Quick recap of Day 1 (2 minutes): who used their skill since yesterday? What happened?</a:t>
            </a:r>
          </a:p>
          <a:p>
            <a:r>
              <a:rPr lang="en-US"/>
              <a:t>Today is about quality: computer vision first, then a simple app for defect and downtime data.</a:t>
            </a:r>
          </a:p>
        </p:txBody>
      </p:sp>
      <p:sp>
        <p:nvSpPr>
          <p:cNvPr id="502" name="Google Shape;50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38" name="Google Shape;5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Image Source: M.Q. Huang., et.al. (2021)  BIM, machine learning and computer vision techniques in underground construction: Current status and future perspectives, Tunnelling and Underground Space Technology. Vol 108. ISSN 0886-7798. https://doi.org/10.1016/j.tust.2020.103677</a:t>
            </a:r>
            <a:endParaRPr/>
          </a:p>
          <a:p>
            <a:pPr indent="-171450" lvl="0" marL="171450" rtl="0" algn="l">
              <a:lnSpc>
                <a:spcPct val="100000"/>
              </a:lnSpc>
              <a:spcBef>
                <a:spcPts val="0"/>
              </a:spcBef>
              <a:spcAft>
                <a:spcPts val="0"/>
              </a:spcAft>
              <a:buClr>
                <a:schemeClr val="dk1"/>
              </a:buClr>
              <a:buSzPts val="1200"/>
              <a:buFont typeface="Arial"/>
              <a:buChar char="-"/>
            </a:pPr>
            <a:r>
              <a:rPr lang="en-US"/>
              <a:t>Anything to do with manipulation of vision/image manipulation </a:t>
            </a:r>
            <a:endParaRPr/>
          </a:p>
          <a:p>
            <a:pPr indent="0" lvl="0" marL="0" rtl="0" algn="l">
              <a:lnSpc>
                <a:spcPct val="100000"/>
              </a:lnSpc>
              <a:spcBef>
                <a:spcPts val="0"/>
              </a:spcBef>
              <a:spcAft>
                <a:spcPts val="0"/>
              </a:spcAft>
              <a:buClr>
                <a:schemeClr val="dk1"/>
              </a:buClr>
              <a:buSzPts val="1400"/>
              <a:buFont typeface="Arial"/>
              <a:buNone/>
            </a:pPr>
            <a:r>
              <a:rPr b="0" i="0" lang="en-US" sz="1200">
                <a:solidFill>
                  <a:schemeClr val="dk1"/>
                </a:solidFill>
                <a:latin typeface="Arial"/>
                <a:ea typeface="Arial"/>
                <a:cs typeface="Arial"/>
                <a:sym typeface="Arial"/>
              </a:rPr>
              <a:t>Computer vision solves complex problems such as facial recognition (used, for example, by Snapchat to apply filters), detailed image analysis that allows for visual searches like the ones Google Images performs, or biometric identification methods.</a:t>
            </a:r>
            <a:endParaRPr/>
          </a:p>
          <a:p>
            <a:pPr indent="0" lvl="0" marL="0" rtl="0" algn="l">
              <a:lnSpc>
                <a:spcPct val="100000"/>
              </a:lnSpc>
              <a:spcBef>
                <a:spcPts val="0"/>
              </a:spcBef>
              <a:spcAft>
                <a:spcPts val="0"/>
              </a:spcAft>
              <a:buClr>
                <a:schemeClr val="dk1"/>
              </a:buClr>
              <a:buSzPts val="1400"/>
              <a:buFont typeface="Calibri"/>
              <a:buNone/>
            </a:pPr>
            <a:br>
              <a:rPr lang="en-US"/>
            </a:br>
            <a:endParaRPr/>
          </a:p>
        </p:txBody>
      </p:sp>
      <p:sp>
        <p:nvSpPr>
          <p:cNvPr id="544" name="Google Shape;5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Image Source: Oberoi, A. (2019, December 17). Vision AI: What is it and Why does it Matter? Daffodilsw.com. https://insights.daffodilsw.com/blog/vision-ai-what-is-it-and-why-does-it-matter</a:t>
            </a:r>
            <a:endParaRPr/>
          </a:p>
          <a:p>
            <a:pPr indent="0" lvl="0" marL="0" rtl="0" algn="l">
              <a:lnSpc>
                <a:spcPct val="100000"/>
              </a:lnSpc>
              <a:spcBef>
                <a:spcPts val="0"/>
              </a:spcBef>
              <a:spcAft>
                <a:spcPts val="0"/>
              </a:spcAft>
              <a:buClr>
                <a:schemeClr val="dk1"/>
              </a:buClr>
              <a:buSzPts val="1400"/>
              <a:buFont typeface="Calibri"/>
              <a:buNone/>
            </a:pPr>
            <a:r>
              <a:t/>
            </a:r>
            <a:endParaRPr/>
          </a:p>
          <a:p>
            <a:pPr indent="0" lvl="0" marL="0" rtl="0" algn="l">
              <a:lnSpc>
                <a:spcPct val="100000"/>
              </a:lnSpc>
              <a:spcBef>
                <a:spcPts val="0"/>
              </a:spcBef>
              <a:spcAft>
                <a:spcPts val="0"/>
              </a:spcAft>
              <a:buClr>
                <a:schemeClr val="dk1"/>
              </a:buClr>
              <a:buSzPts val="1400"/>
              <a:buFont typeface="Calibri"/>
              <a:buNone/>
            </a:pPr>
            <a:r>
              <a:rPr lang="en-US"/>
              <a:t>Ask the students to identify which image refers to which CV task. </a:t>
            </a:r>
            <a:endParaRPr/>
          </a:p>
          <a:p>
            <a:pPr indent="0" lvl="0" marL="0" rtl="0" algn="l">
              <a:lnSpc>
                <a:spcPct val="100000"/>
              </a:lnSpc>
              <a:spcBef>
                <a:spcPts val="0"/>
              </a:spcBef>
              <a:spcAft>
                <a:spcPts val="0"/>
              </a:spcAft>
              <a:buClr>
                <a:schemeClr val="dk1"/>
              </a:buClr>
              <a:buSzPts val="1400"/>
              <a:buFont typeface="Calibri"/>
              <a:buNone/>
            </a:pPr>
            <a:r>
              <a:rPr lang="en-US"/>
              <a:t>Provide a definition for each:</a:t>
            </a:r>
            <a:endParaRPr/>
          </a:p>
          <a:p>
            <a:pPr indent="0" lvl="0" marL="0" marR="0" rtl="0" algn="l">
              <a:lnSpc>
                <a:spcPct val="100000"/>
              </a:lnSpc>
              <a:spcBef>
                <a:spcPts val="0"/>
              </a:spcBef>
              <a:spcAft>
                <a:spcPts val="0"/>
              </a:spcAft>
              <a:buClr>
                <a:schemeClr val="dk1"/>
              </a:buClr>
              <a:buSzPts val="1200"/>
              <a:buFont typeface="Arial"/>
              <a:buNone/>
            </a:pPr>
            <a:r>
              <a:rPr lang="en-US"/>
              <a:t>Object identification: CV can identify or detect objects of interest in a still image or a video.  </a:t>
            </a:r>
            <a:endParaRPr/>
          </a:p>
          <a:p>
            <a:pPr indent="0" lvl="0" marL="0" marR="0" rtl="0" algn="l">
              <a:lnSpc>
                <a:spcPct val="100000"/>
              </a:lnSpc>
              <a:spcBef>
                <a:spcPts val="0"/>
              </a:spcBef>
              <a:spcAft>
                <a:spcPts val="0"/>
              </a:spcAft>
              <a:buClr>
                <a:schemeClr val="dk1"/>
              </a:buClr>
              <a:buSzPts val="1200"/>
              <a:buFont typeface="Arial"/>
              <a:buNone/>
            </a:pPr>
            <a:r>
              <a:rPr lang="en-US"/>
              <a:t>Object classification: CV can classify objects into the category that they belong to. Sometimes Object classification and detection are performed together. Identification locates the position of the classified object in the scene or frame of reference.</a:t>
            </a:r>
            <a:endParaRPr/>
          </a:p>
          <a:p>
            <a:pPr indent="0" lvl="0" marL="0" rtl="0" algn="l">
              <a:lnSpc>
                <a:spcPct val="100000"/>
              </a:lnSpc>
              <a:spcBef>
                <a:spcPts val="0"/>
              </a:spcBef>
              <a:spcAft>
                <a:spcPts val="0"/>
              </a:spcAft>
              <a:buClr>
                <a:schemeClr val="dk1"/>
              </a:buClr>
              <a:buSzPts val="1400"/>
              <a:buFont typeface="Calibri"/>
              <a:buNone/>
            </a:pPr>
            <a:r>
              <a:rPr lang="en-US"/>
              <a:t>Image segmentation:  It is the method of segmenting (or dividing) an image into various sub-groups called image segments. Image segmentation reduces the complexity of processing.</a:t>
            </a:r>
            <a:endParaRPr/>
          </a:p>
        </p:txBody>
      </p:sp>
      <p:sp>
        <p:nvSpPr>
          <p:cNvPr id="553" name="Google Shape;5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US"/>
              <a:t>Image Source: No title. (n.d.-b). Sourcesecurity.com. Retrieved September 13, 2023, from https://www.sourcesecurity.com/insights/live-finger-detection-technology-reinforces-future-advanced-biometric-authentication-co-2366-ga.20449.html</a:t>
            </a:r>
            <a:endParaRPr/>
          </a:p>
          <a:p>
            <a:pPr indent="0" lvl="0" marL="0" rtl="0" algn="l">
              <a:lnSpc>
                <a:spcPct val="100000"/>
              </a:lnSpc>
              <a:spcBef>
                <a:spcPts val="0"/>
              </a:spcBef>
              <a:spcAft>
                <a:spcPts val="0"/>
              </a:spcAft>
              <a:buClr>
                <a:schemeClr val="dk1"/>
              </a:buClr>
              <a:buSzPts val="1400"/>
              <a:buFont typeface="Calibri"/>
              <a:buNone/>
            </a:pPr>
            <a:r>
              <a:t/>
            </a:r>
            <a:endParaRPr/>
          </a:p>
          <a:p>
            <a:pPr indent="0" lvl="0" marL="0" rtl="0" algn="l">
              <a:lnSpc>
                <a:spcPct val="100000"/>
              </a:lnSpc>
              <a:spcBef>
                <a:spcPts val="0"/>
              </a:spcBef>
              <a:spcAft>
                <a:spcPts val="0"/>
              </a:spcAft>
              <a:buClr>
                <a:schemeClr val="dk1"/>
              </a:buClr>
              <a:buSzPts val="1400"/>
              <a:buFont typeface="Calibri"/>
              <a:buNone/>
            </a:pPr>
            <a:r>
              <a:rPr lang="en-US"/>
              <a:t>Facial recognition: CV can perform facial recognition to identify and categorize individuals based on their features and biometric markers.</a:t>
            </a:r>
            <a:endParaRPr/>
          </a:p>
          <a:p>
            <a:pPr indent="0" lvl="0" marL="0" rtl="0" algn="l">
              <a:lnSpc>
                <a:spcPct val="100000"/>
              </a:lnSpc>
              <a:spcBef>
                <a:spcPts val="0"/>
              </a:spcBef>
              <a:spcAft>
                <a:spcPts val="0"/>
              </a:spcAft>
              <a:buClr>
                <a:schemeClr val="dk1"/>
              </a:buClr>
              <a:buSzPts val="1400"/>
              <a:buFont typeface="Calibri"/>
              <a:buNone/>
            </a:pPr>
            <a:r>
              <a:rPr lang="en-US"/>
              <a:t>Edge detection: Is finding the boundaries/perimeter of an object in an image or video. It functions by detecting discontinuities in brightness. It is used in image segmentation to segment the image and also in object identification.</a:t>
            </a:r>
            <a:endParaRPr/>
          </a:p>
          <a:p>
            <a:pPr indent="0" lvl="0" marL="0" rtl="0" algn="l">
              <a:lnSpc>
                <a:spcPct val="100000"/>
              </a:lnSpc>
              <a:spcBef>
                <a:spcPts val="0"/>
              </a:spcBef>
              <a:spcAft>
                <a:spcPts val="0"/>
              </a:spcAft>
              <a:buClr>
                <a:schemeClr val="dk1"/>
              </a:buClr>
              <a:buSzPts val="1400"/>
              <a:buFont typeface="Calibri"/>
              <a:buNone/>
            </a:pPr>
            <a:r>
              <a:rPr lang="en-US"/>
              <a:t>Pattern Recognition: Is to identify a recurring series of data or find similarities in data based on pre-existing information. Ex. speech recognition, color patterns, multi-media document recognition, fingerprint scanning are some examples of pattern recognition.</a:t>
            </a:r>
            <a:endParaRPr/>
          </a:p>
          <a:p>
            <a:pPr indent="0" lvl="0" marL="0" rtl="0" algn="l">
              <a:lnSpc>
                <a:spcPct val="100000"/>
              </a:lnSpc>
              <a:spcBef>
                <a:spcPts val="0"/>
              </a:spcBef>
              <a:spcAft>
                <a:spcPts val="0"/>
              </a:spcAft>
              <a:buClr>
                <a:schemeClr val="dk1"/>
              </a:buClr>
              <a:buSzPts val="1400"/>
              <a:buFont typeface="Calibri"/>
              <a:buNone/>
            </a:pPr>
            <a:r>
              <a:t/>
            </a:r>
            <a:endParaRPr/>
          </a:p>
        </p:txBody>
      </p:sp>
      <p:sp>
        <p:nvSpPr>
          <p:cNvPr id="566" name="Google Shape;5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The most common use of computer vision in manufacturing is inspecting and validating product quality: finding defects and deviations from spec.</a:t>
            </a:r>
          </a:p>
          <a:p>
            <a:r>
              <a:rPr lang="en-US"/>
              <a:t>Ask: where on your floor do people inspect parts by eye today?</a:t>
            </a:r>
          </a:p>
        </p:txBody>
      </p:sp>
      <p:sp>
        <p:nvSpPr>
          <p:cNvPr id="579" name="Google Shape;5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Stress that CV supports operators instead of replacing their judgment. The inspector decides what counts as a defect.</a:t>
            </a:r>
          </a:p>
        </p:txBody>
      </p:sp>
      <p:sp>
        <p:nvSpPr>
          <p:cNvPr id="590" name="Google Shape;59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0" lang="en-US"/>
              <a:t>There is also object recognition for sorting objects along an assembly line.</a:t>
            </a:r>
            <a:endParaRPr/>
          </a:p>
        </p:txBody>
      </p:sp>
      <p:sp>
        <p:nvSpPr>
          <p:cNvPr id="601" name="Google Shape;60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0" lang="en-US"/>
              <a:t>Using CV for robotic guidance</a:t>
            </a:r>
            <a:endParaRPr/>
          </a:p>
        </p:txBody>
      </p:sp>
      <p:sp>
        <p:nvSpPr>
          <p:cNvPr id="612" name="Google Shape;6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with anything there is always advantages and disadvantages.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Earlier in the course we’ve talked about the advantages and disadvantages of AI in manufacturing in general but in this week we focus on specifically CV.</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various advantages of using CV systems are:</a:t>
            </a:r>
            <a:endParaRPr/>
          </a:p>
          <a:p>
            <a:pPr indent="-171450" lvl="0" marL="171450" rtl="0" algn="l">
              <a:spcBef>
                <a:spcPts val="0"/>
              </a:spcBef>
              <a:spcAft>
                <a:spcPts val="0"/>
              </a:spcAft>
              <a:buClr>
                <a:schemeClr val="dk1"/>
              </a:buClr>
              <a:buSzPts val="1200"/>
              <a:buFont typeface="Arial"/>
              <a:buChar char="•"/>
            </a:pPr>
            <a:r>
              <a:rPr lang="en-US"/>
              <a:t>Increase Efficiency due to automation of repetitive tasks </a:t>
            </a:r>
            <a:endParaRPr/>
          </a:p>
          <a:p>
            <a:pPr indent="-171450" lvl="0" marL="171450" rtl="0" algn="l">
              <a:spcBef>
                <a:spcPts val="0"/>
              </a:spcBef>
              <a:spcAft>
                <a:spcPts val="0"/>
              </a:spcAft>
              <a:buClr>
                <a:schemeClr val="dk1"/>
              </a:buClr>
              <a:buSzPts val="1200"/>
              <a:buFont typeface="Arial"/>
              <a:buChar char="•"/>
            </a:pPr>
            <a:r>
              <a:rPr lang="en-US"/>
              <a:t>Better Data Collection and Analysis because CV applications can take in real-time data and process the incoming data to make decisions</a:t>
            </a:r>
            <a:endParaRPr/>
          </a:p>
          <a:p>
            <a:pPr indent="-171450" lvl="0" marL="171450" rtl="0" algn="l">
              <a:spcBef>
                <a:spcPts val="0"/>
              </a:spcBef>
              <a:spcAft>
                <a:spcPts val="0"/>
              </a:spcAft>
              <a:buClr>
                <a:schemeClr val="dk1"/>
              </a:buClr>
              <a:buSzPts val="1200"/>
              <a:buFont typeface="Arial"/>
              <a:buChar char="•"/>
            </a:pPr>
            <a:r>
              <a:rPr lang="en-US"/>
              <a:t>Safety due to the real-time monitoring, CV applications can detect hazards or identify risks to employees quickly</a:t>
            </a:r>
            <a:endParaRPr/>
          </a:p>
          <a:p>
            <a:pPr indent="-171450" lvl="0" marL="171450" rtl="0" algn="l">
              <a:spcBef>
                <a:spcPts val="0"/>
              </a:spcBef>
              <a:spcAft>
                <a:spcPts val="0"/>
              </a:spcAft>
              <a:buClr>
                <a:schemeClr val="dk1"/>
              </a:buClr>
              <a:buSzPts val="1200"/>
              <a:buFont typeface="Arial"/>
              <a:buChar char="•"/>
            </a:pPr>
            <a:r>
              <a:rPr lang="en-US"/>
              <a:t>And Reliability because a CV system can provide 24/7 support and are perfect for the controlled conditions manufacturing plant/factory</a:t>
            </a:r>
            <a:endParaRPr/>
          </a:p>
        </p:txBody>
      </p:sp>
      <p:sp>
        <p:nvSpPr>
          <p:cNvPr id="623" name="Google Shape;62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However, nothing is ever perfect.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main disadvantages are:</a:t>
            </a:r>
            <a:endParaRPr/>
          </a:p>
          <a:p>
            <a:pPr indent="-171450" lvl="0" marL="171450" rtl="0" algn="l">
              <a:spcBef>
                <a:spcPts val="0"/>
              </a:spcBef>
              <a:spcAft>
                <a:spcPts val="0"/>
              </a:spcAft>
              <a:buClr>
                <a:schemeClr val="dk1"/>
              </a:buClr>
              <a:buSzPts val="1200"/>
              <a:buFont typeface="Arial"/>
              <a:buChar char="•"/>
            </a:pPr>
            <a:r>
              <a:rPr lang="en-US"/>
              <a:t>The high initial cost for purchasing the hardware and software to manage these types of applications, especially at scale</a:t>
            </a:r>
            <a:endParaRPr/>
          </a:p>
          <a:p>
            <a:pPr indent="-171450" lvl="0" marL="171450" rtl="0" algn="l">
              <a:spcBef>
                <a:spcPts val="0"/>
              </a:spcBef>
              <a:spcAft>
                <a:spcPts val="0"/>
              </a:spcAft>
              <a:buClr>
                <a:schemeClr val="dk1"/>
              </a:buClr>
              <a:buSzPts val="1200"/>
              <a:buFont typeface="Arial"/>
              <a:buChar char="•"/>
            </a:pPr>
            <a:r>
              <a:rPr lang="en-US"/>
              <a:t>In general light and environmental dependencies are a challenge for cameras, but this is particularly crucial for AI applications because decisions are being made based on the captured image. If the lighting or environment change drastically, this can mean significant variations in performance for a CV model.</a:t>
            </a:r>
            <a:endParaRPr/>
          </a:p>
          <a:p>
            <a:pPr indent="-171450" lvl="0" marL="171450" rtl="0" algn="l">
              <a:spcBef>
                <a:spcPts val="0"/>
              </a:spcBef>
              <a:spcAft>
                <a:spcPts val="0"/>
              </a:spcAft>
              <a:buClr>
                <a:schemeClr val="dk1"/>
              </a:buClr>
              <a:buSzPts val="1200"/>
              <a:buFont typeface="Arial"/>
              <a:buChar char="•"/>
            </a:pPr>
            <a:r>
              <a:rPr lang="en-US"/>
              <a:t>CV applications also can be limited by how detailed the work required is. This particular limitation can be addressed through good application design, model training, and image processing as well as camera placement, however, it is significant to point out. You can’t just put a CCTV camera up in the corner, give it a model, and expect it to catch a small rip on a piece of fabric or dent in a sheet of metal. Therefore, it’s a limitation but a manageable one with proper design.</a:t>
            </a:r>
            <a:endParaRPr/>
          </a:p>
          <a:p>
            <a:pPr indent="-171450" lvl="0" marL="171450" rtl="0" algn="l">
              <a:spcBef>
                <a:spcPts val="0"/>
              </a:spcBef>
              <a:spcAft>
                <a:spcPts val="0"/>
              </a:spcAft>
              <a:buClr>
                <a:schemeClr val="dk1"/>
              </a:buClr>
              <a:buSzPts val="1200"/>
              <a:buFont typeface="Arial"/>
              <a:buChar char="•"/>
            </a:pPr>
            <a:r>
              <a:rPr lang="en-US"/>
              <a:t>And of course privacy. It is always possible employees may have concerns regarding their personal privacy due to being monitored constantly by the CV applications.</a:t>
            </a:r>
            <a:endParaRPr/>
          </a:p>
        </p:txBody>
      </p:sp>
      <p:sp>
        <p:nvSpPr>
          <p:cNvPr id="665" name="Google Shape;66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Hands on: we follow the AI project cycle from start to finish with a real quality dataset.</a:t>
            </a:r>
          </a:p>
        </p:txBody>
      </p:sp>
      <p:sp>
        <p:nvSpPr>
          <p:cNvPr id="724" name="Google Shape;72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Walk the cycle once with today's problem: is a cast part OK or defective?</a:t>
            </a:r>
          </a:p>
          <a:p>
            <a:r>
              <a:rPr lang="en-US"/>
              <a:t>Problem scoping: which defect matters? Data: images of good and bad parts. Modeling: Teachable Machine. Evaluation: test images. Deployment: webcam demo.</a:t>
            </a:r>
          </a:p>
        </p:txBody>
      </p:sp>
      <p:sp>
        <p:nvSpPr>
          <p:cNvPr id="731" name="Google Shape;73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Dataset: casting_data.zip on the course GitHub page. It holds images of cast parts, sorted into ok_front and def_front, with train and test folders.</a:t>
            </a:r>
          </a:p>
          <a:p>
            <a:r>
              <a:rPr lang="en-US"/>
              <a:t>Open https://teachablemachine.withgoogle.com/ and choose Image Project, Standard image model.</a:t>
            </a:r>
          </a:p>
        </p:txBody>
      </p:sp>
      <p:sp>
        <p:nvSpPr>
          <p:cNvPr id="760" name="Google Shape;76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Class 1 is OK. Upload everything in train/ok_front.</a:t>
            </a:r>
          </a:p>
        </p:txBody>
      </p:sp>
      <p:sp>
        <p:nvSpPr>
          <p:cNvPr id="771" name="Google Shape;77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Class 2 is Defective. Upload everything in train/def_front.</a:t>
            </a:r>
          </a:p>
          <a:p>
            <a:r>
              <a:rPr lang="en-US"/>
              <a:t>Two classes only, so the model learns one question: OK or defective?</a:t>
            </a:r>
          </a:p>
        </p:txBody>
      </p:sp>
      <p:sp>
        <p:nvSpPr>
          <p:cNvPr id="784" name="Google Shape;78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Training takes a minute or two. Advanced settings show accuracy per class and a confusion matrix; save that for Day 3.</a:t>
            </a:r>
          </a:p>
        </p:txBody>
      </p:sp>
      <p:sp>
        <p:nvSpPr>
          <p:cNvPr id="795" name="Google Shape;79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Test with images from the test folders, which the model has never seen. Ask: which defects fooled it?</a:t>
            </a:r>
          </a:p>
        </p:txBody>
      </p:sp>
      <p:sp>
        <p:nvSpPr>
          <p:cNvPr id="807" name="Google Shape;80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Export Model &gt; Upload my model creates a shareable link. Paste that link into the Codespaces demo (Day 2 Computer Vision Demo on the GitHub page), start it, and hold a part or a picture up to your webcam.</a:t>
            </a:r>
          </a:p>
        </p:txBody>
      </p:sp>
      <p:sp>
        <p:nvSpPr>
          <p:cNvPr id="818" name="Google Shape;81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Step back from the tool: what would it take to use this on a real line?</a:t>
            </a:r>
          </a:p>
        </p:txBody>
      </p:sp>
      <p:sp>
        <p:nvSpPr>
          <p:cNvPr id="830" name="Google Shape;83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836" name="Google Shape;83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Facilitate discussion.</a:t>
            </a:r>
            <a:endParaRPr/>
          </a:p>
        </p:txBody>
      </p:sp>
      <p:sp>
        <p:nvSpPr>
          <p:cNvPr id="846" name="Google Shape;84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Summarize confidently.</a:t>
            </a:r>
            <a:endParaRPr/>
          </a:p>
        </p:txBody>
      </p:sp>
      <p:sp>
        <p:nvSpPr>
          <p:cNvPr id="853" name="Google Shape;85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Are there any questions?</a:t>
            </a:r>
            <a:endParaRPr/>
          </a:p>
        </p:txBody>
      </p:sp>
      <p:sp>
        <p:nvSpPr>
          <p:cNvPr id="859" name="Google Shape;85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that I’d like to thank you all for your time today.</a:t>
            </a:r>
            <a:endParaRPr/>
          </a:p>
        </p:txBody>
      </p:sp>
      <p:sp>
        <p:nvSpPr>
          <p:cNvPr id="866" name="Google Shape;86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half of Day 2: build a simple app by describing it in plain language.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Same skill as Day 1: a clear prompt (RTFC) gets a better app.</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Tie back to Day 1. Most tasks only need a prompt or a skill. Build an app when people repeat the same steps with the same kind of data.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Sample production data from the May cohort repo: 32 rows, one per machine, shift, and day in April 2026.</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the RTFC parts: role (supervisor), task (dashboard), format (bar charts, top 3 list), constraints (one page, large text).</a:t>
            </a:r>
          </a:p>
          <a:p>
            <a:r>
              <a:rPr lang="en-US"/>
              <a:t>Paste this prompt in Build mode, run it, then upload the CSV in the preview.</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for Build mode steps: https://ai.google.dev/gemini-api/docs/aistudio-build-mode</a:t>
            </a:r>
          </a:p>
          <a:p>
            <a:r>
              <a:rPr lang="en-US"/>
              <a:t>Check the app math against the CSV for one machine. AI built apps can be wrong too.</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Worksheet: Map your workflow, https://docs.google.com/document/d/11CKnpIsUIB6B4AfStJ97ySWpeWfLDXb0A8uEMAIT0n8/edit?usp=sharing</a:t>
            </a:r>
          </a:p>
          <a:p>
            <a:r>
              <a:rPr lang="en-US"/>
              <a:t>Give 10 minutes. Pairs work well.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30 minutes of build time. Walk the room. Ask two people to share their app at the end.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Same message as the pilot questions earlier today: start small, prove value, then involve the right people.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Install Orange before Day 3: https://orangedatamining.com/download/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1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 Id="rId3" Type="http://schemas.openxmlformats.org/officeDocument/2006/relationships/image" Target="../media/image1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5.png"/><Relationship Id="rId4" Type="http://schemas.openxmlformats.org/officeDocument/2006/relationships/image" Target="../media/image2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5.png"/><Relationship Id="rId4" Type="http://schemas.openxmlformats.org/officeDocument/2006/relationships/image" Target="../media/image2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image" Target="../media/image1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p:cSld name="1_Section Breaker">
    <p:spTree>
      <p:nvGrpSpPr>
        <p:cNvPr id="15" name="Shape 15"/>
        <p:cNvGrpSpPr/>
        <p:nvPr/>
      </p:nvGrpSpPr>
      <p:grpSpPr>
        <a:xfrm>
          <a:off x="0" y="0"/>
          <a:ext cx="0" cy="0"/>
          <a:chOff x="0" y="0"/>
          <a:chExt cx="0" cy="0"/>
        </a:xfrm>
      </p:grpSpPr>
      <p:pic>
        <p:nvPicPr>
          <p:cNvPr id="16" name="Google Shape;16;p39"/>
          <p:cNvPicPr preferRelativeResize="0"/>
          <p:nvPr/>
        </p:nvPicPr>
        <p:blipFill rotWithShape="1">
          <a:blip r:embed="rId2">
            <a:alphaModFix/>
          </a:blip>
          <a:srcRect b="0" l="0" r="0" t="0"/>
          <a:stretch/>
        </p:blipFill>
        <p:spPr>
          <a:xfrm>
            <a:off x="0" y="-3174"/>
            <a:ext cx="12202447" cy="6861174"/>
          </a:xfrm>
          <a:prstGeom prst="rect">
            <a:avLst/>
          </a:prstGeom>
          <a:noFill/>
          <a:ln>
            <a:noFill/>
          </a:ln>
        </p:spPr>
      </p:pic>
      <p:sp>
        <p:nvSpPr>
          <p:cNvPr id="17" name="Google Shape;17;p39"/>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9"/>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p:cSld name="12_divider">
    <p:bg>
      <p:bgPr>
        <a:solidFill>
          <a:srgbClr val="FFE27A"/>
        </a:solidFill>
      </p:bgPr>
    </p:bg>
    <p:spTree>
      <p:nvGrpSpPr>
        <p:cNvPr id="19" name="Shape 19"/>
        <p:cNvGrpSpPr/>
        <p:nvPr/>
      </p:nvGrpSpPr>
      <p:grpSpPr>
        <a:xfrm>
          <a:off x="0" y="0"/>
          <a:ext cx="0" cy="0"/>
          <a:chOff x="0" y="0"/>
          <a:chExt cx="0" cy="0"/>
        </a:xfrm>
      </p:grpSpPr>
      <p:sp>
        <p:nvSpPr>
          <p:cNvPr id="20" name="Google Shape;20;p40"/>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0"/>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0"/>
          <p:cNvSpPr/>
          <p:nvPr>
            <p:ph idx="2" type="pic"/>
          </p:nvPr>
        </p:nvSpPr>
        <p:spPr>
          <a:xfrm>
            <a:off x="874642" y="-695294"/>
            <a:ext cx="6678652" cy="6678652"/>
          </a:xfrm>
          <a:prstGeom prst="flowChartDelay">
            <a:avLst/>
          </a:prstGeom>
          <a:noFill/>
          <a:ln>
            <a:noFill/>
          </a:ln>
        </p:spPr>
      </p:sp>
      <p:sp>
        <p:nvSpPr>
          <p:cNvPr id="23" name="Google Shape;23;p40"/>
          <p:cNvSpPr/>
          <p:nvPr/>
        </p:nvSpPr>
        <p:spPr>
          <a:xfrm>
            <a:off x="0" y="5983356"/>
            <a:ext cx="874643" cy="874643"/>
          </a:xfrm>
          <a:prstGeom prst="rect">
            <a:avLst/>
          </a:prstGeom>
          <a:solidFill>
            <a:srgbClr val="EEB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 name="Google Shape;24;p40"/>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 Page">
  <p:cSld name="Normal Page">
    <p:spTree>
      <p:nvGrpSpPr>
        <p:cNvPr id="25" name="Shape 25"/>
        <p:cNvGrpSpPr/>
        <p:nvPr/>
      </p:nvGrpSpPr>
      <p:grpSpPr>
        <a:xfrm>
          <a:off x="0" y="0"/>
          <a:ext cx="0" cy="0"/>
          <a:chOff x="0" y="0"/>
          <a:chExt cx="0" cy="0"/>
        </a:xfrm>
      </p:grpSpPr>
      <p:sp>
        <p:nvSpPr>
          <p:cNvPr id="26" name="Google Shape;26;p41"/>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7" name="Google Shape;27;p41"/>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8" name="Google Shape;28;p41"/>
          <p:cNvSpPr txBox="1"/>
          <p:nvPr>
            <p:ph idx="1" type="body"/>
          </p:nvPr>
        </p:nvSpPr>
        <p:spPr>
          <a:xfrm>
            <a:off x="386557" y="1665697"/>
            <a:ext cx="10515600" cy="3998912"/>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1"/>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30" name="Google Shape;30;p41"/>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31" name="Google Shape;31;p41"/>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lide">
  <p:cSld name="Section Header slide">
    <p:spTree>
      <p:nvGrpSpPr>
        <p:cNvPr id="32" name="Shape 32"/>
        <p:cNvGrpSpPr/>
        <p:nvPr/>
      </p:nvGrpSpPr>
      <p:grpSpPr>
        <a:xfrm>
          <a:off x="0" y="0"/>
          <a:ext cx="0" cy="0"/>
          <a:chOff x="0" y="0"/>
          <a:chExt cx="0" cy="0"/>
        </a:xfrm>
      </p:grpSpPr>
      <p:sp>
        <p:nvSpPr>
          <p:cNvPr id="33" name="Google Shape;33;p42"/>
          <p:cNvSpPr/>
          <p:nvPr/>
        </p:nvSpPr>
        <p:spPr>
          <a:xfrm>
            <a:off x="167" y="0"/>
            <a:ext cx="12192000" cy="8284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grpSp>
        <p:nvGrpSpPr>
          <p:cNvPr id="34" name="Google Shape;34;p42"/>
          <p:cNvGrpSpPr/>
          <p:nvPr/>
        </p:nvGrpSpPr>
        <p:grpSpPr>
          <a:xfrm>
            <a:off x="406384" y="1"/>
            <a:ext cx="11785549" cy="5076844"/>
            <a:chOff x="304788" y="0"/>
            <a:chExt cx="8839162" cy="3807633"/>
          </a:xfrm>
        </p:grpSpPr>
        <p:sp>
          <p:nvSpPr>
            <p:cNvPr id="35" name="Google Shape;35;p42"/>
            <p:cNvSpPr/>
            <p:nvPr/>
          </p:nvSpPr>
          <p:spPr>
            <a:xfrm>
              <a:off x="304788" y="3121233"/>
              <a:ext cx="661500" cy="686400"/>
            </a:xfrm>
            <a:prstGeom prst="rect">
              <a:avLst/>
            </a:prstGeom>
            <a:solidFill>
              <a:srgbClr val="596B6E">
                <a:alpha val="21176"/>
              </a:srgbClr>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67" u="none" cap="none" strike="noStrike">
                <a:solidFill>
                  <a:srgbClr val="000000"/>
                </a:solidFill>
                <a:latin typeface="Garamond"/>
                <a:ea typeface="Garamond"/>
                <a:cs typeface="Garamond"/>
                <a:sym typeface="Garamond"/>
              </a:endParaRPr>
            </a:p>
          </p:txBody>
        </p:sp>
        <p:sp>
          <p:nvSpPr>
            <p:cNvPr id="36" name="Google Shape;36;p42"/>
            <p:cNvSpPr/>
            <p:nvPr/>
          </p:nvSpPr>
          <p:spPr>
            <a:xfrm>
              <a:off x="817450" y="0"/>
              <a:ext cx="8326500" cy="3269700"/>
            </a:xfrm>
            <a:prstGeom prst="rect">
              <a:avLst/>
            </a:prstGeom>
            <a:solidFill>
              <a:srgbClr val="0061AA">
                <a:alpha val="26666"/>
              </a:srgbClr>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67" u="none" cap="none" strike="noStrike">
                <a:solidFill>
                  <a:srgbClr val="000000"/>
                </a:solidFill>
                <a:latin typeface="Garamond"/>
                <a:ea typeface="Garamond"/>
                <a:cs typeface="Garamond"/>
                <a:sym typeface="Garamond"/>
              </a:endParaRPr>
            </a:p>
          </p:txBody>
        </p:sp>
      </p:grpSp>
      <p:sp>
        <p:nvSpPr>
          <p:cNvPr id="37" name="Google Shape;37;p42"/>
          <p:cNvSpPr txBox="1"/>
          <p:nvPr>
            <p:ph type="title"/>
          </p:nvPr>
        </p:nvSpPr>
        <p:spPr>
          <a:xfrm>
            <a:off x="1373200" y="2880167"/>
            <a:ext cx="9279600" cy="1384800"/>
          </a:xfrm>
          <a:prstGeom prst="rect">
            <a:avLst/>
          </a:prstGeom>
          <a:noFill/>
          <a:ln>
            <a:noFill/>
          </a:ln>
        </p:spPr>
        <p:txBody>
          <a:bodyPr anchorCtr="0" anchor="b" bIns="34275" lIns="68575" spcFirstLastPara="1" rIns="68575" wrap="square" tIns="34275">
            <a:noAutofit/>
          </a:bodyPr>
          <a:lstStyle>
            <a:lvl1pPr lvl="0" marR="0" algn="l">
              <a:lnSpc>
                <a:spcPct val="100000"/>
              </a:lnSpc>
              <a:spcBef>
                <a:spcPts val="0"/>
              </a:spcBef>
              <a:spcAft>
                <a:spcPts val="0"/>
              </a:spcAft>
              <a:buClr>
                <a:srgbClr val="000000"/>
              </a:buClr>
              <a:buSzPts val="2400"/>
              <a:buFont typeface="Play"/>
              <a:buNone/>
              <a:defRPr sz="4000">
                <a:solidFill>
                  <a:srgbClr val="000000"/>
                </a:solidFill>
              </a:defRPr>
            </a:lvl1pPr>
            <a:lvl2pPr lvl="1" algn="l">
              <a:lnSpc>
                <a:spcPct val="100000"/>
              </a:lnSpc>
              <a:spcBef>
                <a:spcPts val="0"/>
              </a:spcBef>
              <a:spcAft>
                <a:spcPts val="0"/>
              </a:spcAft>
              <a:buSzPts val="3000"/>
              <a:buNone/>
              <a:defRPr b="1" sz="4000"/>
            </a:lvl2pPr>
            <a:lvl3pPr lvl="2" algn="l">
              <a:lnSpc>
                <a:spcPct val="100000"/>
              </a:lnSpc>
              <a:spcBef>
                <a:spcPts val="0"/>
              </a:spcBef>
              <a:spcAft>
                <a:spcPts val="0"/>
              </a:spcAft>
              <a:buSzPts val="3000"/>
              <a:buNone/>
              <a:defRPr b="1" sz="4000"/>
            </a:lvl3pPr>
            <a:lvl4pPr lvl="3" algn="l">
              <a:lnSpc>
                <a:spcPct val="100000"/>
              </a:lnSpc>
              <a:spcBef>
                <a:spcPts val="0"/>
              </a:spcBef>
              <a:spcAft>
                <a:spcPts val="0"/>
              </a:spcAft>
              <a:buSzPts val="3000"/>
              <a:buNone/>
              <a:defRPr b="1" sz="4000"/>
            </a:lvl4pPr>
            <a:lvl5pPr lvl="4" algn="l">
              <a:lnSpc>
                <a:spcPct val="100000"/>
              </a:lnSpc>
              <a:spcBef>
                <a:spcPts val="0"/>
              </a:spcBef>
              <a:spcAft>
                <a:spcPts val="0"/>
              </a:spcAft>
              <a:buSzPts val="3000"/>
              <a:buNone/>
              <a:defRPr b="1" sz="4000"/>
            </a:lvl5pPr>
            <a:lvl6pPr lvl="5" algn="l">
              <a:lnSpc>
                <a:spcPct val="100000"/>
              </a:lnSpc>
              <a:spcBef>
                <a:spcPts val="0"/>
              </a:spcBef>
              <a:spcAft>
                <a:spcPts val="0"/>
              </a:spcAft>
              <a:buSzPts val="3000"/>
              <a:buNone/>
              <a:defRPr b="1" sz="4000"/>
            </a:lvl6pPr>
            <a:lvl7pPr lvl="6" algn="l">
              <a:lnSpc>
                <a:spcPct val="100000"/>
              </a:lnSpc>
              <a:spcBef>
                <a:spcPts val="0"/>
              </a:spcBef>
              <a:spcAft>
                <a:spcPts val="0"/>
              </a:spcAft>
              <a:buSzPts val="3000"/>
              <a:buNone/>
              <a:defRPr b="1" sz="4000"/>
            </a:lvl7pPr>
            <a:lvl8pPr lvl="7" algn="l">
              <a:lnSpc>
                <a:spcPct val="100000"/>
              </a:lnSpc>
              <a:spcBef>
                <a:spcPts val="0"/>
              </a:spcBef>
              <a:spcAft>
                <a:spcPts val="0"/>
              </a:spcAft>
              <a:buSzPts val="3000"/>
              <a:buNone/>
              <a:defRPr b="1" sz="4000"/>
            </a:lvl8pPr>
            <a:lvl9pPr lvl="8" algn="l">
              <a:lnSpc>
                <a:spcPct val="100000"/>
              </a:lnSpc>
              <a:spcBef>
                <a:spcPts val="0"/>
              </a:spcBef>
              <a:spcAft>
                <a:spcPts val="0"/>
              </a:spcAft>
              <a:buSzPts val="3000"/>
              <a:buNone/>
              <a:defRPr b="1" sz="4000"/>
            </a:lvl9pPr>
          </a:lstStyle>
          <a:p/>
        </p:txBody>
      </p:sp>
      <p:sp>
        <p:nvSpPr>
          <p:cNvPr id="38" name="Google Shape;38;p42"/>
          <p:cNvSpPr txBox="1"/>
          <p:nvPr>
            <p:ph idx="2" type="title"/>
          </p:nvPr>
        </p:nvSpPr>
        <p:spPr>
          <a:xfrm>
            <a:off x="1398856" y="4472967"/>
            <a:ext cx="8492400" cy="8284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rgbClr val="000000"/>
              </a:buClr>
              <a:buSzPts val="2400"/>
              <a:buFont typeface="Play"/>
              <a:buNone/>
              <a:defRPr b="0" sz="2400">
                <a:solidFill>
                  <a:srgbClr val="00000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313">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 Page">
  <p:cSld name="3_Normal Page">
    <p:spTree>
      <p:nvGrpSpPr>
        <p:cNvPr id="39" name="Shape 39"/>
        <p:cNvGrpSpPr/>
        <p:nvPr/>
      </p:nvGrpSpPr>
      <p:grpSpPr>
        <a:xfrm>
          <a:off x="0" y="0"/>
          <a:ext cx="0" cy="0"/>
          <a:chOff x="0" y="0"/>
          <a:chExt cx="0" cy="0"/>
        </a:xfrm>
      </p:grpSpPr>
      <p:sp>
        <p:nvSpPr>
          <p:cNvPr id="40" name="Google Shape;40;p43"/>
          <p:cNvSpPr txBox="1"/>
          <p:nvPr>
            <p:ph type="title"/>
          </p:nvPr>
        </p:nvSpPr>
        <p:spPr>
          <a:xfrm>
            <a:off x="431800" y="118268"/>
            <a:ext cx="10515600" cy="1325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1" name="Google Shape;41;p43"/>
          <p:cNvSpPr txBox="1"/>
          <p:nvPr>
            <p:ph idx="1" type="body"/>
          </p:nvPr>
        </p:nvSpPr>
        <p:spPr>
          <a:xfrm>
            <a:off x="431799" y="1443831"/>
            <a:ext cx="10515600" cy="39988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1067"/>
              </a:spcBef>
              <a:spcAft>
                <a:spcPts val="0"/>
              </a:spcAft>
              <a:buClr>
                <a:schemeClr val="dk1"/>
              </a:buClr>
              <a:buSzPts val="1800"/>
              <a:buFont typeface="Arial"/>
              <a:buNone/>
              <a:defRPr sz="2400">
                <a:solidFill>
                  <a:schemeClr val="dk1"/>
                </a:solidFill>
                <a:latin typeface="Arial"/>
                <a:ea typeface="Arial"/>
                <a:cs typeface="Arial"/>
                <a:sym typeface="Arial"/>
              </a:defRPr>
            </a:lvl1pPr>
            <a:lvl2pPr indent="-342900" lvl="1" marL="914400" algn="l">
              <a:lnSpc>
                <a:spcPct val="90000"/>
              </a:lnSpc>
              <a:spcBef>
                <a:spcPts val="533"/>
              </a:spcBef>
              <a:spcAft>
                <a:spcPts val="0"/>
              </a:spcAft>
              <a:buClr>
                <a:schemeClr val="dk1"/>
              </a:buClr>
              <a:buSzPts val="1800"/>
              <a:buFont typeface="Arial"/>
              <a:buChar char="•"/>
              <a:defRPr sz="2400">
                <a:solidFill>
                  <a:schemeClr val="dk1"/>
                </a:solidFill>
                <a:latin typeface="Arial"/>
                <a:ea typeface="Arial"/>
                <a:cs typeface="Arial"/>
                <a:sym typeface="Arial"/>
              </a:defRPr>
            </a:lvl2pPr>
            <a:lvl3pPr indent="-342900" lvl="2" marL="1371600" algn="l">
              <a:lnSpc>
                <a:spcPct val="90000"/>
              </a:lnSpc>
              <a:spcBef>
                <a:spcPts val="533"/>
              </a:spcBef>
              <a:spcAft>
                <a:spcPts val="0"/>
              </a:spcAft>
              <a:buClr>
                <a:schemeClr val="dk1"/>
              </a:buClr>
              <a:buSzPts val="1800"/>
              <a:buFont typeface="Arial"/>
              <a:buChar char="•"/>
              <a:defRPr sz="2400">
                <a:solidFill>
                  <a:schemeClr val="dk1"/>
                </a:solidFill>
                <a:latin typeface="Arial"/>
                <a:ea typeface="Arial"/>
                <a:cs typeface="Arial"/>
                <a:sym typeface="Arial"/>
              </a:defRPr>
            </a:lvl3pPr>
            <a:lvl4pPr indent="-342900" lvl="3" marL="1828800" algn="l">
              <a:lnSpc>
                <a:spcPct val="90000"/>
              </a:lnSpc>
              <a:spcBef>
                <a:spcPts val="533"/>
              </a:spcBef>
              <a:spcAft>
                <a:spcPts val="0"/>
              </a:spcAft>
              <a:buClr>
                <a:schemeClr val="dk1"/>
              </a:buClr>
              <a:buSzPts val="1800"/>
              <a:buFont typeface="Arial"/>
              <a:buChar char="•"/>
              <a:defRPr sz="2400">
                <a:solidFill>
                  <a:schemeClr val="dk1"/>
                </a:solidFill>
                <a:latin typeface="Arial"/>
                <a:ea typeface="Arial"/>
                <a:cs typeface="Arial"/>
                <a:sym typeface="Arial"/>
              </a:defRPr>
            </a:lvl4pPr>
            <a:lvl5pPr indent="-342900" lvl="4" marL="2286000" algn="l">
              <a:lnSpc>
                <a:spcPct val="90000"/>
              </a:lnSpc>
              <a:spcBef>
                <a:spcPts val="533"/>
              </a:spcBef>
              <a:spcAft>
                <a:spcPts val="0"/>
              </a:spcAft>
              <a:buClr>
                <a:schemeClr val="dk1"/>
              </a:buClr>
              <a:buSzPts val="1800"/>
              <a:buFont typeface="Arial"/>
              <a:buChar char="•"/>
              <a:defRPr sz="2400">
                <a:solidFill>
                  <a:schemeClr val="dk1"/>
                </a:solidFill>
                <a:latin typeface="Arial"/>
                <a:ea typeface="Arial"/>
                <a:cs typeface="Arial"/>
                <a:sym typeface="Arial"/>
              </a:defRPr>
            </a:lvl5pPr>
            <a:lvl6pPr indent="-317500" lvl="5" marL="2743200" algn="l">
              <a:lnSpc>
                <a:spcPct val="90000"/>
              </a:lnSpc>
              <a:spcBef>
                <a:spcPts val="533"/>
              </a:spcBef>
              <a:spcAft>
                <a:spcPts val="0"/>
              </a:spcAft>
              <a:buClr>
                <a:schemeClr val="dk1"/>
              </a:buClr>
              <a:buSzPts val="1400"/>
              <a:buChar char="•"/>
              <a:defRPr/>
            </a:lvl6pPr>
            <a:lvl7pPr indent="-317500" lvl="6" marL="3200400" algn="l">
              <a:lnSpc>
                <a:spcPct val="90000"/>
              </a:lnSpc>
              <a:spcBef>
                <a:spcPts val="533"/>
              </a:spcBef>
              <a:spcAft>
                <a:spcPts val="0"/>
              </a:spcAft>
              <a:buClr>
                <a:schemeClr val="dk1"/>
              </a:buClr>
              <a:buSzPts val="1400"/>
              <a:buChar char="•"/>
              <a:defRPr/>
            </a:lvl7pPr>
            <a:lvl8pPr indent="-317500" lvl="7" marL="3657600" algn="l">
              <a:lnSpc>
                <a:spcPct val="90000"/>
              </a:lnSpc>
              <a:spcBef>
                <a:spcPts val="533"/>
              </a:spcBef>
              <a:spcAft>
                <a:spcPts val="0"/>
              </a:spcAft>
              <a:buClr>
                <a:schemeClr val="dk1"/>
              </a:buClr>
              <a:buSzPts val="1400"/>
              <a:buChar char="•"/>
              <a:defRPr/>
            </a:lvl8pPr>
            <a:lvl9pPr indent="-317500" lvl="8" marL="4114800" algn="l">
              <a:lnSpc>
                <a:spcPct val="90000"/>
              </a:lnSpc>
              <a:spcBef>
                <a:spcPts val="533"/>
              </a:spcBef>
              <a:spcAft>
                <a:spcPts val="0"/>
              </a:spcAft>
              <a:buClr>
                <a:schemeClr val="dk1"/>
              </a:buClr>
              <a:buSzPts val="1400"/>
              <a:buChar char="•"/>
              <a:defRPr/>
            </a:lvl9pPr>
          </a:lstStyle>
          <a:p/>
        </p:txBody>
      </p:sp>
      <p:sp>
        <p:nvSpPr>
          <p:cNvPr id="42" name="Google Shape;42;p43"/>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2400"/>
              <a:buFont typeface="Play"/>
              <a:buNone/>
            </a:pPr>
            <a:r>
              <a:t/>
            </a:r>
            <a:endParaRPr b="0" i="0" sz="3200" u="none" cap="none" strike="noStrike">
              <a:solidFill>
                <a:srgbClr val="FFFFFF"/>
              </a:solidFill>
              <a:latin typeface="Play"/>
              <a:ea typeface="Play"/>
              <a:cs typeface="Play"/>
              <a:sym typeface="Play"/>
            </a:endParaRPr>
          </a:p>
        </p:txBody>
      </p:sp>
      <p:sp>
        <p:nvSpPr>
          <p:cNvPr id="43" name="Google Shape;43;p43"/>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2400"/>
              <a:buFont typeface="Play"/>
              <a:buNone/>
            </a:pPr>
            <a:r>
              <a:t/>
            </a:r>
            <a:endParaRPr b="0" i="0" sz="3200" u="none" cap="none" strike="noStrike">
              <a:solidFill>
                <a:srgbClr val="FFFFFF"/>
              </a:solidFill>
              <a:latin typeface="Play"/>
              <a:ea typeface="Play"/>
              <a:cs typeface="Play"/>
              <a:sym typeface="Play"/>
            </a:endParaRPr>
          </a:p>
        </p:txBody>
      </p:sp>
      <p:sp>
        <p:nvSpPr>
          <p:cNvPr id="44" name="Google Shape;44;p43"/>
          <p:cNvSpPr/>
          <p:nvPr/>
        </p:nvSpPr>
        <p:spPr>
          <a:xfrm>
            <a:off x="11734801" y="6393067"/>
            <a:ext cx="457200" cy="46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67" u="none" cap="none" strike="noStrike">
              <a:solidFill>
                <a:schemeClr val="lt1"/>
              </a:solidFill>
              <a:latin typeface="Play"/>
              <a:ea typeface="Play"/>
              <a:cs typeface="Play"/>
              <a:sym typeface="Play"/>
            </a:endParaRPr>
          </a:p>
        </p:txBody>
      </p:sp>
      <p:sp>
        <p:nvSpPr>
          <p:cNvPr id="45" name="Google Shape;45;p43"/>
          <p:cNvSpPr txBox="1"/>
          <p:nvPr>
            <p:ph idx="12" type="sldNum"/>
          </p:nvPr>
        </p:nvSpPr>
        <p:spPr>
          <a:xfrm>
            <a:off x="11725564" y="6495399"/>
            <a:ext cx="457200" cy="360400"/>
          </a:xfrm>
          <a:prstGeom prst="rect">
            <a:avLst/>
          </a:prstGeom>
          <a:noFill/>
          <a:ln>
            <a:noFill/>
          </a:ln>
        </p:spPr>
        <p:txBody>
          <a:bodyPr anchorCtr="0" anchor="t" bIns="34275" lIns="68575" spcFirstLastPara="1" rIns="68575" wrap="square" tIns="3427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46" name="Shape 46"/>
        <p:cNvGrpSpPr/>
        <p:nvPr/>
      </p:nvGrpSpPr>
      <p:grpSpPr>
        <a:xfrm>
          <a:off x="0" y="0"/>
          <a:ext cx="0" cy="0"/>
          <a:chOff x="0" y="0"/>
          <a:chExt cx="0" cy="0"/>
        </a:xfrm>
      </p:grpSpPr>
      <p:grpSp>
        <p:nvGrpSpPr>
          <p:cNvPr id="47" name="Google Shape;47;p44"/>
          <p:cNvGrpSpPr/>
          <p:nvPr/>
        </p:nvGrpSpPr>
        <p:grpSpPr>
          <a:xfrm flipH="1" rot="10800000">
            <a:off x="406384" y="3454401"/>
            <a:ext cx="11785549" cy="3417337"/>
            <a:chOff x="304788" y="1244630"/>
            <a:chExt cx="8839162" cy="2563003"/>
          </a:xfrm>
        </p:grpSpPr>
        <p:sp>
          <p:nvSpPr>
            <p:cNvPr id="48" name="Google Shape;48;p44"/>
            <p:cNvSpPr/>
            <p:nvPr/>
          </p:nvSpPr>
          <p:spPr>
            <a:xfrm>
              <a:off x="304788" y="3121233"/>
              <a:ext cx="661500" cy="686400"/>
            </a:xfrm>
            <a:prstGeom prst="rect">
              <a:avLst/>
            </a:prstGeom>
            <a:solidFill>
              <a:srgbClr val="596B6E">
                <a:alpha val="21176"/>
              </a:srgbClr>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67" u="none" cap="none" strike="noStrike">
                <a:solidFill>
                  <a:srgbClr val="000000"/>
                </a:solidFill>
                <a:latin typeface="Garamond"/>
                <a:ea typeface="Garamond"/>
                <a:cs typeface="Garamond"/>
                <a:sym typeface="Garamond"/>
              </a:endParaRPr>
            </a:p>
          </p:txBody>
        </p:sp>
        <p:sp>
          <p:nvSpPr>
            <p:cNvPr id="49" name="Google Shape;49;p44"/>
            <p:cNvSpPr/>
            <p:nvPr/>
          </p:nvSpPr>
          <p:spPr>
            <a:xfrm>
              <a:off x="817450" y="1244630"/>
              <a:ext cx="8326500" cy="2025000"/>
            </a:xfrm>
            <a:prstGeom prst="rect">
              <a:avLst/>
            </a:prstGeom>
            <a:solidFill>
              <a:srgbClr val="0061AA">
                <a:alpha val="26666"/>
              </a:srgbClr>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67" u="none" cap="none" strike="noStrike">
                <a:solidFill>
                  <a:srgbClr val="000000"/>
                </a:solidFill>
                <a:latin typeface="Garamond"/>
                <a:ea typeface="Garamond"/>
                <a:cs typeface="Garamond"/>
                <a:sym typeface="Garamond"/>
              </a:endParaRPr>
            </a:p>
          </p:txBody>
        </p:sp>
      </p:grpSp>
      <p:sp>
        <p:nvSpPr>
          <p:cNvPr id="50" name="Google Shape;50;p44"/>
          <p:cNvSpPr/>
          <p:nvPr/>
        </p:nvSpPr>
        <p:spPr>
          <a:xfrm>
            <a:off x="1400" y="1209575"/>
            <a:ext cx="12192000" cy="11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67" u="none" cap="none" strike="noStrike">
              <a:solidFill>
                <a:srgbClr val="000000"/>
              </a:solidFill>
              <a:latin typeface="Garamond"/>
              <a:ea typeface="Garamond"/>
              <a:cs typeface="Garamond"/>
              <a:sym typeface="Garamond"/>
            </a:endParaRPr>
          </a:p>
        </p:txBody>
      </p:sp>
      <p:sp>
        <p:nvSpPr>
          <p:cNvPr id="51" name="Google Shape;51;p44"/>
          <p:cNvSpPr/>
          <p:nvPr/>
        </p:nvSpPr>
        <p:spPr>
          <a:xfrm>
            <a:off x="167" y="0"/>
            <a:ext cx="12192000" cy="8284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52" name="Google Shape;52;p44"/>
          <p:cNvSpPr txBox="1"/>
          <p:nvPr>
            <p:ph type="title"/>
          </p:nvPr>
        </p:nvSpPr>
        <p:spPr>
          <a:xfrm>
            <a:off x="1357501" y="2676967"/>
            <a:ext cx="7740800" cy="1384800"/>
          </a:xfrm>
          <a:prstGeom prst="rect">
            <a:avLst/>
          </a:prstGeom>
          <a:noFill/>
          <a:ln>
            <a:noFill/>
          </a:ln>
        </p:spPr>
        <p:txBody>
          <a:bodyPr anchorCtr="0" anchor="b" bIns="34275" lIns="68575" spcFirstLastPara="1" rIns="68575" wrap="square" tIns="34275">
            <a:noAutofit/>
          </a:bodyPr>
          <a:lstStyle>
            <a:lvl1pPr lvl="0" marR="0" algn="l">
              <a:lnSpc>
                <a:spcPct val="100000"/>
              </a:lnSpc>
              <a:spcBef>
                <a:spcPts val="0"/>
              </a:spcBef>
              <a:spcAft>
                <a:spcPts val="0"/>
              </a:spcAft>
              <a:buClr>
                <a:srgbClr val="000000"/>
              </a:buClr>
              <a:buSzPts val="2400"/>
              <a:buFont typeface="Play"/>
              <a:buNone/>
              <a:defRPr sz="4000">
                <a:solidFill>
                  <a:srgbClr val="000000"/>
                </a:solidFill>
              </a:defRPr>
            </a:lvl1pPr>
            <a:lvl2pPr lvl="1" algn="l">
              <a:lnSpc>
                <a:spcPct val="100000"/>
              </a:lnSpc>
              <a:spcBef>
                <a:spcPts val="0"/>
              </a:spcBef>
              <a:spcAft>
                <a:spcPts val="0"/>
              </a:spcAft>
              <a:buSzPts val="3000"/>
              <a:buNone/>
              <a:defRPr b="1" sz="4000"/>
            </a:lvl2pPr>
            <a:lvl3pPr lvl="2" algn="l">
              <a:lnSpc>
                <a:spcPct val="100000"/>
              </a:lnSpc>
              <a:spcBef>
                <a:spcPts val="0"/>
              </a:spcBef>
              <a:spcAft>
                <a:spcPts val="0"/>
              </a:spcAft>
              <a:buSzPts val="3000"/>
              <a:buNone/>
              <a:defRPr b="1" sz="4000"/>
            </a:lvl3pPr>
            <a:lvl4pPr lvl="3" algn="l">
              <a:lnSpc>
                <a:spcPct val="100000"/>
              </a:lnSpc>
              <a:spcBef>
                <a:spcPts val="0"/>
              </a:spcBef>
              <a:spcAft>
                <a:spcPts val="0"/>
              </a:spcAft>
              <a:buSzPts val="3000"/>
              <a:buNone/>
              <a:defRPr b="1" sz="4000"/>
            </a:lvl4pPr>
            <a:lvl5pPr lvl="4" algn="l">
              <a:lnSpc>
                <a:spcPct val="100000"/>
              </a:lnSpc>
              <a:spcBef>
                <a:spcPts val="0"/>
              </a:spcBef>
              <a:spcAft>
                <a:spcPts val="0"/>
              </a:spcAft>
              <a:buSzPts val="3000"/>
              <a:buNone/>
              <a:defRPr b="1" sz="4000"/>
            </a:lvl5pPr>
            <a:lvl6pPr lvl="5" algn="l">
              <a:lnSpc>
                <a:spcPct val="100000"/>
              </a:lnSpc>
              <a:spcBef>
                <a:spcPts val="0"/>
              </a:spcBef>
              <a:spcAft>
                <a:spcPts val="0"/>
              </a:spcAft>
              <a:buSzPts val="3000"/>
              <a:buNone/>
              <a:defRPr b="1" sz="4000"/>
            </a:lvl6pPr>
            <a:lvl7pPr lvl="6" algn="l">
              <a:lnSpc>
                <a:spcPct val="100000"/>
              </a:lnSpc>
              <a:spcBef>
                <a:spcPts val="0"/>
              </a:spcBef>
              <a:spcAft>
                <a:spcPts val="0"/>
              </a:spcAft>
              <a:buSzPts val="3000"/>
              <a:buNone/>
              <a:defRPr b="1" sz="4000"/>
            </a:lvl7pPr>
            <a:lvl8pPr lvl="7" algn="l">
              <a:lnSpc>
                <a:spcPct val="100000"/>
              </a:lnSpc>
              <a:spcBef>
                <a:spcPts val="0"/>
              </a:spcBef>
              <a:spcAft>
                <a:spcPts val="0"/>
              </a:spcAft>
              <a:buSzPts val="3000"/>
              <a:buNone/>
              <a:defRPr b="1" sz="4000"/>
            </a:lvl8pPr>
            <a:lvl9pPr lvl="8" algn="l">
              <a:lnSpc>
                <a:spcPct val="100000"/>
              </a:lnSpc>
              <a:spcBef>
                <a:spcPts val="0"/>
              </a:spcBef>
              <a:spcAft>
                <a:spcPts val="0"/>
              </a:spcAft>
              <a:buSzPts val="3000"/>
              <a:buNone/>
              <a:defRPr b="1" sz="4000"/>
            </a:lvl9pPr>
          </a:lstStyle>
          <a:p/>
        </p:txBody>
      </p:sp>
      <p:sp>
        <p:nvSpPr>
          <p:cNvPr id="53" name="Google Shape;53;p44"/>
          <p:cNvSpPr txBox="1"/>
          <p:nvPr>
            <p:ph idx="2" type="title"/>
          </p:nvPr>
        </p:nvSpPr>
        <p:spPr>
          <a:xfrm>
            <a:off x="1398856" y="4282595"/>
            <a:ext cx="8492400" cy="8284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rgbClr val="000000"/>
              </a:buClr>
              <a:buSzPts val="2400"/>
              <a:buFont typeface="Play"/>
              <a:buNone/>
              <a:defRPr b="0" sz="2400">
                <a:solidFill>
                  <a:srgbClr val="00000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White">
  <p:cSld name="Segue White">
    <p:spTree>
      <p:nvGrpSpPr>
        <p:cNvPr id="54" name="Shape 54"/>
        <p:cNvGrpSpPr/>
        <p:nvPr/>
      </p:nvGrpSpPr>
      <p:grpSpPr>
        <a:xfrm>
          <a:off x="0" y="0"/>
          <a:ext cx="0" cy="0"/>
          <a:chOff x="0" y="0"/>
          <a:chExt cx="0" cy="0"/>
        </a:xfrm>
      </p:grpSpPr>
      <p:sp>
        <p:nvSpPr>
          <p:cNvPr id="55" name="Google Shape;55;p45"/>
          <p:cNvSpPr txBox="1"/>
          <p:nvPr>
            <p:ph type="title"/>
          </p:nvPr>
        </p:nvSpPr>
        <p:spPr>
          <a:xfrm>
            <a:off x="381000" y="2229179"/>
            <a:ext cx="10972800" cy="1200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600"/>
              <a:buFont typeface="Play"/>
              <a:buNone/>
              <a:defRPr sz="4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45"/>
          <p:cNvSpPr txBox="1"/>
          <p:nvPr>
            <p:ph idx="1" type="body"/>
          </p:nvPr>
        </p:nvSpPr>
        <p:spPr>
          <a:xfrm>
            <a:off x="381000" y="3449317"/>
            <a:ext cx="10972800" cy="682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1067"/>
              </a:spcBef>
              <a:spcAft>
                <a:spcPts val="0"/>
              </a:spcAft>
              <a:buClr>
                <a:schemeClr val="accent1"/>
              </a:buClr>
              <a:buSzPts val="2100"/>
              <a:buNone/>
              <a:defRPr sz="2800">
                <a:solidFill>
                  <a:schemeClr val="accent1"/>
                </a:solidFill>
                <a:latin typeface="Arial"/>
                <a:ea typeface="Arial"/>
                <a:cs typeface="Arial"/>
                <a:sym typeface="Arial"/>
              </a:defRPr>
            </a:lvl1pPr>
            <a:lvl2pPr indent="-317500" lvl="1" marL="914400" algn="l">
              <a:lnSpc>
                <a:spcPct val="90000"/>
              </a:lnSpc>
              <a:spcBef>
                <a:spcPts val="533"/>
              </a:spcBef>
              <a:spcAft>
                <a:spcPts val="0"/>
              </a:spcAft>
              <a:buClr>
                <a:schemeClr val="dk1"/>
              </a:buClr>
              <a:buSzPts val="1400"/>
              <a:buChar char="•"/>
              <a:defRPr/>
            </a:lvl2pPr>
            <a:lvl3pPr indent="-317500" lvl="2" marL="1371600" algn="l">
              <a:lnSpc>
                <a:spcPct val="90000"/>
              </a:lnSpc>
              <a:spcBef>
                <a:spcPts val="533"/>
              </a:spcBef>
              <a:spcAft>
                <a:spcPts val="0"/>
              </a:spcAft>
              <a:buClr>
                <a:schemeClr val="dk1"/>
              </a:buClr>
              <a:buSzPts val="1400"/>
              <a:buChar char="•"/>
              <a:defRPr/>
            </a:lvl3pPr>
            <a:lvl4pPr indent="-317500" lvl="3" marL="1828800" algn="l">
              <a:lnSpc>
                <a:spcPct val="90000"/>
              </a:lnSpc>
              <a:spcBef>
                <a:spcPts val="533"/>
              </a:spcBef>
              <a:spcAft>
                <a:spcPts val="0"/>
              </a:spcAft>
              <a:buClr>
                <a:schemeClr val="dk1"/>
              </a:buClr>
              <a:buSzPts val="1400"/>
              <a:buChar char="•"/>
              <a:defRPr/>
            </a:lvl4pPr>
            <a:lvl5pPr indent="-317500" lvl="4" marL="2286000" algn="l">
              <a:lnSpc>
                <a:spcPct val="90000"/>
              </a:lnSpc>
              <a:spcBef>
                <a:spcPts val="533"/>
              </a:spcBef>
              <a:spcAft>
                <a:spcPts val="0"/>
              </a:spcAft>
              <a:buClr>
                <a:schemeClr val="dk1"/>
              </a:buClr>
              <a:buSzPts val="1400"/>
              <a:buChar char="•"/>
              <a:defRPr/>
            </a:lvl5pPr>
            <a:lvl6pPr indent="-317500" lvl="5" marL="2743200" algn="l">
              <a:lnSpc>
                <a:spcPct val="90000"/>
              </a:lnSpc>
              <a:spcBef>
                <a:spcPts val="533"/>
              </a:spcBef>
              <a:spcAft>
                <a:spcPts val="0"/>
              </a:spcAft>
              <a:buClr>
                <a:schemeClr val="dk1"/>
              </a:buClr>
              <a:buSzPts val="1400"/>
              <a:buChar char="•"/>
              <a:defRPr/>
            </a:lvl6pPr>
            <a:lvl7pPr indent="-317500" lvl="6" marL="3200400" algn="l">
              <a:lnSpc>
                <a:spcPct val="90000"/>
              </a:lnSpc>
              <a:spcBef>
                <a:spcPts val="533"/>
              </a:spcBef>
              <a:spcAft>
                <a:spcPts val="0"/>
              </a:spcAft>
              <a:buClr>
                <a:schemeClr val="dk1"/>
              </a:buClr>
              <a:buSzPts val="1400"/>
              <a:buChar char="•"/>
              <a:defRPr/>
            </a:lvl7pPr>
            <a:lvl8pPr indent="-317500" lvl="7" marL="3657600" algn="l">
              <a:lnSpc>
                <a:spcPct val="90000"/>
              </a:lnSpc>
              <a:spcBef>
                <a:spcPts val="533"/>
              </a:spcBef>
              <a:spcAft>
                <a:spcPts val="0"/>
              </a:spcAft>
              <a:buClr>
                <a:schemeClr val="dk1"/>
              </a:buClr>
              <a:buSzPts val="1400"/>
              <a:buChar char="•"/>
              <a:defRPr/>
            </a:lvl8pPr>
            <a:lvl9pPr indent="-317500" lvl="8" marL="4114800" algn="l">
              <a:lnSpc>
                <a:spcPct val="90000"/>
              </a:lnSpc>
              <a:spcBef>
                <a:spcPts val="533"/>
              </a:spcBef>
              <a:spcAft>
                <a:spcPts val="0"/>
              </a:spcAft>
              <a:buClr>
                <a:schemeClr val="dk1"/>
              </a:buClr>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7" name="Shape 57"/>
        <p:cNvGrpSpPr/>
        <p:nvPr/>
      </p:nvGrpSpPr>
      <p:grpSpPr>
        <a:xfrm>
          <a:off x="0" y="0"/>
          <a:ext cx="0" cy="0"/>
          <a:chOff x="0" y="0"/>
          <a:chExt cx="0" cy="0"/>
        </a:xfrm>
      </p:grpSpPr>
      <p:sp>
        <p:nvSpPr>
          <p:cNvPr id="58" name="Google Shape;58;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6"/>
          <p:cNvSpPr txBox="1"/>
          <p:nvPr>
            <p:ph idx="12" type="sldNum"/>
          </p:nvPr>
        </p:nvSpPr>
        <p:spPr>
          <a:xfrm>
            <a:off x="11690927" y="6492875"/>
            <a:ext cx="501073" cy="365125"/>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ighlight Activity">
  <p:cSld name="2_Highlight Activity">
    <p:bg>
      <p:bgPr>
        <a:solidFill>
          <a:schemeClr val="lt1"/>
        </a:solidFill>
      </p:bgPr>
    </p:bg>
    <p:spTree>
      <p:nvGrpSpPr>
        <p:cNvPr id="63" name="Shape 63"/>
        <p:cNvGrpSpPr/>
        <p:nvPr/>
      </p:nvGrpSpPr>
      <p:grpSpPr>
        <a:xfrm>
          <a:off x="0" y="0"/>
          <a:ext cx="0" cy="0"/>
          <a:chOff x="0" y="0"/>
          <a:chExt cx="0" cy="0"/>
        </a:xfrm>
      </p:grpSpPr>
      <p:sp>
        <p:nvSpPr>
          <p:cNvPr id="64" name="Google Shape;64;p47"/>
          <p:cNvSpPr/>
          <p:nvPr/>
        </p:nvSpPr>
        <p:spPr>
          <a:xfrm>
            <a:off x="11734800"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 name="Google Shape;65;p47"/>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7"/>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7" name="Google Shape;67;p47"/>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8" name="Google Shape;68;p47"/>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47"/>
          <p:cNvSpPr/>
          <p:nvPr/>
        </p:nvSpPr>
        <p:spPr>
          <a:xfrm>
            <a:off x="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0" name="Google Shape;70;p47"/>
          <p:cNvSpPr/>
          <p:nvPr/>
        </p:nvSpPr>
        <p:spPr>
          <a:xfrm>
            <a:off x="457200" y="4618"/>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1" name="Google Shape;71;p47"/>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72" name="Google Shape;72;p4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9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9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6" name="Google Shape;76;p90"/>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7" name="Google Shape;77;p90"/>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78" name="Google Shape;78;p90"/>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79" name="Google Shape;79;p90"/>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ddle Layout">
  <p:cSld name="Middle Layout">
    <p:spTree>
      <p:nvGrpSpPr>
        <p:cNvPr id="80" name="Shape 80"/>
        <p:cNvGrpSpPr/>
        <p:nvPr/>
      </p:nvGrpSpPr>
      <p:grpSpPr>
        <a:xfrm>
          <a:off x="0" y="0"/>
          <a:ext cx="0" cy="0"/>
          <a:chOff x="0" y="0"/>
          <a:chExt cx="0" cy="0"/>
        </a:xfrm>
      </p:grpSpPr>
      <p:sp>
        <p:nvSpPr>
          <p:cNvPr id="81" name="Google Shape;81;p91"/>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82" name="Google Shape;82;p91"/>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83" name="Google Shape;83;p91"/>
          <p:cNvSpPr txBox="1"/>
          <p:nvPr>
            <p:ph type="title"/>
          </p:nvPr>
        </p:nvSpPr>
        <p:spPr>
          <a:xfrm>
            <a:off x="394855"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91"/>
          <p:cNvSpPr txBox="1"/>
          <p:nvPr>
            <p:ph idx="1" type="body"/>
          </p:nvPr>
        </p:nvSpPr>
        <p:spPr>
          <a:xfrm>
            <a:off x="395288" y="4202113"/>
            <a:ext cx="9090025" cy="628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91"/>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86" name="Google Shape;86;p91"/>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Review">
  <p:cSld name="Agenda / Review">
    <p:bg>
      <p:bgPr>
        <a:solidFill>
          <a:schemeClr val="lt1"/>
        </a:solidFill>
      </p:bgPr>
    </p:bg>
    <p:spTree>
      <p:nvGrpSpPr>
        <p:cNvPr id="87" name="Shape 87"/>
        <p:cNvGrpSpPr/>
        <p:nvPr/>
      </p:nvGrpSpPr>
      <p:grpSpPr>
        <a:xfrm>
          <a:off x="0" y="0"/>
          <a:ext cx="0" cy="0"/>
          <a:chOff x="0" y="0"/>
          <a:chExt cx="0" cy="0"/>
        </a:xfrm>
      </p:grpSpPr>
      <p:sp>
        <p:nvSpPr>
          <p:cNvPr id="88" name="Google Shape;88;p92"/>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92"/>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90" name="Google Shape;90;p92"/>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91" name="Google Shape;91;p92"/>
          <p:cNvSpPr txBox="1"/>
          <p:nvPr>
            <p:ph idx="1" type="body"/>
          </p:nvPr>
        </p:nvSpPr>
        <p:spPr>
          <a:xfrm>
            <a:off x="386557" y="1579178"/>
            <a:ext cx="10069513" cy="347345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2" name="Google Shape;92;p92"/>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93" name="Google Shape;93;p92"/>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p:cSld name="Section Breaker">
    <p:spTree>
      <p:nvGrpSpPr>
        <p:cNvPr id="94" name="Shape 94"/>
        <p:cNvGrpSpPr/>
        <p:nvPr/>
      </p:nvGrpSpPr>
      <p:grpSpPr>
        <a:xfrm>
          <a:off x="0" y="0"/>
          <a:ext cx="0" cy="0"/>
          <a:chOff x="0" y="0"/>
          <a:chExt cx="0" cy="0"/>
        </a:xfrm>
      </p:grpSpPr>
      <p:pic>
        <p:nvPicPr>
          <p:cNvPr descr="Shape&#10;&#10;Description automatically generated" id="95" name="Google Shape;95;p93"/>
          <p:cNvPicPr preferRelativeResize="0"/>
          <p:nvPr/>
        </p:nvPicPr>
        <p:blipFill rotWithShape="1">
          <a:blip r:embed="rId2">
            <a:alphaModFix/>
          </a:blip>
          <a:srcRect b="0" l="0" r="0" t="0"/>
          <a:stretch/>
        </p:blipFill>
        <p:spPr>
          <a:xfrm>
            <a:off x="1" y="-3174"/>
            <a:ext cx="12207250" cy="6861174"/>
          </a:xfrm>
          <a:prstGeom prst="rect">
            <a:avLst/>
          </a:prstGeom>
          <a:noFill/>
          <a:ln>
            <a:noFill/>
          </a:ln>
        </p:spPr>
      </p:pic>
      <p:sp>
        <p:nvSpPr>
          <p:cNvPr id="96" name="Google Shape;96;p93"/>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93"/>
          <p:cNvSpPr txBox="1"/>
          <p:nvPr>
            <p:ph idx="1" type="body"/>
          </p:nvPr>
        </p:nvSpPr>
        <p:spPr>
          <a:xfrm>
            <a:off x="1833563" y="361791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93"/>
          <p:cNvSpPr/>
          <p:nvPr/>
        </p:nvSpPr>
        <p:spPr>
          <a:xfrm>
            <a:off x="11734800" y="6393067"/>
            <a:ext cx="457199" cy="464933"/>
          </a:xfrm>
          <a:prstGeom prst="rect">
            <a:avLst/>
          </a:prstGeom>
          <a:solidFill>
            <a:srgbClr val="8BA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Activity">
  <p:cSld name="Highlight Activity">
    <p:bg>
      <p:bgPr>
        <a:solidFill>
          <a:schemeClr val="lt1"/>
        </a:solidFill>
      </p:bgPr>
    </p:bg>
    <p:spTree>
      <p:nvGrpSpPr>
        <p:cNvPr id="99" name="Shape 99"/>
        <p:cNvGrpSpPr/>
        <p:nvPr/>
      </p:nvGrpSpPr>
      <p:grpSpPr>
        <a:xfrm>
          <a:off x="0" y="0"/>
          <a:ext cx="0" cy="0"/>
          <a:chOff x="0" y="0"/>
          <a:chExt cx="0" cy="0"/>
        </a:xfrm>
      </p:grpSpPr>
      <p:sp>
        <p:nvSpPr>
          <p:cNvPr id="100" name="Google Shape;100;p94"/>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94"/>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02" name="Google Shape;102;p94"/>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03" name="Google Shape;103;p94"/>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94"/>
          <p:cNvSpPr/>
          <p:nvPr/>
        </p:nvSpPr>
        <p:spPr>
          <a:xfrm>
            <a:off x="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05" name="Google Shape;105;p94"/>
          <p:cNvSpPr/>
          <p:nvPr/>
        </p:nvSpPr>
        <p:spPr>
          <a:xfrm>
            <a:off x="457200" y="4618"/>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06" name="Google Shape;106;p94"/>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07" name="Google Shape;107;p94"/>
          <p:cNvSpPr txBox="1"/>
          <p:nvPr>
            <p:ph idx="12" type="sldNum"/>
          </p:nvPr>
        </p:nvSpPr>
        <p:spPr>
          <a:xfrm>
            <a:off x="11734801" y="6423246"/>
            <a:ext cx="457200"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Image">
  <p:cSld name="Section Breaker Image">
    <p:spTree>
      <p:nvGrpSpPr>
        <p:cNvPr id="108" name="Shape 108"/>
        <p:cNvGrpSpPr/>
        <p:nvPr/>
      </p:nvGrpSpPr>
      <p:grpSpPr>
        <a:xfrm>
          <a:off x="0" y="0"/>
          <a:ext cx="0" cy="0"/>
          <a:chOff x="0" y="0"/>
          <a:chExt cx="0" cy="0"/>
        </a:xfrm>
      </p:grpSpPr>
      <p:sp>
        <p:nvSpPr>
          <p:cNvPr id="109" name="Google Shape;109;p95"/>
          <p:cNvSpPr txBox="1"/>
          <p:nvPr/>
        </p:nvSpPr>
        <p:spPr>
          <a:xfrm>
            <a:off x="1515309" y="3581295"/>
            <a:ext cx="2837616"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     </a:t>
            </a:r>
            <a:endParaRPr i="0" sz="800" u="none" cap="none" strike="noStrike">
              <a:solidFill>
                <a:schemeClr val="lt1"/>
              </a:solidFill>
              <a:latin typeface="Arial"/>
              <a:ea typeface="Arial"/>
              <a:cs typeface="Arial"/>
              <a:sym typeface="Arial"/>
            </a:endParaRPr>
          </a:p>
        </p:txBody>
      </p:sp>
      <p:sp>
        <p:nvSpPr>
          <p:cNvPr id="110" name="Google Shape;110;p95"/>
          <p:cNvSpPr/>
          <p:nvPr/>
        </p:nvSpPr>
        <p:spPr>
          <a:xfrm>
            <a:off x="1181933" y="1160392"/>
            <a:ext cx="3314700" cy="3314700"/>
          </a:xfrm>
          <a:prstGeom prst="rect">
            <a:avLst/>
          </a:prstGeom>
          <a:solidFill>
            <a:srgbClr val="FEC91B">
              <a:alpha val="94117"/>
            </a:srgbClr>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11" name="Google Shape;111;p95"/>
          <p:cNvSpPr/>
          <p:nvPr/>
        </p:nvSpPr>
        <p:spPr>
          <a:xfrm>
            <a:off x="797124" y="4475092"/>
            <a:ext cx="384809" cy="384809"/>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12" name="Google Shape;112;p95"/>
          <p:cNvSpPr/>
          <p:nvPr/>
        </p:nvSpPr>
        <p:spPr>
          <a:xfrm>
            <a:off x="622806" y="4300774"/>
            <a:ext cx="174318" cy="174318"/>
          </a:xfrm>
          <a:prstGeom prst="rect">
            <a:avLst/>
          </a:prstGeom>
          <a:solidFill>
            <a:srgbClr val="FFE17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13" name="Google Shape;113;p95"/>
          <p:cNvSpPr txBox="1"/>
          <p:nvPr>
            <p:ph type="title"/>
          </p:nvPr>
        </p:nvSpPr>
        <p:spPr>
          <a:xfrm>
            <a:off x="1391067" y="1694763"/>
            <a:ext cx="2961858" cy="8826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Play"/>
              <a:buNone/>
              <a:defRPr sz="32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95"/>
          <p:cNvSpPr txBox="1"/>
          <p:nvPr>
            <p:ph idx="1" type="body"/>
          </p:nvPr>
        </p:nvSpPr>
        <p:spPr>
          <a:xfrm>
            <a:off x="1390233" y="3575050"/>
            <a:ext cx="2961858" cy="70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000"/>
              <a:buNone/>
              <a:defRPr sz="1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 Finish">
  <p:cSld name="Start / Finish">
    <p:spTree>
      <p:nvGrpSpPr>
        <p:cNvPr id="115" name="Shape 115"/>
        <p:cNvGrpSpPr/>
        <p:nvPr/>
      </p:nvGrpSpPr>
      <p:grpSpPr>
        <a:xfrm>
          <a:off x="0" y="0"/>
          <a:ext cx="0" cy="0"/>
          <a:chOff x="0" y="0"/>
          <a:chExt cx="0" cy="0"/>
        </a:xfrm>
      </p:grpSpPr>
      <p:sp>
        <p:nvSpPr>
          <p:cNvPr id="116" name="Google Shape;116;p96"/>
          <p:cNvSpPr/>
          <p:nvPr>
            <p:ph idx="2" type="pic"/>
          </p:nvPr>
        </p:nvSpPr>
        <p:spPr>
          <a:xfrm>
            <a:off x="0" y="0"/>
            <a:ext cx="12192000" cy="68580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
  <p:cSld name="Test">
    <p:spTree>
      <p:nvGrpSpPr>
        <p:cNvPr id="117" name="Shape 117"/>
        <p:cNvGrpSpPr/>
        <p:nvPr/>
      </p:nvGrpSpPr>
      <p:grpSpPr>
        <a:xfrm>
          <a:off x="0" y="0"/>
          <a:ext cx="0" cy="0"/>
          <a:chOff x="0" y="0"/>
          <a:chExt cx="0" cy="0"/>
        </a:xfrm>
      </p:grpSpPr>
      <p:sp>
        <p:nvSpPr>
          <p:cNvPr id="118" name="Google Shape;118;p97"/>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19" name="Google Shape;119;p97"/>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20" name="Google Shape;120;p9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21" name="Google Shape;121;p97"/>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97"/>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p:cSld name="Presentation Title">
    <p:spTree>
      <p:nvGrpSpPr>
        <p:cNvPr id="123" name="Shape 123"/>
        <p:cNvGrpSpPr/>
        <p:nvPr/>
      </p:nvGrpSpPr>
      <p:grpSpPr>
        <a:xfrm>
          <a:off x="0" y="0"/>
          <a:ext cx="0" cy="0"/>
          <a:chOff x="0" y="0"/>
          <a:chExt cx="0" cy="0"/>
        </a:xfrm>
      </p:grpSpPr>
      <p:pic>
        <p:nvPicPr>
          <p:cNvPr descr="Two people looking at a tablet&#10;&#10;Description automatically generated with medium confidence" id="124" name="Google Shape;124;p9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5" name="Google Shape;125;p98"/>
          <p:cNvSpPr txBox="1"/>
          <p:nvPr/>
        </p:nvSpPr>
        <p:spPr>
          <a:xfrm>
            <a:off x="1482438" y="5246255"/>
            <a:ext cx="6734282" cy="9306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Play"/>
              <a:ea typeface="Play"/>
              <a:cs typeface="Play"/>
              <a:sym typeface="Play"/>
            </a:endParaRPr>
          </a:p>
        </p:txBody>
      </p:sp>
      <p:sp>
        <p:nvSpPr>
          <p:cNvPr id="126" name="Google Shape;126;p98"/>
          <p:cNvSpPr txBox="1"/>
          <p:nvPr>
            <p:ph type="title"/>
          </p:nvPr>
        </p:nvSpPr>
        <p:spPr>
          <a:xfrm>
            <a:off x="1482437" y="2766218"/>
            <a:ext cx="5491017" cy="24800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98"/>
          <p:cNvSpPr txBox="1"/>
          <p:nvPr>
            <p:ph idx="1" type="body"/>
          </p:nvPr>
        </p:nvSpPr>
        <p:spPr>
          <a:xfrm>
            <a:off x="1482438" y="5347422"/>
            <a:ext cx="5491016"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 / Review">
  <p:cSld name="1_Agenda / Review">
    <p:bg>
      <p:bgPr>
        <a:solidFill>
          <a:srgbClr val="FFE17A"/>
        </a:solidFill>
      </p:bgPr>
    </p:bg>
    <p:spTree>
      <p:nvGrpSpPr>
        <p:cNvPr id="128" name="Shape 128"/>
        <p:cNvGrpSpPr/>
        <p:nvPr/>
      </p:nvGrpSpPr>
      <p:grpSpPr>
        <a:xfrm>
          <a:off x="0" y="0"/>
          <a:ext cx="0" cy="0"/>
          <a:chOff x="0" y="0"/>
          <a:chExt cx="0" cy="0"/>
        </a:xfrm>
      </p:grpSpPr>
      <p:sp>
        <p:nvSpPr>
          <p:cNvPr id="129" name="Google Shape;129;p99"/>
          <p:cNvSpPr txBox="1"/>
          <p:nvPr>
            <p:ph type="title"/>
          </p:nvPr>
        </p:nvSpPr>
        <p:spPr>
          <a:xfrm>
            <a:off x="484237" y="10670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99"/>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31" name="Google Shape;131;p99"/>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32" name="Google Shape;132;p99"/>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
        <p:nvSpPr>
          <p:cNvPr id="133" name="Google Shape;133;p99"/>
          <p:cNvSpPr txBox="1"/>
          <p:nvPr>
            <p:ph idx="1" type="body"/>
          </p:nvPr>
        </p:nvSpPr>
        <p:spPr>
          <a:xfrm>
            <a:off x="484237" y="1432272"/>
            <a:ext cx="10069513" cy="347345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34" name="Google Shape;134;p99"/>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Normal Page">
  <p:cSld name="1_Normal Page">
    <p:spTree>
      <p:nvGrpSpPr>
        <p:cNvPr id="135" name="Shape 135"/>
        <p:cNvGrpSpPr/>
        <p:nvPr/>
      </p:nvGrpSpPr>
      <p:grpSpPr>
        <a:xfrm>
          <a:off x="0" y="0"/>
          <a:ext cx="0" cy="0"/>
          <a:chOff x="0" y="0"/>
          <a:chExt cx="0" cy="0"/>
        </a:xfrm>
      </p:grpSpPr>
      <p:sp>
        <p:nvSpPr>
          <p:cNvPr id="136" name="Google Shape;136;p100"/>
          <p:cNvSpPr txBox="1"/>
          <p:nvPr>
            <p:ph type="title"/>
          </p:nvPr>
        </p:nvSpPr>
        <p:spPr>
          <a:xfrm>
            <a:off x="431800" y="11826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00"/>
          <p:cNvSpPr txBox="1"/>
          <p:nvPr>
            <p:ph idx="1" type="body"/>
          </p:nvPr>
        </p:nvSpPr>
        <p:spPr>
          <a:xfrm>
            <a:off x="431799" y="1443831"/>
            <a:ext cx="10515600" cy="3998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Arial"/>
              <a:buNone/>
              <a:defRPr sz="2400">
                <a:solidFill>
                  <a:schemeClr val="dk1"/>
                </a:solidFill>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100"/>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39" name="Google Shape;139;p100"/>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40" name="Google Shape;140;p100"/>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41" name="Google Shape;141;p100"/>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00"/>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ddle Layout">
  <p:cSld name="1_Middle Layout">
    <p:spTree>
      <p:nvGrpSpPr>
        <p:cNvPr id="143" name="Shape 143"/>
        <p:cNvGrpSpPr/>
        <p:nvPr/>
      </p:nvGrpSpPr>
      <p:grpSpPr>
        <a:xfrm>
          <a:off x="0" y="0"/>
          <a:ext cx="0" cy="0"/>
          <a:chOff x="0" y="0"/>
          <a:chExt cx="0" cy="0"/>
        </a:xfrm>
      </p:grpSpPr>
      <p:sp>
        <p:nvSpPr>
          <p:cNvPr id="144" name="Google Shape;144;p101"/>
          <p:cNvSpPr txBox="1"/>
          <p:nvPr>
            <p:ph type="title"/>
          </p:nvPr>
        </p:nvSpPr>
        <p:spPr>
          <a:xfrm>
            <a:off x="247073"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101"/>
          <p:cNvSpPr txBox="1"/>
          <p:nvPr>
            <p:ph idx="1" type="body"/>
          </p:nvPr>
        </p:nvSpPr>
        <p:spPr>
          <a:xfrm>
            <a:off x="247073" y="4116720"/>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01"/>
          <p:cNvSpPr/>
          <p:nvPr/>
        </p:nvSpPr>
        <p:spPr>
          <a:xfrm>
            <a:off x="11734800" y="6393067"/>
            <a:ext cx="457199" cy="464933"/>
          </a:xfrm>
          <a:prstGeom prst="rect">
            <a:avLst/>
          </a:prstGeom>
          <a:solidFill>
            <a:srgbClr val="FFE1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01"/>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48" name="Google Shape;148;p101"/>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49" name="Google Shape;149;p101"/>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50" name="Google Shape;150;p101"/>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ighlight Activity">
  <p:cSld name="1_Highlight Activity">
    <p:bg>
      <p:bgPr>
        <a:solidFill>
          <a:schemeClr val="lt1"/>
        </a:solidFill>
      </p:bgPr>
    </p:bg>
    <p:spTree>
      <p:nvGrpSpPr>
        <p:cNvPr id="151" name="Shape 151"/>
        <p:cNvGrpSpPr/>
        <p:nvPr/>
      </p:nvGrpSpPr>
      <p:grpSpPr>
        <a:xfrm>
          <a:off x="0" y="0"/>
          <a:ext cx="0" cy="0"/>
          <a:chOff x="0" y="0"/>
          <a:chExt cx="0" cy="0"/>
        </a:xfrm>
      </p:grpSpPr>
      <p:sp>
        <p:nvSpPr>
          <p:cNvPr id="152" name="Google Shape;152;p102"/>
          <p:cNvSpPr/>
          <p:nvPr/>
        </p:nvSpPr>
        <p:spPr>
          <a:xfrm>
            <a:off x="11734800" y="6393067"/>
            <a:ext cx="457199" cy="464933"/>
          </a:xfrm>
          <a:prstGeom prst="rect">
            <a:avLst/>
          </a:prstGeom>
          <a:solidFill>
            <a:srgbClr val="FFE1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102"/>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102"/>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5" name="Google Shape;155;p102"/>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6" name="Google Shape;156;p102"/>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102"/>
          <p:cNvSpPr/>
          <p:nvPr/>
        </p:nvSpPr>
        <p:spPr>
          <a:xfrm>
            <a:off x="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8" name="Google Shape;158;p102"/>
          <p:cNvSpPr/>
          <p:nvPr/>
        </p:nvSpPr>
        <p:spPr>
          <a:xfrm>
            <a:off x="457200" y="-3695"/>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9" name="Google Shape;159;p102"/>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60" name="Google Shape;160;p102"/>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Visual Slide">
  <p:cSld name="Recap Visual Slide">
    <p:spTree>
      <p:nvGrpSpPr>
        <p:cNvPr id="161" name="Shape 161"/>
        <p:cNvGrpSpPr/>
        <p:nvPr/>
      </p:nvGrpSpPr>
      <p:grpSpPr>
        <a:xfrm>
          <a:off x="0" y="0"/>
          <a:ext cx="0" cy="0"/>
          <a:chOff x="0" y="0"/>
          <a:chExt cx="0" cy="0"/>
        </a:xfrm>
      </p:grpSpPr>
      <p:pic>
        <p:nvPicPr>
          <p:cNvPr descr="A picture containing text, person, yellow&#10;&#10;Description automatically generated" id="162" name="Google Shape;162;p10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3" name="Google Shape;163;p103"/>
          <p:cNvSpPr txBox="1"/>
          <p:nvPr/>
        </p:nvSpPr>
        <p:spPr>
          <a:xfrm>
            <a:off x="8880600" y="2827905"/>
            <a:ext cx="2757218" cy="187485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500"/>
              <a:buFont typeface="Play"/>
              <a:buNone/>
            </a:pPr>
            <a:r>
              <a:rPr b="0" i="0" lang="en-US" sz="4500" u="none" cap="none" strike="noStrike">
                <a:solidFill>
                  <a:srgbClr val="000000"/>
                </a:solidFill>
                <a:latin typeface="Play"/>
                <a:ea typeface="Play"/>
                <a:cs typeface="Play"/>
                <a:sym typeface="Play"/>
              </a:rPr>
              <a:t>Recap</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Image">
  <p:cSld name="1_Section Breaker Image">
    <p:spTree>
      <p:nvGrpSpPr>
        <p:cNvPr id="164" name="Shape 164"/>
        <p:cNvGrpSpPr/>
        <p:nvPr/>
      </p:nvGrpSpPr>
      <p:grpSpPr>
        <a:xfrm>
          <a:off x="0" y="0"/>
          <a:ext cx="0" cy="0"/>
          <a:chOff x="0" y="0"/>
          <a:chExt cx="0" cy="0"/>
        </a:xfrm>
      </p:grpSpPr>
      <p:sp>
        <p:nvSpPr>
          <p:cNvPr id="165" name="Google Shape;165;p104"/>
          <p:cNvSpPr txBox="1"/>
          <p:nvPr/>
        </p:nvSpPr>
        <p:spPr>
          <a:xfrm>
            <a:off x="1515309" y="3581295"/>
            <a:ext cx="2837616"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     </a:t>
            </a:r>
            <a:endParaRPr i="0" sz="800" u="none" cap="none" strike="noStrike">
              <a:solidFill>
                <a:schemeClr val="lt1"/>
              </a:solidFill>
              <a:latin typeface="Arial"/>
              <a:ea typeface="Arial"/>
              <a:cs typeface="Arial"/>
              <a:sym typeface="Arial"/>
            </a:endParaRPr>
          </a:p>
        </p:txBody>
      </p:sp>
      <p:sp>
        <p:nvSpPr>
          <p:cNvPr id="166" name="Google Shape;166;p104"/>
          <p:cNvSpPr/>
          <p:nvPr/>
        </p:nvSpPr>
        <p:spPr>
          <a:xfrm>
            <a:off x="1181933" y="1160392"/>
            <a:ext cx="3314700" cy="3314700"/>
          </a:xfrm>
          <a:prstGeom prst="rect">
            <a:avLst/>
          </a:prstGeom>
          <a:solidFill>
            <a:srgbClr val="FEC91B">
              <a:alpha val="94117"/>
            </a:srgbClr>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7" name="Google Shape;167;p104"/>
          <p:cNvSpPr/>
          <p:nvPr/>
        </p:nvSpPr>
        <p:spPr>
          <a:xfrm>
            <a:off x="797124" y="4475092"/>
            <a:ext cx="384809" cy="384809"/>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8" name="Google Shape;168;p104"/>
          <p:cNvSpPr/>
          <p:nvPr/>
        </p:nvSpPr>
        <p:spPr>
          <a:xfrm>
            <a:off x="622806" y="4300774"/>
            <a:ext cx="174318" cy="174318"/>
          </a:xfrm>
          <a:prstGeom prst="rect">
            <a:avLst/>
          </a:prstGeom>
          <a:solidFill>
            <a:srgbClr val="FFE17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9" name="Google Shape;169;p104"/>
          <p:cNvSpPr txBox="1"/>
          <p:nvPr>
            <p:ph type="title"/>
          </p:nvPr>
        </p:nvSpPr>
        <p:spPr>
          <a:xfrm>
            <a:off x="1391067" y="1694763"/>
            <a:ext cx="2961858" cy="8826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Play"/>
              <a:buNone/>
              <a:defRPr sz="32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104"/>
          <p:cNvSpPr txBox="1"/>
          <p:nvPr>
            <p:ph idx="1" type="body"/>
          </p:nvPr>
        </p:nvSpPr>
        <p:spPr>
          <a:xfrm>
            <a:off x="1390233" y="3575050"/>
            <a:ext cx="2961858" cy="70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000"/>
              <a:buNone/>
              <a:defRPr sz="1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Ending">
  <p:cSld name="Presentation Ending">
    <p:spTree>
      <p:nvGrpSpPr>
        <p:cNvPr id="171" name="Shape 171"/>
        <p:cNvGrpSpPr/>
        <p:nvPr/>
      </p:nvGrpSpPr>
      <p:grpSpPr>
        <a:xfrm>
          <a:off x="0" y="0"/>
          <a:ext cx="0" cy="0"/>
          <a:chOff x="0" y="0"/>
          <a:chExt cx="0" cy="0"/>
        </a:xfrm>
      </p:grpSpPr>
      <p:pic>
        <p:nvPicPr>
          <p:cNvPr descr="A group of people looking at a computer&#10;&#10;Description automatically generated with medium confidence" id="172" name="Google Shape;172;p105"/>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Graphical user interface&#10;&#10;Description automatically generated" id="173" name="Google Shape;173;p105"/>
          <p:cNvPicPr preferRelativeResize="0"/>
          <p:nvPr/>
        </p:nvPicPr>
        <p:blipFill rotWithShape="1">
          <a:blip r:embed="rId3">
            <a:alphaModFix/>
          </a:blip>
          <a:srcRect b="0" l="0" r="0" t="0"/>
          <a:stretch/>
        </p:blipFill>
        <p:spPr>
          <a:xfrm>
            <a:off x="-136633" y="432187"/>
            <a:ext cx="7567992" cy="4255427"/>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Title">
  <p:cSld name="1_Presentation Title">
    <p:spTree>
      <p:nvGrpSpPr>
        <p:cNvPr id="174" name="Shape 174"/>
        <p:cNvGrpSpPr/>
        <p:nvPr/>
      </p:nvGrpSpPr>
      <p:grpSpPr>
        <a:xfrm>
          <a:off x="0" y="0"/>
          <a:ext cx="0" cy="0"/>
          <a:chOff x="0" y="0"/>
          <a:chExt cx="0" cy="0"/>
        </a:xfrm>
      </p:grpSpPr>
      <p:pic>
        <p:nvPicPr>
          <p:cNvPr descr="Two people looking at a tablet&#10;&#10;Description automatically generated with medium confidence" id="175" name="Google Shape;175;p10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6" name="Google Shape;176;p106"/>
          <p:cNvSpPr txBox="1"/>
          <p:nvPr/>
        </p:nvSpPr>
        <p:spPr>
          <a:xfrm>
            <a:off x="1482438" y="5246255"/>
            <a:ext cx="6734282" cy="9306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Play"/>
              <a:ea typeface="Play"/>
              <a:cs typeface="Play"/>
              <a:sym typeface="Play"/>
            </a:endParaRPr>
          </a:p>
        </p:txBody>
      </p:sp>
      <p:sp>
        <p:nvSpPr>
          <p:cNvPr id="177" name="Google Shape;177;p106"/>
          <p:cNvSpPr txBox="1"/>
          <p:nvPr>
            <p:ph type="title"/>
          </p:nvPr>
        </p:nvSpPr>
        <p:spPr>
          <a:xfrm>
            <a:off x="1557252" y="2699715"/>
            <a:ext cx="3663141" cy="24800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106"/>
          <p:cNvSpPr txBox="1"/>
          <p:nvPr>
            <p:ph idx="1" type="body"/>
          </p:nvPr>
        </p:nvSpPr>
        <p:spPr>
          <a:xfrm>
            <a:off x="1557252" y="5296134"/>
            <a:ext cx="4045527"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Breaker">
  <p:cSld name="2_Section Breaker">
    <p:spTree>
      <p:nvGrpSpPr>
        <p:cNvPr id="179" name="Shape 179"/>
        <p:cNvGrpSpPr/>
        <p:nvPr/>
      </p:nvGrpSpPr>
      <p:grpSpPr>
        <a:xfrm>
          <a:off x="0" y="0"/>
          <a:ext cx="0" cy="0"/>
          <a:chOff x="0" y="0"/>
          <a:chExt cx="0" cy="0"/>
        </a:xfrm>
      </p:grpSpPr>
      <p:pic>
        <p:nvPicPr>
          <p:cNvPr id="180" name="Google Shape;180;p107"/>
          <p:cNvPicPr preferRelativeResize="0"/>
          <p:nvPr/>
        </p:nvPicPr>
        <p:blipFill rotWithShape="1">
          <a:blip r:embed="rId2">
            <a:alphaModFix/>
          </a:blip>
          <a:srcRect b="0" l="0" r="0" t="0"/>
          <a:stretch/>
        </p:blipFill>
        <p:spPr>
          <a:xfrm>
            <a:off x="4805" y="-3174"/>
            <a:ext cx="12197642" cy="6861174"/>
          </a:xfrm>
          <a:prstGeom prst="rect">
            <a:avLst/>
          </a:prstGeom>
          <a:noFill/>
          <a:ln>
            <a:noFill/>
          </a:ln>
        </p:spPr>
      </p:pic>
      <p:sp>
        <p:nvSpPr>
          <p:cNvPr id="181" name="Google Shape;181;p107"/>
          <p:cNvSpPr txBox="1"/>
          <p:nvPr>
            <p:ph type="title"/>
          </p:nvPr>
        </p:nvSpPr>
        <p:spPr>
          <a:xfrm>
            <a:off x="1833786" y="1743334"/>
            <a:ext cx="6611946"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107"/>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 / Review">
  <p:cSld name="2_Agenda / Review">
    <p:bg>
      <p:bgPr>
        <a:solidFill>
          <a:srgbClr val="FFE17A"/>
        </a:solidFill>
      </p:bgPr>
    </p:bg>
    <p:spTree>
      <p:nvGrpSpPr>
        <p:cNvPr id="183" name="Shape 183"/>
        <p:cNvGrpSpPr/>
        <p:nvPr/>
      </p:nvGrpSpPr>
      <p:grpSpPr>
        <a:xfrm>
          <a:off x="0" y="0"/>
          <a:ext cx="0" cy="0"/>
          <a:chOff x="0" y="0"/>
          <a:chExt cx="0" cy="0"/>
        </a:xfrm>
      </p:grpSpPr>
      <p:sp>
        <p:nvSpPr>
          <p:cNvPr id="184" name="Google Shape;184;p108"/>
          <p:cNvSpPr txBox="1"/>
          <p:nvPr>
            <p:ph type="title"/>
          </p:nvPr>
        </p:nvSpPr>
        <p:spPr>
          <a:xfrm>
            <a:off x="484237" y="22747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108"/>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6" name="Google Shape;186;p108"/>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7" name="Google Shape;187;p108"/>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
        <p:nvSpPr>
          <p:cNvPr id="188" name="Google Shape;188;p108"/>
          <p:cNvSpPr txBox="1"/>
          <p:nvPr>
            <p:ph idx="1" type="body"/>
          </p:nvPr>
        </p:nvSpPr>
        <p:spPr>
          <a:xfrm>
            <a:off x="484237" y="1561349"/>
            <a:ext cx="10069513" cy="347345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9" name="Google Shape;189;p108"/>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 Review">
  <p:cSld name="3_Agenda / Review">
    <p:bg>
      <p:bgPr>
        <a:solidFill>
          <a:srgbClr val="FFE17A"/>
        </a:solidFill>
      </p:bgPr>
    </p:bg>
    <p:spTree>
      <p:nvGrpSpPr>
        <p:cNvPr id="190" name="Shape 190"/>
        <p:cNvGrpSpPr/>
        <p:nvPr/>
      </p:nvGrpSpPr>
      <p:grpSpPr>
        <a:xfrm>
          <a:off x="0" y="0"/>
          <a:ext cx="0" cy="0"/>
          <a:chOff x="0" y="0"/>
          <a:chExt cx="0" cy="0"/>
        </a:xfrm>
      </p:grpSpPr>
      <p:sp>
        <p:nvSpPr>
          <p:cNvPr id="191" name="Google Shape;191;p109"/>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92" name="Google Shape;192;p109"/>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93" name="Google Shape;193;p109"/>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94" name="Google Shape;194;p109"/>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95" name="Google Shape;195;p109"/>
          <p:cNvSpPr txBox="1"/>
          <p:nvPr>
            <p:ph type="title"/>
          </p:nvPr>
        </p:nvSpPr>
        <p:spPr>
          <a:xfrm>
            <a:off x="247073" y="278469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109"/>
          <p:cNvSpPr txBox="1"/>
          <p:nvPr>
            <p:ph idx="1" type="body"/>
          </p:nvPr>
        </p:nvSpPr>
        <p:spPr>
          <a:xfrm>
            <a:off x="247073" y="4242665"/>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Normal Page">
  <p:cSld name="2_Normal Page">
    <p:spTree>
      <p:nvGrpSpPr>
        <p:cNvPr id="197" name="Shape 197"/>
        <p:cNvGrpSpPr/>
        <p:nvPr/>
      </p:nvGrpSpPr>
      <p:grpSpPr>
        <a:xfrm>
          <a:off x="0" y="0"/>
          <a:ext cx="0" cy="0"/>
          <a:chOff x="0" y="0"/>
          <a:chExt cx="0" cy="0"/>
        </a:xfrm>
      </p:grpSpPr>
      <p:sp>
        <p:nvSpPr>
          <p:cNvPr id="198" name="Google Shape;198;p110"/>
          <p:cNvSpPr txBox="1"/>
          <p:nvPr>
            <p:ph type="title"/>
          </p:nvPr>
        </p:nvSpPr>
        <p:spPr>
          <a:xfrm>
            <a:off x="487217" y="55362"/>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110"/>
          <p:cNvSpPr txBox="1"/>
          <p:nvPr>
            <p:ph idx="1" type="body"/>
          </p:nvPr>
        </p:nvSpPr>
        <p:spPr>
          <a:xfrm>
            <a:off x="487217" y="1380925"/>
            <a:ext cx="10515600" cy="3998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indent="-406400" lvl="1" marL="914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indent="-406400" lvl="2" marL="13716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indent="-406400" lvl="3" marL="18288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indent="-406400" lvl="4" marL="22860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110"/>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01" name="Google Shape;201;p110"/>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202" name="Google Shape;202;p110"/>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203" name="Google Shape;203;p110"/>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110"/>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ddle Layout">
  <p:cSld name="2_Middle Layout">
    <p:spTree>
      <p:nvGrpSpPr>
        <p:cNvPr id="205" name="Shape 205"/>
        <p:cNvGrpSpPr/>
        <p:nvPr/>
      </p:nvGrpSpPr>
      <p:grpSpPr>
        <a:xfrm>
          <a:off x="0" y="0"/>
          <a:ext cx="0" cy="0"/>
          <a:chOff x="0" y="0"/>
          <a:chExt cx="0" cy="0"/>
        </a:xfrm>
      </p:grpSpPr>
      <p:sp>
        <p:nvSpPr>
          <p:cNvPr id="206" name="Google Shape;206;p111"/>
          <p:cNvSpPr txBox="1"/>
          <p:nvPr>
            <p:ph type="title"/>
          </p:nvPr>
        </p:nvSpPr>
        <p:spPr>
          <a:xfrm>
            <a:off x="247073" y="278469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111"/>
          <p:cNvSpPr txBox="1"/>
          <p:nvPr>
            <p:ph idx="1" type="body"/>
          </p:nvPr>
        </p:nvSpPr>
        <p:spPr>
          <a:xfrm>
            <a:off x="247073" y="4242665"/>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111"/>
          <p:cNvSpPr/>
          <p:nvPr/>
        </p:nvSpPr>
        <p:spPr>
          <a:xfrm>
            <a:off x="11734800" y="6393067"/>
            <a:ext cx="457199" cy="46493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111"/>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10" name="Google Shape;210;p111"/>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11" name="Google Shape;211;p111"/>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212" name="Google Shape;212;p111"/>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VersionEnd">
  <p:cSld name="USVersionEnd">
    <p:bg>
      <p:bgPr>
        <a:blipFill>
          <a:blip r:embed="rId2">
            <a:alphaModFix/>
          </a:blip>
          <a:stretch>
            <a:fillRect/>
          </a:stretch>
        </a:blipFill>
      </p:bgPr>
    </p:bg>
    <p:spTree>
      <p:nvGrpSpPr>
        <p:cNvPr id="213" name="Shape 213"/>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4 copy" type="tx">
  <p:cSld name="TITLE_AND_BODY">
    <p:spTree>
      <p:nvGrpSpPr>
        <p:cNvPr id="214" name="Shape 214"/>
        <p:cNvGrpSpPr/>
        <p:nvPr/>
      </p:nvGrpSpPr>
      <p:grpSpPr>
        <a:xfrm>
          <a:off x="0" y="0"/>
          <a:ext cx="0" cy="0"/>
          <a:chOff x="0" y="0"/>
          <a:chExt cx="0" cy="0"/>
        </a:xfrm>
      </p:grpSpPr>
      <p:sp>
        <p:nvSpPr>
          <p:cNvPr id="215" name="Google Shape;215;p113"/>
          <p:cNvSpPr/>
          <p:nvPr/>
        </p:nvSpPr>
        <p:spPr>
          <a:xfrm>
            <a:off x="11750073" y="-5406"/>
            <a:ext cx="438151" cy="6429217"/>
          </a:xfrm>
          <a:prstGeom prst="rect">
            <a:avLst/>
          </a:pr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16" name="Google Shape;216;p113"/>
          <p:cNvSpPr/>
          <p:nvPr/>
        </p:nvSpPr>
        <p:spPr>
          <a:xfrm rot="5400000">
            <a:off x="5660355" y="766299"/>
            <a:ext cx="438151" cy="11753431"/>
          </a:xfrm>
          <a:prstGeom prst="rect">
            <a:avLst/>
          </a:pr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cxnSp>
        <p:nvCxnSpPr>
          <p:cNvPr id="217" name="Google Shape;217;p113"/>
          <p:cNvCxnSpPr/>
          <p:nvPr/>
        </p:nvCxnSpPr>
        <p:spPr>
          <a:xfrm rot="10800000">
            <a:off x="388358" y="329449"/>
            <a:ext cx="3761390" cy="1"/>
          </a:xfrm>
          <a:prstGeom prst="straightConnector1">
            <a:avLst/>
          </a:prstGeom>
          <a:noFill/>
          <a:ln cap="flat" cmpd="sng" w="12700">
            <a:solidFill>
              <a:srgbClr val="A5A5A5"/>
            </a:solidFill>
            <a:prstDash val="solid"/>
            <a:miter lim="8000"/>
            <a:headEnd len="sm" w="sm" type="none"/>
            <a:tailEnd len="sm" w="sm" type="none"/>
          </a:ln>
        </p:spPr>
      </p:cxnSp>
      <p:sp>
        <p:nvSpPr>
          <p:cNvPr id="218" name="Google Shape;218;p113"/>
          <p:cNvSpPr txBox="1"/>
          <p:nvPr>
            <p:ph idx="1" type="body"/>
          </p:nvPr>
        </p:nvSpPr>
        <p:spPr>
          <a:xfrm>
            <a:off x="367358" y="445135"/>
            <a:ext cx="4001657" cy="247651"/>
          </a:xfrm>
          <a:prstGeom prst="rect">
            <a:avLst/>
          </a:prstGeom>
          <a:noFill/>
          <a:ln>
            <a:noFill/>
          </a:ln>
        </p:spPr>
        <p:txBody>
          <a:bodyPr anchorCtr="0" anchor="t" bIns="45700" lIns="91425" spcFirstLastPara="1" rIns="91425" wrap="square" tIns="45700">
            <a:spAutoFit/>
          </a:bodyPr>
          <a:lstStyle>
            <a:lvl1pPr indent="-228600" lvl="0" marL="457200" algn="l">
              <a:lnSpc>
                <a:spcPct val="80000"/>
              </a:lnSpc>
              <a:spcBef>
                <a:spcPts val="0"/>
              </a:spcBef>
              <a:spcAft>
                <a:spcPts val="0"/>
              </a:spcAft>
              <a:buClr>
                <a:srgbClr val="0D295C"/>
              </a:buClr>
              <a:buSzPts val="1200"/>
              <a:buNone/>
              <a:defRPr sz="1200">
                <a:solidFill>
                  <a:srgbClr val="0D295C"/>
                </a:solidFill>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113"/>
          <p:cNvSpPr txBox="1"/>
          <p:nvPr>
            <p:ph idx="2" type="body"/>
          </p:nvPr>
        </p:nvSpPr>
        <p:spPr>
          <a:xfrm>
            <a:off x="367358" y="698500"/>
            <a:ext cx="2555441" cy="830997"/>
          </a:xfrm>
          <a:prstGeom prst="rect">
            <a:avLst/>
          </a:prstGeom>
          <a:noFill/>
          <a:ln>
            <a:noFill/>
          </a:ln>
        </p:spPr>
        <p:txBody>
          <a:bodyPr anchorCtr="0" anchor="t" bIns="45700" lIns="91425" spcFirstLastPara="1" rIns="91425" wrap="square" tIns="45700">
            <a:spAutoFit/>
          </a:bodyPr>
          <a:lstStyle>
            <a:lvl1pPr indent="-228600" lvl="0" marL="457200" algn="l">
              <a:lnSpc>
                <a:spcPct val="80000"/>
              </a:lnSpc>
              <a:spcBef>
                <a:spcPts val="0"/>
              </a:spcBef>
              <a:spcAft>
                <a:spcPts val="0"/>
              </a:spcAft>
              <a:buClr>
                <a:srgbClr val="0D295B"/>
              </a:buClr>
              <a:buSzPts val="3000"/>
              <a:buNone/>
              <a:defRPr sz="3000">
                <a:solidFill>
                  <a:srgbClr val="0D295B"/>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113"/>
          <p:cNvSpPr txBox="1"/>
          <p:nvPr>
            <p:ph idx="3" type="body"/>
          </p:nvPr>
        </p:nvSpPr>
        <p:spPr>
          <a:xfrm>
            <a:off x="344751" y="1828800"/>
            <a:ext cx="3764699" cy="1833881"/>
          </a:xfrm>
          <a:prstGeom prst="rect">
            <a:avLst/>
          </a:prstGeom>
          <a:noFill/>
          <a:ln>
            <a:noFill/>
          </a:ln>
        </p:spPr>
        <p:txBody>
          <a:bodyPr anchorCtr="0" anchor="t" bIns="91425" lIns="91425" spcFirstLastPara="1" rIns="91425" wrap="square" tIns="91425">
            <a:spAutoFit/>
          </a:bodyPr>
          <a:lstStyle>
            <a:lvl1pPr indent="-228600" lvl="0" marL="457200" algn="l">
              <a:lnSpc>
                <a:spcPct val="110000"/>
              </a:lnSpc>
              <a:spcBef>
                <a:spcPts val="1300"/>
              </a:spcBef>
              <a:spcAft>
                <a:spcPts val="0"/>
              </a:spcAft>
              <a:buClr>
                <a:schemeClr val="dk1"/>
              </a:buClr>
              <a:buSzPts val="1100"/>
              <a:buNone/>
              <a:defRPr sz="11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113"/>
          <p:cNvSpPr txBox="1"/>
          <p:nvPr>
            <p:ph idx="12" type="sldNum"/>
          </p:nvPr>
        </p:nvSpPr>
        <p:spPr>
          <a:xfrm>
            <a:off x="11883354" y="6540500"/>
            <a:ext cx="184287" cy="1905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900">
                <a:latin typeface="Helvetica Neue"/>
                <a:ea typeface="Helvetica Neue"/>
                <a:cs typeface="Helvetica Neue"/>
                <a:sym typeface="Helvetica Neue"/>
              </a:defRPr>
            </a:lvl1pPr>
            <a:lvl2pPr indent="0" lvl="1" marL="0" algn="l">
              <a:spcBef>
                <a:spcPts val="0"/>
              </a:spcBef>
              <a:buNone/>
              <a:defRPr sz="900">
                <a:latin typeface="Helvetica Neue"/>
                <a:ea typeface="Helvetica Neue"/>
                <a:cs typeface="Helvetica Neue"/>
                <a:sym typeface="Helvetica Neue"/>
              </a:defRPr>
            </a:lvl2pPr>
            <a:lvl3pPr indent="0" lvl="2" marL="0" algn="l">
              <a:spcBef>
                <a:spcPts val="0"/>
              </a:spcBef>
              <a:buNone/>
              <a:defRPr sz="900">
                <a:latin typeface="Helvetica Neue"/>
                <a:ea typeface="Helvetica Neue"/>
                <a:cs typeface="Helvetica Neue"/>
                <a:sym typeface="Helvetica Neue"/>
              </a:defRPr>
            </a:lvl3pPr>
            <a:lvl4pPr indent="0" lvl="3" marL="0" algn="l">
              <a:spcBef>
                <a:spcPts val="0"/>
              </a:spcBef>
              <a:buNone/>
              <a:defRPr sz="900">
                <a:latin typeface="Helvetica Neue"/>
                <a:ea typeface="Helvetica Neue"/>
                <a:cs typeface="Helvetica Neue"/>
                <a:sym typeface="Helvetica Neue"/>
              </a:defRPr>
            </a:lvl4pPr>
            <a:lvl5pPr indent="0" lvl="4" marL="0" algn="l">
              <a:spcBef>
                <a:spcPts val="0"/>
              </a:spcBef>
              <a:buNone/>
              <a:defRPr sz="900">
                <a:latin typeface="Helvetica Neue"/>
                <a:ea typeface="Helvetica Neue"/>
                <a:cs typeface="Helvetica Neue"/>
                <a:sym typeface="Helvetica Neue"/>
              </a:defRPr>
            </a:lvl5pPr>
            <a:lvl6pPr indent="0" lvl="5" marL="0" algn="l">
              <a:spcBef>
                <a:spcPts val="0"/>
              </a:spcBef>
              <a:buNone/>
              <a:defRPr sz="900">
                <a:latin typeface="Helvetica Neue"/>
                <a:ea typeface="Helvetica Neue"/>
                <a:cs typeface="Helvetica Neue"/>
                <a:sym typeface="Helvetica Neue"/>
              </a:defRPr>
            </a:lvl6pPr>
            <a:lvl7pPr indent="0" lvl="6" marL="0" algn="l">
              <a:spcBef>
                <a:spcPts val="0"/>
              </a:spcBef>
              <a:buNone/>
              <a:defRPr sz="900">
                <a:latin typeface="Helvetica Neue"/>
                <a:ea typeface="Helvetica Neue"/>
                <a:cs typeface="Helvetica Neue"/>
                <a:sym typeface="Helvetica Neue"/>
              </a:defRPr>
            </a:lvl7pPr>
            <a:lvl8pPr indent="0" lvl="7" marL="0" algn="l">
              <a:spcBef>
                <a:spcPts val="0"/>
              </a:spcBef>
              <a:buNone/>
              <a:defRPr sz="900">
                <a:latin typeface="Helvetica Neue"/>
                <a:ea typeface="Helvetica Neue"/>
                <a:cs typeface="Helvetica Neue"/>
                <a:sym typeface="Helvetica Neue"/>
              </a:defRPr>
            </a:lvl8pPr>
            <a:lvl9pPr indent="0" lvl="8" marL="0" algn="l">
              <a:spcBef>
                <a:spcPts val="0"/>
              </a:spcBef>
              <a:buNone/>
              <a:defRPr sz="900">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solidFill>
                <a:schemeClr val="dk1"/>
              </a:solidFill>
            </a:endParaRPr>
          </a:p>
        </p:txBody>
      </p:sp>
      <p:pic>
        <p:nvPicPr>
          <p:cNvPr descr="Image" id="222" name="Google Shape;222;p113"/>
          <p:cNvPicPr preferRelativeResize="0"/>
          <p:nvPr/>
        </p:nvPicPr>
        <p:blipFill rotWithShape="1">
          <a:blip r:embed="rId2">
            <a:alphaModFix/>
          </a:blip>
          <a:srcRect b="0" l="0" r="0" t="0"/>
          <a:stretch/>
        </p:blipFill>
        <p:spPr>
          <a:xfrm>
            <a:off x="10591014" y="6511152"/>
            <a:ext cx="989661" cy="261845"/>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6" name="Shape 226"/>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p:cSld name="1_title">
    <p:spTree>
      <p:nvGrpSpPr>
        <p:cNvPr id="227" name="Shape 227"/>
        <p:cNvGrpSpPr/>
        <p:nvPr/>
      </p:nvGrpSpPr>
      <p:grpSpPr>
        <a:xfrm>
          <a:off x="0" y="0"/>
          <a:ext cx="0" cy="0"/>
          <a:chOff x="0" y="0"/>
          <a:chExt cx="0" cy="0"/>
        </a:xfrm>
      </p:grpSpPr>
      <p:sp>
        <p:nvSpPr>
          <p:cNvPr id="228" name="Google Shape;228;p50"/>
          <p:cNvSpPr/>
          <p:nvPr>
            <p:ph idx="2" type="pic"/>
          </p:nvPr>
        </p:nvSpPr>
        <p:spPr>
          <a:xfrm>
            <a:off x="0" y="0"/>
            <a:ext cx="12192000" cy="6858000"/>
          </a:xfrm>
          <a:prstGeom prst="rect">
            <a:avLst/>
          </a:prstGeom>
          <a:noFill/>
          <a:ln>
            <a:noFill/>
          </a:ln>
        </p:spPr>
      </p:sp>
      <p:pic>
        <p:nvPicPr>
          <p:cNvPr id="229" name="Google Shape;229;p50"/>
          <p:cNvPicPr preferRelativeResize="0"/>
          <p:nvPr/>
        </p:nvPicPr>
        <p:blipFill rotWithShape="1">
          <a:blip r:embed="rId2">
            <a:alphaModFix/>
          </a:blip>
          <a:srcRect b="0" l="0" r="0" t="0"/>
          <a:stretch/>
        </p:blipFill>
        <p:spPr>
          <a:xfrm>
            <a:off x="0" y="0"/>
            <a:ext cx="7638757" cy="7638757"/>
          </a:xfrm>
          <a:prstGeom prst="rect">
            <a:avLst/>
          </a:prstGeom>
          <a:noFill/>
          <a:ln>
            <a:noFill/>
          </a:ln>
        </p:spPr>
      </p:pic>
      <p:pic>
        <p:nvPicPr>
          <p:cNvPr id="230" name="Google Shape;230;p50"/>
          <p:cNvPicPr preferRelativeResize="0"/>
          <p:nvPr/>
        </p:nvPicPr>
        <p:blipFill rotWithShape="1">
          <a:blip r:embed="rId3">
            <a:alphaModFix/>
          </a:blip>
          <a:srcRect b="0" l="0" r="0" t="0"/>
          <a:stretch/>
        </p:blipFill>
        <p:spPr>
          <a:xfrm>
            <a:off x="1379122" y="1392116"/>
            <a:ext cx="1358900" cy="838200"/>
          </a:xfrm>
          <a:prstGeom prst="rect">
            <a:avLst/>
          </a:prstGeom>
          <a:noFill/>
          <a:ln>
            <a:noFill/>
          </a:ln>
        </p:spPr>
      </p:pic>
      <p:sp>
        <p:nvSpPr>
          <p:cNvPr id="231" name="Google Shape;231;p50"/>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50"/>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p:cSld name="2_title">
    <p:bg>
      <p:bgPr>
        <a:solidFill>
          <a:srgbClr val="1F31AD"/>
        </a:solidFill>
      </p:bgPr>
    </p:bg>
    <p:spTree>
      <p:nvGrpSpPr>
        <p:cNvPr id="233" name="Shape 233"/>
        <p:cNvGrpSpPr/>
        <p:nvPr/>
      </p:nvGrpSpPr>
      <p:grpSpPr>
        <a:xfrm>
          <a:off x="0" y="0"/>
          <a:ext cx="0" cy="0"/>
          <a:chOff x="0" y="0"/>
          <a:chExt cx="0" cy="0"/>
        </a:xfrm>
      </p:grpSpPr>
      <p:sp>
        <p:nvSpPr>
          <p:cNvPr id="234" name="Google Shape;234;p51"/>
          <p:cNvSpPr txBox="1"/>
          <p:nvPr>
            <p:ph type="ctrTitle"/>
          </p:nvPr>
        </p:nvSpPr>
        <p:spPr>
          <a:xfrm>
            <a:off x="8090008" y="1554148"/>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500"/>
              <a:buFont typeface="Play"/>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51"/>
          <p:cNvSpPr txBox="1"/>
          <p:nvPr>
            <p:ph idx="1" type="subTitle"/>
          </p:nvPr>
        </p:nvSpPr>
        <p:spPr>
          <a:xfrm>
            <a:off x="8090008" y="3521075"/>
            <a:ext cx="3598410"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36" name="Google Shape;236;p51"/>
          <p:cNvPicPr preferRelativeResize="0"/>
          <p:nvPr/>
        </p:nvPicPr>
        <p:blipFill rotWithShape="1">
          <a:blip r:embed="rId2">
            <a:alphaModFix/>
          </a:blip>
          <a:srcRect b="0" l="0" r="0" t="0"/>
          <a:stretch/>
        </p:blipFill>
        <p:spPr>
          <a:xfrm>
            <a:off x="-1" y="5983357"/>
            <a:ext cx="874643" cy="874643"/>
          </a:xfrm>
          <a:prstGeom prst="rect">
            <a:avLst/>
          </a:prstGeom>
          <a:noFill/>
          <a:ln>
            <a:noFill/>
          </a:ln>
        </p:spPr>
      </p:pic>
      <p:sp>
        <p:nvSpPr>
          <p:cNvPr id="237" name="Google Shape;237;p51"/>
          <p:cNvSpPr/>
          <p:nvPr>
            <p:ph idx="2" type="pic"/>
          </p:nvPr>
        </p:nvSpPr>
        <p:spPr>
          <a:xfrm>
            <a:off x="874642" y="-695294"/>
            <a:ext cx="6678652" cy="6678652"/>
          </a:xfrm>
          <a:prstGeom prst="flowChartDelay">
            <a:avLst/>
          </a:prstGeom>
          <a:noFill/>
          <a:ln>
            <a:noFill/>
          </a:ln>
        </p:spPr>
      </p:sp>
      <p:pic>
        <p:nvPicPr>
          <p:cNvPr id="238" name="Google Shape;238;p51"/>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p:cSld name="3_title">
    <p:bg>
      <p:bgPr>
        <a:solidFill>
          <a:srgbClr val="DCDCDC"/>
        </a:solidFill>
      </p:bgPr>
    </p:bg>
    <p:spTree>
      <p:nvGrpSpPr>
        <p:cNvPr id="239" name="Shape 239"/>
        <p:cNvGrpSpPr/>
        <p:nvPr/>
      </p:nvGrpSpPr>
      <p:grpSpPr>
        <a:xfrm>
          <a:off x="0" y="0"/>
          <a:ext cx="0" cy="0"/>
          <a:chOff x="0" y="0"/>
          <a:chExt cx="0" cy="0"/>
        </a:xfrm>
      </p:grpSpPr>
      <p:sp>
        <p:nvSpPr>
          <p:cNvPr id="240" name="Google Shape;240;p52"/>
          <p:cNvSpPr txBox="1"/>
          <p:nvPr>
            <p:ph type="ctrTitle"/>
          </p:nvPr>
        </p:nvSpPr>
        <p:spPr>
          <a:xfrm>
            <a:off x="7118003" y="2330005"/>
            <a:ext cx="435137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0000"/>
              </a:buClr>
              <a:buSzPts val="5000"/>
              <a:buFont typeface="Play"/>
              <a:buNone/>
              <a:defRPr sz="5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 name="Google Shape;241;p52"/>
          <p:cNvSpPr txBox="1"/>
          <p:nvPr>
            <p:ph idx="1" type="subTitle"/>
          </p:nvPr>
        </p:nvSpPr>
        <p:spPr>
          <a:xfrm>
            <a:off x="7118003" y="4296932"/>
            <a:ext cx="435137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42" name="Google Shape;242;p52"/>
          <p:cNvPicPr preferRelativeResize="0"/>
          <p:nvPr/>
        </p:nvPicPr>
        <p:blipFill rotWithShape="1">
          <a:blip r:embed="rId2">
            <a:alphaModFix/>
          </a:blip>
          <a:srcRect b="0" l="0" r="0" t="0"/>
          <a:stretch/>
        </p:blipFill>
        <p:spPr>
          <a:xfrm>
            <a:off x="-1" y="0"/>
            <a:ext cx="722625" cy="722625"/>
          </a:xfrm>
          <a:prstGeom prst="rect">
            <a:avLst/>
          </a:prstGeom>
          <a:noFill/>
          <a:ln>
            <a:noFill/>
          </a:ln>
        </p:spPr>
      </p:pic>
      <p:sp>
        <p:nvSpPr>
          <p:cNvPr id="243" name="Google Shape;243;p52"/>
          <p:cNvSpPr/>
          <p:nvPr>
            <p:ph idx="2" type="pic"/>
          </p:nvPr>
        </p:nvSpPr>
        <p:spPr>
          <a:xfrm>
            <a:off x="722624" y="724112"/>
            <a:ext cx="5517866" cy="5517866"/>
          </a:xfrm>
          <a:prstGeom prst="flowChartDelay">
            <a:avLst/>
          </a:prstGeom>
          <a:noFill/>
          <a:ln>
            <a:noFill/>
          </a:ln>
        </p:spPr>
      </p:sp>
      <p:pic>
        <p:nvPicPr>
          <p:cNvPr id="244" name="Google Shape;244;p52"/>
          <p:cNvPicPr preferRelativeResize="0"/>
          <p:nvPr/>
        </p:nvPicPr>
        <p:blipFill rotWithShape="1">
          <a:blip r:embed="rId3">
            <a:alphaModFix/>
          </a:blip>
          <a:srcRect b="0" l="0" r="0" t="0"/>
          <a:stretch/>
        </p:blipFill>
        <p:spPr>
          <a:xfrm>
            <a:off x="6462165" y="995711"/>
            <a:ext cx="2281959" cy="604907"/>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p:cSld name="4_title">
    <p:spTree>
      <p:nvGrpSpPr>
        <p:cNvPr id="245" name="Shape 245"/>
        <p:cNvGrpSpPr/>
        <p:nvPr/>
      </p:nvGrpSpPr>
      <p:grpSpPr>
        <a:xfrm>
          <a:off x="0" y="0"/>
          <a:ext cx="0" cy="0"/>
          <a:chOff x="0" y="0"/>
          <a:chExt cx="0" cy="0"/>
        </a:xfrm>
      </p:grpSpPr>
      <p:sp>
        <p:nvSpPr>
          <p:cNvPr id="246" name="Google Shape;246;p53"/>
          <p:cNvSpPr/>
          <p:nvPr>
            <p:ph idx="2" type="pic"/>
          </p:nvPr>
        </p:nvSpPr>
        <p:spPr>
          <a:xfrm>
            <a:off x="0" y="0"/>
            <a:ext cx="12192000" cy="6858000"/>
          </a:xfrm>
          <a:prstGeom prst="rect">
            <a:avLst/>
          </a:prstGeom>
          <a:noFill/>
          <a:ln>
            <a:noFill/>
          </a:ln>
        </p:spPr>
      </p:sp>
      <p:pic>
        <p:nvPicPr>
          <p:cNvPr id="247" name="Google Shape;247;p53"/>
          <p:cNvPicPr preferRelativeResize="0"/>
          <p:nvPr/>
        </p:nvPicPr>
        <p:blipFill rotWithShape="1">
          <a:blip r:embed="rId2">
            <a:alphaModFix/>
          </a:blip>
          <a:srcRect b="0" l="0" r="0" t="0"/>
          <a:stretch/>
        </p:blipFill>
        <p:spPr>
          <a:xfrm>
            <a:off x="-1" y="-3491246"/>
            <a:ext cx="10358214" cy="10358214"/>
          </a:xfrm>
          <a:prstGeom prst="rect">
            <a:avLst/>
          </a:prstGeom>
          <a:noFill/>
          <a:ln>
            <a:noFill/>
          </a:ln>
        </p:spPr>
      </p:pic>
      <p:sp>
        <p:nvSpPr>
          <p:cNvPr id="248" name="Google Shape;248;p53"/>
          <p:cNvSpPr/>
          <p:nvPr>
            <p:ph idx="3" type="pic"/>
          </p:nvPr>
        </p:nvSpPr>
        <p:spPr>
          <a:xfrm>
            <a:off x="0" y="0"/>
            <a:ext cx="12192000" cy="6858000"/>
          </a:xfrm>
          <a:prstGeom prst="rect">
            <a:avLst/>
          </a:prstGeom>
          <a:noFill/>
          <a:ln>
            <a:noFill/>
          </a:ln>
        </p:spPr>
      </p:sp>
      <p:sp>
        <p:nvSpPr>
          <p:cNvPr id="249" name="Google Shape;249;p53"/>
          <p:cNvSpPr txBox="1"/>
          <p:nvPr>
            <p:ph type="ctrTitle"/>
          </p:nvPr>
        </p:nvSpPr>
        <p:spPr>
          <a:xfrm>
            <a:off x="1833787" y="786741"/>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53"/>
          <p:cNvSpPr txBox="1"/>
          <p:nvPr>
            <p:ph idx="1" type="subTitle"/>
          </p:nvPr>
        </p:nvSpPr>
        <p:spPr>
          <a:xfrm>
            <a:off x="1833787" y="2753669"/>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51" name="Google Shape;251;p53"/>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1_divider">
    <p:bg>
      <p:bgPr>
        <a:solidFill>
          <a:srgbClr val="1F31AD"/>
        </a:solidFill>
      </p:bgPr>
    </p:bg>
    <p:spTree>
      <p:nvGrpSpPr>
        <p:cNvPr id="252" name="Shape 252"/>
        <p:cNvGrpSpPr/>
        <p:nvPr/>
      </p:nvGrpSpPr>
      <p:grpSpPr>
        <a:xfrm>
          <a:off x="0" y="0"/>
          <a:ext cx="0" cy="0"/>
          <a:chOff x="0" y="0"/>
          <a:chExt cx="0" cy="0"/>
        </a:xfrm>
      </p:grpSpPr>
      <p:pic>
        <p:nvPicPr>
          <p:cNvPr id="253" name="Google Shape;253;p54"/>
          <p:cNvPicPr preferRelativeResize="0"/>
          <p:nvPr/>
        </p:nvPicPr>
        <p:blipFill rotWithShape="1">
          <a:blip r:embed="rId2">
            <a:alphaModFix/>
          </a:blip>
          <a:srcRect b="0" l="0" r="0" t="0"/>
          <a:stretch/>
        </p:blipFill>
        <p:spPr>
          <a:xfrm>
            <a:off x="0" y="0"/>
            <a:ext cx="8518358" cy="8518358"/>
          </a:xfrm>
          <a:prstGeom prst="rect">
            <a:avLst/>
          </a:prstGeom>
          <a:noFill/>
          <a:ln>
            <a:noFill/>
          </a:ln>
        </p:spPr>
      </p:pic>
      <p:sp>
        <p:nvSpPr>
          <p:cNvPr id="254" name="Google Shape;254;p54"/>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54"/>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56" name="Google Shape;256;p54"/>
          <p:cNvPicPr preferRelativeResize="0"/>
          <p:nvPr/>
        </p:nvPicPr>
        <p:blipFill rotWithShape="1">
          <a:blip r:embed="rId3">
            <a:alphaModFix/>
          </a:blip>
          <a:srcRect b="0" l="0" r="0" t="0"/>
          <a:stretch/>
        </p:blipFill>
        <p:spPr>
          <a:xfrm>
            <a:off x="1352549" y="288758"/>
            <a:ext cx="1352277" cy="35641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p:cSld name="2_divider">
    <p:bg>
      <p:bgPr>
        <a:solidFill>
          <a:srgbClr val="5B69FF"/>
        </a:solidFill>
      </p:bgPr>
    </p:bg>
    <p:spTree>
      <p:nvGrpSpPr>
        <p:cNvPr id="257" name="Shape 257"/>
        <p:cNvGrpSpPr/>
        <p:nvPr/>
      </p:nvGrpSpPr>
      <p:grpSpPr>
        <a:xfrm>
          <a:off x="0" y="0"/>
          <a:ext cx="0" cy="0"/>
          <a:chOff x="0" y="0"/>
          <a:chExt cx="0" cy="0"/>
        </a:xfrm>
      </p:grpSpPr>
      <p:pic>
        <p:nvPicPr>
          <p:cNvPr id="258" name="Google Shape;258;p55"/>
          <p:cNvPicPr preferRelativeResize="0"/>
          <p:nvPr/>
        </p:nvPicPr>
        <p:blipFill rotWithShape="1">
          <a:blip r:embed="rId2">
            <a:alphaModFix/>
          </a:blip>
          <a:srcRect b="0" l="0" r="0" t="0"/>
          <a:stretch/>
        </p:blipFill>
        <p:spPr>
          <a:xfrm>
            <a:off x="-18007" y="-2896617"/>
            <a:ext cx="9763585" cy="9763585"/>
          </a:xfrm>
          <a:prstGeom prst="rect">
            <a:avLst/>
          </a:prstGeom>
          <a:noFill/>
          <a:ln>
            <a:noFill/>
          </a:ln>
        </p:spPr>
      </p:pic>
      <p:sp>
        <p:nvSpPr>
          <p:cNvPr id="259" name="Google Shape;259;p55"/>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55"/>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1" name="Google Shape;261;p55"/>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p:cSld name="3_divider">
    <p:bg>
      <p:bgPr>
        <a:solidFill>
          <a:srgbClr val="98A1FF"/>
        </a:solidFill>
      </p:bgPr>
    </p:bg>
    <p:spTree>
      <p:nvGrpSpPr>
        <p:cNvPr id="262" name="Shape 262"/>
        <p:cNvGrpSpPr/>
        <p:nvPr/>
      </p:nvGrpSpPr>
      <p:grpSpPr>
        <a:xfrm>
          <a:off x="0" y="0"/>
          <a:ext cx="0" cy="0"/>
          <a:chOff x="0" y="0"/>
          <a:chExt cx="0" cy="0"/>
        </a:xfrm>
      </p:grpSpPr>
      <p:sp>
        <p:nvSpPr>
          <p:cNvPr id="263" name="Google Shape;263;p56"/>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56"/>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5" name="Google Shape;265;p56"/>
          <p:cNvPicPr preferRelativeResize="0"/>
          <p:nvPr/>
        </p:nvPicPr>
        <p:blipFill rotWithShape="1">
          <a:blip r:embed="rId2">
            <a:alphaModFix/>
          </a:blip>
          <a:srcRect b="0" l="0" r="0" t="0"/>
          <a:stretch/>
        </p:blipFill>
        <p:spPr>
          <a:xfrm>
            <a:off x="-1" y="5983357"/>
            <a:ext cx="874643" cy="874643"/>
          </a:xfrm>
          <a:prstGeom prst="rect">
            <a:avLst/>
          </a:prstGeom>
          <a:noFill/>
          <a:ln>
            <a:noFill/>
          </a:ln>
        </p:spPr>
      </p:pic>
      <p:sp>
        <p:nvSpPr>
          <p:cNvPr id="266" name="Google Shape;266;p56"/>
          <p:cNvSpPr/>
          <p:nvPr>
            <p:ph idx="2" type="pic"/>
          </p:nvPr>
        </p:nvSpPr>
        <p:spPr>
          <a:xfrm>
            <a:off x="874642" y="-695294"/>
            <a:ext cx="6678652" cy="6678652"/>
          </a:xfrm>
          <a:prstGeom prst="flowChartDelay">
            <a:avLst/>
          </a:prstGeom>
          <a:noFill/>
          <a:ln>
            <a:noFill/>
          </a:ln>
        </p:spPr>
      </p:sp>
      <p:pic>
        <p:nvPicPr>
          <p:cNvPr id="267" name="Google Shape;267;p56"/>
          <p:cNvPicPr preferRelativeResize="0"/>
          <p:nvPr/>
        </p:nvPicPr>
        <p:blipFill rotWithShape="1">
          <a:blip r:embed="rId3">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vider">
  <p:cSld name="4_divider">
    <p:bg>
      <p:bgPr>
        <a:solidFill>
          <a:srgbClr val="C81326"/>
        </a:solidFill>
      </p:bgPr>
    </p:bg>
    <p:spTree>
      <p:nvGrpSpPr>
        <p:cNvPr id="268" name="Shape 268"/>
        <p:cNvGrpSpPr/>
        <p:nvPr/>
      </p:nvGrpSpPr>
      <p:grpSpPr>
        <a:xfrm>
          <a:off x="0" y="0"/>
          <a:ext cx="0" cy="0"/>
          <a:chOff x="0" y="0"/>
          <a:chExt cx="0" cy="0"/>
        </a:xfrm>
      </p:grpSpPr>
      <p:sp>
        <p:nvSpPr>
          <p:cNvPr id="269" name="Google Shape;269;p57"/>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57"/>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71" name="Google Shape;271;p57"/>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272" name="Google Shape;272;p57"/>
          <p:cNvPicPr preferRelativeResize="0"/>
          <p:nvPr/>
        </p:nvPicPr>
        <p:blipFill rotWithShape="1">
          <a:blip r:embed="rId3">
            <a:alphaModFix/>
          </a:blip>
          <a:srcRect b="0" l="0" r="0" t="0"/>
          <a:stretch/>
        </p:blipFill>
        <p:spPr>
          <a:xfrm>
            <a:off x="-1" y="-1"/>
            <a:ext cx="8518357" cy="8518357"/>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vider">
  <p:cSld name="5_divider">
    <p:bg>
      <p:bgPr>
        <a:solidFill>
          <a:srgbClr val="FF5660"/>
        </a:solidFill>
      </p:bgPr>
    </p:bg>
    <p:spTree>
      <p:nvGrpSpPr>
        <p:cNvPr id="273" name="Shape 273"/>
        <p:cNvGrpSpPr/>
        <p:nvPr/>
      </p:nvGrpSpPr>
      <p:grpSpPr>
        <a:xfrm>
          <a:off x="0" y="0"/>
          <a:ext cx="0" cy="0"/>
          <a:chOff x="0" y="0"/>
          <a:chExt cx="0" cy="0"/>
        </a:xfrm>
      </p:grpSpPr>
      <p:pic>
        <p:nvPicPr>
          <p:cNvPr id="274" name="Google Shape;274;p58"/>
          <p:cNvPicPr preferRelativeResize="0"/>
          <p:nvPr/>
        </p:nvPicPr>
        <p:blipFill rotWithShape="1">
          <a:blip r:embed="rId2">
            <a:alphaModFix/>
          </a:blip>
          <a:srcRect b="0" l="0" r="0" t="0"/>
          <a:stretch/>
        </p:blipFill>
        <p:spPr>
          <a:xfrm>
            <a:off x="-18008" y="-2891071"/>
            <a:ext cx="9763585" cy="9763585"/>
          </a:xfrm>
          <a:prstGeom prst="rect">
            <a:avLst/>
          </a:prstGeom>
          <a:noFill/>
          <a:ln>
            <a:noFill/>
          </a:ln>
        </p:spPr>
      </p:pic>
      <p:sp>
        <p:nvSpPr>
          <p:cNvPr id="275" name="Google Shape;275;p58"/>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58"/>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77" name="Google Shape;277;p58"/>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vider">
  <p:cSld name="6_divider">
    <p:bg>
      <p:bgPr>
        <a:solidFill>
          <a:srgbClr val="FF858A"/>
        </a:solidFill>
      </p:bgPr>
    </p:bg>
    <p:spTree>
      <p:nvGrpSpPr>
        <p:cNvPr id="278" name="Shape 278"/>
        <p:cNvGrpSpPr/>
        <p:nvPr/>
      </p:nvGrpSpPr>
      <p:grpSpPr>
        <a:xfrm>
          <a:off x="0" y="0"/>
          <a:ext cx="0" cy="0"/>
          <a:chOff x="0" y="0"/>
          <a:chExt cx="0" cy="0"/>
        </a:xfrm>
      </p:grpSpPr>
      <p:sp>
        <p:nvSpPr>
          <p:cNvPr id="279" name="Google Shape;279;p59"/>
          <p:cNvSpPr txBox="1"/>
          <p:nvPr>
            <p:ph type="ctrTitle"/>
          </p:nvPr>
        </p:nvSpPr>
        <p:spPr>
          <a:xfrm>
            <a:off x="8017438" y="1842906"/>
            <a:ext cx="3598410" cy="1874852"/>
          </a:xfrm>
          <a:prstGeom prst="rect">
            <a:avLst/>
          </a:prstGeom>
          <a:solidFill>
            <a:srgbClr val="FF858A"/>
          </a:solid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59"/>
          <p:cNvSpPr txBox="1"/>
          <p:nvPr>
            <p:ph idx="1" type="subTitle"/>
          </p:nvPr>
        </p:nvSpPr>
        <p:spPr>
          <a:xfrm>
            <a:off x="8017438" y="3809833"/>
            <a:ext cx="3598410" cy="930609"/>
          </a:xfrm>
          <a:prstGeom prst="rect">
            <a:avLst/>
          </a:prstGeom>
          <a:solidFill>
            <a:srgbClr val="FF858A"/>
          </a:solid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1" name="Google Shape;281;p59"/>
          <p:cNvSpPr/>
          <p:nvPr>
            <p:ph idx="2" type="pic"/>
          </p:nvPr>
        </p:nvSpPr>
        <p:spPr>
          <a:xfrm>
            <a:off x="874642" y="-695294"/>
            <a:ext cx="6678652" cy="6678652"/>
          </a:xfrm>
          <a:prstGeom prst="flowChartDelay">
            <a:avLst/>
          </a:prstGeom>
          <a:noFill/>
          <a:ln>
            <a:noFill/>
          </a:ln>
        </p:spPr>
      </p:sp>
      <p:sp>
        <p:nvSpPr>
          <p:cNvPr id="282" name="Google Shape;282;p59"/>
          <p:cNvSpPr/>
          <p:nvPr/>
        </p:nvSpPr>
        <p:spPr>
          <a:xfrm>
            <a:off x="0" y="5983356"/>
            <a:ext cx="874643" cy="874643"/>
          </a:xfrm>
          <a:prstGeom prst="rect">
            <a:avLst/>
          </a:prstGeom>
          <a:solidFill>
            <a:srgbClr val="FF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83" name="Google Shape;283;p59"/>
          <p:cNvPicPr preferRelativeResize="0"/>
          <p:nvPr/>
        </p:nvPicPr>
        <p:blipFill rotWithShape="1">
          <a:blip r:embed="rId2">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divider">
  <p:cSld name="7_divider">
    <p:bg>
      <p:bgPr>
        <a:solidFill>
          <a:srgbClr val="005C84"/>
        </a:solidFill>
      </p:bgPr>
    </p:bg>
    <p:spTree>
      <p:nvGrpSpPr>
        <p:cNvPr id="284" name="Shape 284"/>
        <p:cNvGrpSpPr/>
        <p:nvPr/>
      </p:nvGrpSpPr>
      <p:grpSpPr>
        <a:xfrm>
          <a:off x="0" y="0"/>
          <a:ext cx="0" cy="0"/>
          <a:chOff x="0" y="0"/>
          <a:chExt cx="0" cy="0"/>
        </a:xfrm>
      </p:grpSpPr>
      <p:sp>
        <p:nvSpPr>
          <p:cNvPr id="285" name="Google Shape;285;p60"/>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60"/>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7" name="Google Shape;287;p60"/>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288" name="Google Shape;288;p60"/>
          <p:cNvPicPr preferRelativeResize="0"/>
          <p:nvPr/>
        </p:nvPicPr>
        <p:blipFill rotWithShape="1">
          <a:blip r:embed="rId3">
            <a:alphaModFix/>
          </a:blip>
          <a:srcRect b="0" l="0" r="0" t="0"/>
          <a:stretch/>
        </p:blipFill>
        <p:spPr>
          <a:xfrm>
            <a:off x="0" y="-1"/>
            <a:ext cx="8518356" cy="851835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divider">
  <p:cSld name="8_divider">
    <p:bg>
      <p:bgPr>
        <a:solidFill>
          <a:srgbClr val="02C8FD"/>
        </a:solidFill>
      </p:bgPr>
    </p:bg>
    <p:spTree>
      <p:nvGrpSpPr>
        <p:cNvPr id="289" name="Shape 289"/>
        <p:cNvGrpSpPr/>
        <p:nvPr/>
      </p:nvGrpSpPr>
      <p:grpSpPr>
        <a:xfrm>
          <a:off x="0" y="0"/>
          <a:ext cx="0" cy="0"/>
          <a:chOff x="0" y="0"/>
          <a:chExt cx="0" cy="0"/>
        </a:xfrm>
      </p:grpSpPr>
      <p:pic>
        <p:nvPicPr>
          <p:cNvPr id="290" name="Google Shape;290;p61"/>
          <p:cNvPicPr preferRelativeResize="0"/>
          <p:nvPr/>
        </p:nvPicPr>
        <p:blipFill rotWithShape="1">
          <a:blip r:embed="rId2">
            <a:alphaModFix/>
          </a:blip>
          <a:srcRect b="0" l="0" r="0" t="0"/>
          <a:stretch/>
        </p:blipFill>
        <p:spPr>
          <a:xfrm>
            <a:off x="-14515" y="-2893472"/>
            <a:ext cx="9760092" cy="9760092"/>
          </a:xfrm>
          <a:prstGeom prst="rect">
            <a:avLst/>
          </a:prstGeom>
          <a:noFill/>
          <a:ln>
            <a:noFill/>
          </a:ln>
        </p:spPr>
      </p:pic>
      <p:sp>
        <p:nvSpPr>
          <p:cNvPr id="291" name="Google Shape;291;p61"/>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61"/>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93" name="Google Shape;293;p61"/>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divider">
  <p:cSld name="9_divider">
    <p:bg>
      <p:bgPr>
        <a:solidFill>
          <a:srgbClr val="7ADEFF"/>
        </a:solidFill>
      </p:bgPr>
    </p:bg>
    <p:spTree>
      <p:nvGrpSpPr>
        <p:cNvPr id="294" name="Shape 294"/>
        <p:cNvGrpSpPr/>
        <p:nvPr/>
      </p:nvGrpSpPr>
      <p:grpSpPr>
        <a:xfrm>
          <a:off x="0" y="0"/>
          <a:ext cx="0" cy="0"/>
          <a:chOff x="0" y="0"/>
          <a:chExt cx="0" cy="0"/>
        </a:xfrm>
      </p:grpSpPr>
      <p:sp>
        <p:nvSpPr>
          <p:cNvPr id="295" name="Google Shape;295;p62"/>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62"/>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7" name="Google Shape;297;p62"/>
          <p:cNvSpPr/>
          <p:nvPr>
            <p:ph idx="2" type="pic"/>
          </p:nvPr>
        </p:nvSpPr>
        <p:spPr>
          <a:xfrm>
            <a:off x="874642" y="-695294"/>
            <a:ext cx="6678652" cy="6678652"/>
          </a:xfrm>
          <a:prstGeom prst="flowChartDelay">
            <a:avLst/>
          </a:prstGeom>
          <a:noFill/>
          <a:ln>
            <a:noFill/>
          </a:ln>
        </p:spPr>
      </p:sp>
      <p:sp>
        <p:nvSpPr>
          <p:cNvPr id="298" name="Google Shape;298;p62"/>
          <p:cNvSpPr/>
          <p:nvPr/>
        </p:nvSpPr>
        <p:spPr>
          <a:xfrm>
            <a:off x="0" y="5983356"/>
            <a:ext cx="874643" cy="874643"/>
          </a:xfrm>
          <a:prstGeom prst="rect">
            <a:avLst/>
          </a:prstGeom>
          <a:solidFill>
            <a:srgbClr val="02C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99" name="Google Shape;299;p62"/>
          <p:cNvPicPr preferRelativeResize="0"/>
          <p:nvPr/>
        </p:nvPicPr>
        <p:blipFill rotWithShape="1">
          <a:blip r:embed="rId2">
            <a:alphaModFix/>
          </a:blip>
          <a:srcRect b="0" l="0" r="0" t="0"/>
          <a:stretch/>
        </p:blipFill>
        <p:spPr>
          <a:xfrm>
            <a:off x="1919978" y="7168467"/>
            <a:ext cx="8268750" cy="6858000"/>
          </a:xfrm>
          <a:prstGeom prst="rect">
            <a:avLst/>
          </a:prstGeom>
          <a:noFill/>
          <a:ln>
            <a:noFill/>
          </a:ln>
        </p:spPr>
      </p:pic>
      <p:pic>
        <p:nvPicPr>
          <p:cNvPr id="300" name="Google Shape;300;p62"/>
          <p:cNvPicPr preferRelativeResize="0"/>
          <p:nvPr/>
        </p:nvPicPr>
        <p:blipFill rotWithShape="1">
          <a:blip r:embed="rId3">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divider">
  <p:cSld name="10_divider">
    <p:bg>
      <p:bgPr>
        <a:solidFill>
          <a:srgbClr val="CA8F00"/>
        </a:solidFill>
      </p:bgPr>
    </p:bg>
    <p:spTree>
      <p:nvGrpSpPr>
        <p:cNvPr id="301" name="Shape 301"/>
        <p:cNvGrpSpPr/>
        <p:nvPr/>
      </p:nvGrpSpPr>
      <p:grpSpPr>
        <a:xfrm>
          <a:off x="0" y="0"/>
          <a:ext cx="0" cy="0"/>
          <a:chOff x="0" y="0"/>
          <a:chExt cx="0" cy="0"/>
        </a:xfrm>
      </p:grpSpPr>
      <p:sp>
        <p:nvSpPr>
          <p:cNvPr id="302" name="Google Shape;302;p63"/>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3" name="Google Shape;303;p63"/>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04" name="Google Shape;304;p63"/>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305" name="Google Shape;305;p63"/>
          <p:cNvPicPr preferRelativeResize="0"/>
          <p:nvPr/>
        </p:nvPicPr>
        <p:blipFill rotWithShape="1">
          <a:blip r:embed="rId3">
            <a:alphaModFix/>
          </a:blip>
          <a:srcRect b="0" l="0" r="0" t="0"/>
          <a:stretch/>
        </p:blipFill>
        <p:spPr>
          <a:xfrm>
            <a:off x="0" y="0"/>
            <a:ext cx="8518356" cy="851835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p:cSld name="11_divider">
    <p:bg>
      <p:bgPr>
        <a:solidFill>
          <a:srgbClr val="F7CC4A"/>
        </a:solidFill>
      </p:bgPr>
    </p:bg>
    <p:spTree>
      <p:nvGrpSpPr>
        <p:cNvPr id="306" name="Shape 306"/>
        <p:cNvGrpSpPr/>
        <p:nvPr/>
      </p:nvGrpSpPr>
      <p:grpSpPr>
        <a:xfrm>
          <a:off x="0" y="0"/>
          <a:ext cx="0" cy="0"/>
          <a:chOff x="0" y="0"/>
          <a:chExt cx="0" cy="0"/>
        </a:xfrm>
      </p:grpSpPr>
      <p:pic>
        <p:nvPicPr>
          <p:cNvPr id="307" name="Google Shape;307;p64"/>
          <p:cNvPicPr preferRelativeResize="0"/>
          <p:nvPr/>
        </p:nvPicPr>
        <p:blipFill rotWithShape="1">
          <a:blip r:embed="rId2">
            <a:alphaModFix/>
          </a:blip>
          <a:srcRect b="0" l="0" r="0" t="0"/>
          <a:stretch/>
        </p:blipFill>
        <p:spPr>
          <a:xfrm>
            <a:off x="-14516" y="-2893471"/>
            <a:ext cx="9760091" cy="9760091"/>
          </a:xfrm>
          <a:prstGeom prst="rect">
            <a:avLst/>
          </a:prstGeom>
          <a:noFill/>
          <a:ln>
            <a:noFill/>
          </a:ln>
        </p:spPr>
      </p:pic>
      <p:sp>
        <p:nvSpPr>
          <p:cNvPr id="308" name="Google Shape;308;p64"/>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64"/>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10" name="Google Shape;310;p64"/>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pic>
        <p:nvPicPr>
          <p:cNvPr id="311" name="Google Shape;311;p64"/>
          <p:cNvPicPr preferRelativeResize="0"/>
          <p:nvPr/>
        </p:nvPicPr>
        <p:blipFill rotWithShape="1">
          <a:blip r:embed="rId4">
            <a:alphaModFix/>
          </a:blip>
          <a:srcRect b="0" l="0" r="0" t="0"/>
          <a:stretch/>
        </p:blipFill>
        <p:spPr>
          <a:xfrm>
            <a:off x="1919978" y="7168467"/>
            <a:ext cx="8268750" cy="68580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p:cSld name="12_divider">
    <p:bg>
      <p:bgPr>
        <a:solidFill>
          <a:srgbClr val="FFE27A"/>
        </a:solidFill>
      </p:bgPr>
    </p:bg>
    <p:spTree>
      <p:nvGrpSpPr>
        <p:cNvPr id="312" name="Shape 312"/>
        <p:cNvGrpSpPr/>
        <p:nvPr/>
      </p:nvGrpSpPr>
      <p:grpSpPr>
        <a:xfrm>
          <a:off x="0" y="0"/>
          <a:ext cx="0" cy="0"/>
          <a:chOff x="0" y="0"/>
          <a:chExt cx="0" cy="0"/>
        </a:xfrm>
      </p:grpSpPr>
      <p:sp>
        <p:nvSpPr>
          <p:cNvPr id="313" name="Google Shape;313;p65"/>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65"/>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5" name="Google Shape;315;p65"/>
          <p:cNvSpPr/>
          <p:nvPr>
            <p:ph idx="2" type="pic"/>
          </p:nvPr>
        </p:nvSpPr>
        <p:spPr>
          <a:xfrm>
            <a:off x="874642" y="-695294"/>
            <a:ext cx="6678652" cy="6678652"/>
          </a:xfrm>
          <a:prstGeom prst="flowChartDelay">
            <a:avLst/>
          </a:prstGeom>
          <a:noFill/>
          <a:ln>
            <a:noFill/>
          </a:ln>
        </p:spPr>
      </p:sp>
      <p:sp>
        <p:nvSpPr>
          <p:cNvPr id="316" name="Google Shape;316;p65"/>
          <p:cNvSpPr/>
          <p:nvPr/>
        </p:nvSpPr>
        <p:spPr>
          <a:xfrm>
            <a:off x="0" y="5983356"/>
            <a:ext cx="874643" cy="874643"/>
          </a:xfrm>
          <a:prstGeom prst="rect">
            <a:avLst/>
          </a:prstGeom>
          <a:solidFill>
            <a:srgbClr val="EEB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17" name="Google Shape;317;p65"/>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p:cSld name="13_divider">
    <p:bg>
      <p:bgPr>
        <a:solidFill>
          <a:srgbClr val="515A3C"/>
        </a:solidFill>
      </p:bgPr>
    </p:bg>
    <p:spTree>
      <p:nvGrpSpPr>
        <p:cNvPr id="318" name="Shape 318"/>
        <p:cNvGrpSpPr/>
        <p:nvPr/>
      </p:nvGrpSpPr>
      <p:grpSpPr>
        <a:xfrm>
          <a:off x="0" y="0"/>
          <a:ext cx="0" cy="0"/>
          <a:chOff x="0" y="0"/>
          <a:chExt cx="0" cy="0"/>
        </a:xfrm>
      </p:grpSpPr>
      <p:sp>
        <p:nvSpPr>
          <p:cNvPr id="319" name="Google Shape;319;p66"/>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66"/>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21" name="Google Shape;321;p66"/>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322" name="Google Shape;322;p66"/>
          <p:cNvPicPr preferRelativeResize="0"/>
          <p:nvPr/>
        </p:nvPicPr>
        <p:blipFill rotWithShape="1">
          <a:blip r:embed="rId3">
            <a:alphaModFix/>
          </a:blip>
          <a:srcRect b="0" l="0" r="0" t="0"/>
          <a:stretch/>
        </p:blipFill>
        <p:spPr>
          <a:xfrm>
            <a:off x="3406" y="-1"/>
            <a:ext cx="8529463" cy="8529463"/>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p:cSld name="14_divider">
    <p:bg>
      <p:bgPr>
        <a:solidFill>
          <a:srgbClr val="8BAE46"/>
        </a:solidFill>
      </p:bgPr>
    </p:bg>
    <p:spTree>
      <p:nvGrpSpPr>
        <p:cNvPr id="323" name="Shape 323"/>
        <p:cNvGrpSpPr/>
        <p:nvPr/>
      </p:nvGrpSpPr>
      <p:grpSpPr>
        <a:xfrm>
          <a:off x="0" y="0"/>
          <a:ext cx="0" cy="0"/>
          <a:chOff x="0" y="0"/>
          <a:chExt cx="0" cy="0"/>
        </a:xfrm>
      </p:grpSpPr>
      <p:pic>
        <p:nvPicPr>
          <p:cNvPr id="324" name="Google Shape;324;p67"/>
          <p:cNvPicPr preferRelativeResize="0"/>
          <p:nvPr/>
        </p:nvPicPr>
        <p:blipFill rotWithShape="1">
          <a:blip r:embed="rId2">
            <a:alphaModFix/>
          </a:blip>
          <a:srcRect b="0" l="0" r="0" t="0"/>
          <a:stretch/>
        </p:blipFill>
        <p:spPr>
          <a:xfrm>
            <a:off x="-14515" y="-2878954"/>
            <a:ext cx="9745574" cy="9745574"/>
          </a:xfrm>
          <a:prstGeom prst="rect">
            <a:avLst/>
          </a:prstGeom>
          <a:noFill/>
          <a:ln>
            <a:noFill/>
          </a:ln>
        </p:spPr>
      </p:pic>
      <p:sp>
        <p:nvSpPr>
          <p:cNvPr id="325" name="Google Shape;325;p67"/>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 name="Google Shape;326;p67"/>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27" name="Google Shape;327;p67"/>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pic>
        <p:nvPicPr>
          <p:cNvPr id="328" name="Google Shape;328;p67"/>
          <p:cNvPicPr preferRelativeResize="0"/>
          <p:nvPr/>
        </p:nvPicPr>
        <p:blipFill rotWithShape="1">
          <a:blip r:embed="rId4">
            <a:alphaModFix/>
          </a:blip>
          <a:srcRect b="0" l="0" r="0" t="0"/>
          <a:stretch/>
        </p:blipFill>
        <p:spPr>
          <a:xfrm>
            <a:off x="1919978" y="7168467"/>
            <a:ext cx="8268750" cy="68580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divider">
  <p:cSld name="15_divider">
    <p:bg>
      <p:bgPr>
        <a:solidFill>
          <a:srgbClr val="ADCC6E"/>
        </a:solidFill>
      </p:bgPr>
    </p:bg>
    <p:spTree>
      <p:nvGrpSpPr>
        <p:cNvPr id="329" name="Shape 329"/>
        <p:cNvGrpSpPr/>
        <p:nvPr/>
      </p:nvGrpSpPr>
      <p:grpSpPr>
        <a:xfrm>
          <a:off x="0" y="0"/>
          <a:ext cx="0" cy="0"/>
          <a:chOff x="0" y="0"/>
          <a:chExt cx="0" cy="0"/>
        </a:xfrm>
      </p:grpSpPr>
      <p:sp>
        <p:nvSpPr>
          <p:cNvPr id="330" name="Google Shape;330;p68"/>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68"/>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32" name="Google Shape;332;p68"/>
          <p:cNvSpPr/>
          <p:nvPr>
            <p:ph idx="2" type="pic"/>
          </p:nvPr>
        </p:nvSpPr>
        <p:spPr>
          <a:xfrm>
            <a:off x="874642" y="-695294"/>
            <a:ext cx="6678652" cy="6678652"/>
          </a:xfrm>
          <a:prstGeom prst="flowChartDelay">
            <a:avLst/>
          </a:prstGeom>
          <a:noFill/>
          <a:ln>
            <a:noFill/>
          </a:ln>
        </p:spPr>
      </p:sp>
      <p:sp>
        <p:nvSpPr>
          <p:cNvPr id="333" name="Google Shape;333;p68"/>
          <p:cNvSpPr/>
          <p:nvPr/>
        </p:nvSpPr>
        <p:spPr>
          <a:xfrm>
            <a:off x="0" y="5983356"/>
            <a:ext cx="874643" cy="874643"/>
          </a:xfrm>
          <a:prstGeom prst="rect">
            <a:avLst/>
          </a:prstGeom>
          <a:solidFill>
            <a:srgbClr val="8BA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34" name="Google Shape;334;p68"/>
          <p:cNvPicPr preferRelativeResize="0"/>
          <p:nvPr/>
        </p:nvPicPr>
        <p:blipFill rotWithShape="1">
          <a:blip r:embed="rId2">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divider">
  <p:cSld name="16_divider">
    <p:bg>
      <p:bgPr>
        <a:solidFill>
          <a:srgbClr val="272727"/>
        </a:solidFill>
      </p:bgPr>
    </p:bg>
    <p:spTree>
      <p:nvGrpSpPr>
        <p:cNvPr id="335" name="Shape 335"/>
        <p:cNvGrpSpPr/>
        <p:nvPr/>
      </p:nvGrpSpPr>
      <p:grpSpPr>
        <a:xfrm>
          <a:off x="0" y="0"/>
          <a:ext cx="0" cy="0"/>
          <a:chOff x="0" y="0"/>
          <a:chExt cx="0" cy="0"/>
        </a:xfrm>
      </p:grpSpPr>
      <p:pic>
        <p:nvPicPr>
          <p:cNvPr id="336" name="Google Shape;336;p69"/>
          <p:cNvPicPr preferRelativeResize="0"/>
          <p:nvPr/>
        </p:nvPicPr>
        <p:blipFill rotWithShape="1">
          <a:blip r:embed="rId2">
            <a:alphaModFix/>
          </a:blip>
          <a:srcRect b="0" l="0" r="0" t="0"/>
          <a:stretch/>
        </p:blipFill>
        <p:spPr>
          <a:xfrm>
            <a:off x="-1" y="-1"/>
            <a:ext cx="8529463" cy="8529463"/>
          </a:xfrm>
          <a:prstGeom prst="rect">
            <a:avLst/>
          </a:prstGeom>
          <a:noFill/>
          <a:ln>
            <a:noFill/>
          </a:ln>
        </p:spPr>
      </p:pic>
      <p:sp>
        <p:nvSpPr>
          <p:cNvPr id="337" name="Google Shape;337;p69"/>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69"/>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39" name="Google Shape;339;p69"/>
          <p:cNvPicPr preferRelativeResize="0"/>
          <p:nvPr/>
        </p:nvPicPr>
        <p:blipFill rotWithShape="1">
          <a:blip r:embed="rId3">
            <a:alphaModFix/>
          </a:blip>
          <a:srcRect b="0" l="0" r="0" t="0"/>
          <a:stretch/>
        </p:blipFill>
        <p:spPr>
          <a:xfrm>
            <a:off x="1352549" y="288758"/>
            <a:ext cx="1352277" cy="35641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divider">
  <p:cSld name="17_divider">
    <p:bg>
      <p:bgPr>
        <a:solidFill>
          <a:srgbClr val="AEAEAE"/>
        </a:solidFill>
      </p:bgPr>
    </p:bg>
    <p:spTree>
      <p:nvGrpSpPr>
        <p:cNvPr id="340" name="Shape 340"/>
        <p:cNvGrpSpPr/>
        <p:nvPr/>
      </p:nvGrpSpPr>
      <p:grpSpPr>
        <a:xfrm>
          <a:off x="0" y="0"/>
          <a:ext cx="0" cy="0"/>
          <a:chOff x="0" y="0"/>
          <a:chExt cx="0" cy="0"/>
        </a:xfrm>
      </p:grpSpPr>
      <p:pic>
        <p:nvPicPr>
          <p:cNvPr id="341" name="Google Shape;341;p70"/>
          <p:cNvPicPr preferRelativeResize="0"/>
          <p:nvPr/>
        </p:nvPicPr>
        <p:blipFill rotWithShape="1">
          <a:blip r:embed="rId2">
            <a:alphaModFix/>
          </a:blip>
          <a:srcRect b="0" l="0" r="0" t="0"/>
          <a:stretch/>
        </p:blipFill>
        <p:spPr>
          <a:xfrm>
            <a:off x="-14516" y="-2887573"/>
            <a:ext cx="9745573" cy="9745573"/>
          </a:xfrm>
          <a:prstGeom prst="rect">
            <a:avLst/>
          </a:prstGeom>
          <a:noFill/>
          <a:ln>
            <a:noFill/>
          </a:ln>
        </p:spPr>
      </p:pic>
      <p:pic>
        <p:nvPicPr>
          <p:cNvPr id="342" name="Google Shape;342;p70"/>
          <p:cNvPicPr preferRelativeResize="0"/>
          <p:nvPr/>
        </p:nvPicPr>
        <p:blipFill rotWithShape="1">
          <a:blip r:embed="rId3">
            <a:alphaModFix/>
          </a:blip>
          <a:srcRect b="0" l="0" r="0" t="0"/>
          <a:stretch/>
        </p:blipFill>
        <p:spPr>
          <a:xfrm>
            <a:off x="-14515" y="-2878954"/>
            <a:ext cx="9745574" cy="9745574"/>
          </a:xfrm>
          <a:prstGeom prst="rect">
            <a:avLst/>
          </a:prstGeom>
          <a:noFill/>
          <a:ln>
            <a:noFill/>
          </a:ln>
        </p:spPr>
      </p:pic>
      <p:sp>
        <p:nvSpPr>
          <p:cNvPr id="343" name="Google Shape;343;p70"/>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70"/>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45" name="Google Shape;345;p70"/>
          <p:cNvPicPr preferRelativeResize="0"/>
          <p:nvPr/>
        </p:nvPicPr>
        <p:blipFill rotWithShape="1">
          <a:blip r:embed="rId4">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divider">
  <p:cSld name="18_divider">
    <p:bg>
      <p:bgPr>
        <a:solidFill>
          <a:srgbClr val="E9E9E9"/>
        </a:solidFill>
      </p:bgPr>
    </p:bg>
    <p:spTree>
      <p:nvGrpSpPr>
        <p:cNvPr id="346" name="Shape 346"/>
        <p:cNvGrpSpPr/>
        <p:nvPr/>
      </p:nvGrpSpPr>
      <p:grpSpPr>
        <a:xfrm>
          <a:off x="0" y="0"/>
          <a:ext cx="0" cy="0"/>
          <a:chOff x="0" y="0"/>
          <a:chExt cx="0" cy="0"/>
        </a:xfrm>
      </p:grpSpPr>
      <p:sp>
        <p:nvSpPr>
          <p:cNvPr id="347" name="Google Shape;347;p71"/>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71"/>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9" name="Google Shape;349;p71"/>
          <p:cNvSpPr/>
          <p:nvPr>
            <p:ph idx="2" type="pic"/>
          </p:nvPr>
        </p:nvSpPr>
        <p:spPr>
          <a:xfrm>
            <a:off x="874642" y="-695294"/>
            <a:ext cx="6678652" cy="6678652"/>
          </a:xfrm>
          <a:prstGeom prst="flowChartDelay">
            <a:avLst/>
          </a:prstGeom>
          <a:noFill/>
          <a:ln>
            <a:noFill/>
          </a:ln>
        </p:spPr>
      </p:sp>
      <p:sp>
        <p:nvSpPr>
          <p:cNvPr id="350" name="Google Shape;350;p71"/>
          <p:cNvSpPr/>
          <p:nvPr/>
        </p:nvSpPr>
        <p:spPr>
          <a:xfrm>
            <a:off x="0" y="5983356"/>
            <a:ext cx="874643" cy="874643"/>
          </a:xfrm>
          <a:prstGeom prst="rect">
            <a:avLst/>
          </a:pr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51" name="Google Shape;351;p71"/>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divider">
  <p:cSld name="19_divider">
    <p:spTree>
      <p:nvGrpSpPr>
        <p:cNvPr id="352" name="Shape 352"/>
        <p:cNvGrpSpPr/>
        <p:nvPr/>
      </p:nvGrpSpPr>
      <p:grpSpPr>
        <a:xfrm>
          <a:off x="0" y="0"/>
          <a:ext cx="0" cy="0"/>
          <a:chOff x="0" y="0"/>
          <a:chExt cx="0" cy="0"/>
        </a:xfrm>
      </p:grpSpPr>
      <p:sp>
        <p:nvSpPr>
          <p:cNvPr id="353" name="Google Shape;353;p72"/>
          <p:cNvSpPr/>
          <p:nvPr>
            <p:ph idx="2" type="pic"/>
          </p:nvPr>
        </p:nvSpPr>
        <p:spPr>
          <a:xfrm>
            <a:off x="0" y="0"/>
            <a:ext cx="12192000" cy="6858000"/>
          </a:xfrm>
          <a:prstGeom prst="rect">
            <a:avLst/>
          </a:prstGeom>
          <a:noFill/>
          <a:ln>
            <a:noFill/>
          </a:ln>
        </p:spPr>
      </p:sp>
      <p:pic>
        <p:nvPicPr>
          <p:cNvPr id="354" name="Google Shape;354;p72"/>
          <p:cNvPicPr preferRelativeResize="0"/>
          <p:nvPr/>
        </p:nvPicPr>
        <p:blipFill rotWithShape="1">
          <a:blip r:embed="rId2">
            <a:alphaModFix/>
          </a:blip>
          <a:srcRect b="0" l="0" r="0" t="0"/>
          <a:stretch/>
        </p:blipFill>
        <p:spPr>
          <a:xfrm>
            <a:off x="0" y="0"/>
            <a:ext cx="7638757" cy="7638757"/>
          </a:xfrm>
          <a:prstGeom prst="rect">
            <a:avLst/>
          </a:prstGeom>
          <a:noFill/>
          <a:ln>
            <a:noFill/>
          </a:ln>
        </p:spPr>
      </p:pic>
      <p:pic>
        <p:nvPicPr>
          <p:cNvPr id="355" name="Google Shape;355;p72"/>
          <p:cNvPicPr preferRelativeResize="0"/>
          <p:nvPr/>
        </p:nvPicPr>
        <p:blipFill rotWithShape="1">
          <a:blip r:embed="rId3">
            <a:alphaModFix/>
          </a:blip>
          <a:srcRect b="0" l="0" r="0" t="0"/>
          <a:stretch/>
        </p:blipFill>
        <p:spPr>
          <a:xfrm>
            <a:off x="1379122" y="1392116"/>
            <a:ext cx="1358900" cy="838200"/>
          </a:xfrm>
          <a:prstGeom prst="rect">
            <a:avLst/>
          </a:prstGeom>
          <a:noFill/>
          <a:ln>
            <a:noFill/>
          </a:ln>
        </p:spPr>
      </p:pic>
      <p:sp>
        <p:nvSpPr>
          <p:cNvPr id="356" name="Google Shape;356;p72"/>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72"/>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divider">
  <p:cSld name="20_divider">
    <p:bg>
      <p:bgPr>
        <a:solidFill>
          <a:srgbClr val="5B69FF"/>
        </a:solidFill>
      </p:bgPr>
    </p:bg>
    <p:spTree>
      <p:nvGrpSpPr>
        <p:cNvPr id="358" name="Shape 358"/>
        <p:cNvGrpSpPr/>
        <p:nvPr/>
      </p:nvGrpSpPr>
      <p:grpSpPr>
        <a:xfrm>
          <a:off x="0" y="0"/>
          <a:ext cx="0" cy="0"/>
          <a:chOff x="0" y="0"/>
          <a:chExt cx="0" cy="0"/>
        </a:xfrm>
      </p:grpSpPr>
      <p:pic>
        <p:nvPicPr>
          <p:cNvPr id="359" name="Google Shape;359;p73"/>
          <p:cNvPicPr preferRelativeResize="0"/>
          <p:nvPr/>
        </p:nvPicPr>
        <p:blipFill rotWithShape="1">
          <a:blip r:embed="rId2">
            <a:alphaModFix/>
          </a:blip>
          <a:srcRect b="0" l="0" r="0" t="0"/>
          <a:stretch/>
        </p:blipFill>
        <p:spPr>
          <a:xfrm>
            <a:off x="1379122" y="1392116"/>
            <a:ext cx="1358900" cy="838200"/>
          </a:xfrm>
          <a:prstGeom prst="rect">
            <a:avLst/>
          </a:prstGeom>
          <a:noFill/>
          <a:ln>
            <a:noFill/>
          </a:ln>
        </p:spPr>
      </p:pic>
      <p:sp>
        <p:nvSpPr>
          <p:cNvPr id="360" name="Google Shape;360;p73"/>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1" name="Google Shape;361;p73"/>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2" name="Google Shape;362;p73"/>
          <p:cNvSpPr/>
          <p:nvPr>
            <p:ph idx="2" type="pic"/>
          </p:nvPr>
        </p:nvSpPr>
        <p:spPr>
          <a:xfrm>
            <a:off x="1637956" y="669235"/>
            <a:ext cx="5094287" cy="5094287"/>
          </a:xfrm>
          <a:prstGeom prst="flowChartDelay">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divider">
  <p:cSld name="21_divider">
    <p:spTree>
      <p:nvGrpSpPr>
        <p:cNvPr id="363" name="Shape 363"/>
        <p:cNvGrpSpPr/>
        <p:nvPr/>
      </p:nvGrpSpPr>
      <p:grpSpPr>
        <a:xfrm>
          <a:off x="0" y="0"/>
          <a:ext cx="0" cy="0"/>
          <a:chOff x="0" y="0"/>
          <a:chExt cx="0" cy="0"/>
        </a:xfrm>
      </p:grpSpPr>
      <p:sp>
        <p:nvSpPr>
          <p:cNvPr id="364" name="Google Shape;364;p74"/>
          <p:cNvSpPr/>
          <p:nvPr>
            <p:ph idx="2" type="pic"/>
          </p:nvPr>
        </p:nvSpPr>
        <p:spPr>
          <a:xfrm>
            <a:off x="0" y="0"/>
            <a:ext cx="12192000" cy="6858000"/>
          </a:xfrm>
          <a:prstGeom prst="rect">
            <a:avLst/>
          </a:prstGeom>
          <a:noFill/>
          <a:ln>
            <a:noFill/>
          </a:ln>
        </p:spPr>
      </p:sp>
      <p:pic>
        <p:nvPicPr>
          <p:cNvPr id="365" name="Google Shape;365;p74"/>
          <p:cNvPicPr preferRelativeResize="0"/>
          <p:nvPr/>
        </p:nvPicPr>
        <p:blipFill rotWithShape="1">
          <a:blip r:embed="rId2">
            <a:alphaModFix/>
          </a:blip>
          <a:srcRect b="0" l="0" r="0" t="0"/>
          <a:stretch/>
        </p:blipFill>
        <p:spPr>
          <a:xfrm>
            <a:off x="-1" y="-3491246"/>
            <a:ext cx="10358214" cy="10358214"/>
          </a:xfrm>
          <a:prstGeom prst="rect">
            <a:avLst/>
          </a:prstGeom>
          <a:noFill/>
          <a:ln>
            <a:noFill/>
          </a:ln>
        </p:spPr>
      </p:pic>
      <p:sp>
        <p:nvSpPr>
          <p:cNvPr id="366" name="Google Shape;366;p74"/>
          <p:cNvSpPr/>
          <p:nvPr>
            <p:ph idx="3" type="pic"/>
          </p:nvPr>
        </p:nvSpPr>
        <p:spPr>
          <a:xfrm>
            <a:off x="0" y="0"/>
            <a:ext cx="12192000" cy="6858000"/>
          </a:xfrm>
          <a:prstGeom prst="rect">
            <a:avLst/>
          </a:prstGeom>
          <a:noFill/>
          <a:ln>
            <a:noFill/>
          </a:ln>
        </p:spPr>
      </p:sp>
      <p:sp>
        <p:nvSpPr>
          <p:cNvPr id="367" name="Google Shape;367;p74"/>
          <p:cNvSpPr txBox="1"/>
          <p:nvPr>
            <p:ph type="ctrTitle"/>
          </p:nvPr>
        </p:nvSpPr>
        <p:spPr>
          <a:xfrm>
            <a:off x="1833787" y="786741"/>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8" name="Google Shape;368;p74"/>
          <p:cNvSpPr txBox="1"/>
          <p:nvPr>
            <p:ph idx="1" type="subTitle"/>
          </p:nvPr>
        </p:nvSpPr>
        <p:spPr>
          <a:xfrm>
            <a:off x="1833787" y="2753669"/>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69" name="Google Shape;369;p74"/>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A" showMasterSp="0">
  <p:cSld name="Title Slide Blue A">
    <p:bg>
      <p:bgPr>
        <a:solidFill>
          <a:schemeClr val="dk2"/>
        </a:solidFill>
      </p:bgPr>
    </p:bg>
    <p:spTree>
      <p:nvGrpSpPr>
        <p:cNvPr id="370" name="Shape 370"/>
        <p:cNvGrpSpPr/>
        <p:nvPr/>
      </p:nvGrpSpPr>
      <p:grpSpPr>
        <a:xfrm>
          <a:off x="0" y="0"/>
          <a:ext cx="0" cy="0"/>
          <a:chOff x="0" y="0"/>
          <a:chExt cx="0" cy="0"/>
        </a:xfrm>
      </p:grpSpPr>
      <p:grpSp>
        <p:nvGrpSpPr>
          <p:cNvPr id="371" name="Google Shape;371;p75"/>
          <p:cNvGrpSpPr/>
          <p:nvPr/>
        </p:nvGrpSpPr>
        <p:grpSpPr>
          <a:xfrm>
            <a:off x="573803" y="0"/>
            <a:ext cx="4325371" cy="6392520"/>
            <a:chOff x="573803" y="0"/>
            <a:chExt cx="4325371" cy="6392520"/>
          </a:xfrm>
        </p:grpSpPr>
        <p:sp>
          <p:nvSpPr>
            <p:cNvPr id="372" name="Google Shape;372;p75"/>
            <p:cNvSpPr/>
            <p:nvPr/>
          </p:nvSpPr>
          <p:spPr>
            <a:xfrm>
              <a:off x="860457" y="4951823"/>
              <a:ext cx="158111" cy="15811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3" name="Google Shape;373;p75"/>
            <p:cNvSpPr/>
            <p:nvPr/>
          </p:nvSpPr>
          <p:spPr>
            <a:xfrm>
              <a:off x="573803" y="5104242"/>
              <a:ext cx="286654" cy="286654"/>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4" name="Google Shape;374;p75"/>
            <p:cNvSpPr/>
            <p:nvPr/>
          </p:nvSpPr>
          <p:spPr>
            <a:xfrm>
              <a:off x="861107" y="5390896"/>
              <a:ext cx="610214" cy="61021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5" name="Google Shape;375;p75"/>
            <p:cNvSpPr/>
            <p:nvPr/>
          </p:nvSpPr>
          <p:spPr>
            <a:xfrm>
              <a:off x="1468406" y="0"/>
              <a:ext cx="3430768" cy="539087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nvGrpSpPr>
            <p:cNvPr id="376" name="Google Shape;376;p75"/>
            <p:cNvGrpSpPr/>
            <p:nvPr/>
          </p:nvGrpSpPr>
          <p:grpSpPr>
            <a:xfrm>
              <a:off x="1468406" y="5995719"/>
              <a:ext cx="1059754" cy="396801"/>
              <a:chOff x="1314450" y="6391094"/>
              <a:chExt cx="1123377" cy="420623"/>
            </a:xfrm>
          </p:grpSpPr>
          <p:sp>
            <p:nvSpPr>
              <p:cNvPr id="377" name="Google Shape;377;p75"/>
              <p:cNvSpPr/>
              <p:nvPr/>
            </p:nvSpPr>
            <p:spPr>
              <a:xfrm>
                <a:off x="1314450" y="6396809"/>
                <a:ext cx="78581" cy="78581"/>
              </a:xfrm>
              <a:custGeom>
                <a:rect b="b" l="l" r="r" t="t"/>
                <a:pathLst>
                  <a:path extrusionOk="0" h="78581" w="78581">
                    <a:moveTo>
                      <a:pt x="0" y="0"/>
                    </a:moveTo>
                    <a:lnTo>
                      <a:pt x="78581" y="0"/>
                    </a:lnTo>
                    <a:lnTo>
                      <a:pt x="78581" y="78581"/>
                    </a:lnTo>
                    <a:lnTo>
                      <a:pt x="0" y="78581"/>
                    </a:lnTo>
                    <a:close/>
                  </a:path>
                </a:pathLst>
              </a:custGeom>
              <a:solidFill>
                <a:srgbClr val="00B2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8" name="Google Shape;378;p75"/>
              <p:cNvSpPr/>
              <p:nvPr/>
            </p:nvSpPr>
            <p:spPr>
              <a:xfrm>
                <a:off x="1316545" y="6391094"/>
                <a:ext cx="995171" cy="420623"/>
              </a:xfrm>
              <a:custGeom>
                <a:rect b="b" l="l" r="r" t="t"/>
                <a:pathLst>
                  <a:path extrusionOk="0" h="420623" w="995171">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9" name="Google Shape;379;p75"/>
              <p:cNvSpPr/>
              <p:nvPr/>
            </p:nvSpPr>
            <p:spPr>
              <a:xfrm>
                <a:off x="2358770" y="6728469"/>
                <a:ext cx="79057" cy="79057"/>
              </a:xfrm>
              <a:custGeom>
                <a:rect b="b" l="l" r="r" t="t"/>
                <a:pathLst>
                  <a:path extrusionOk="0" h="79057" w="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0" name="Google Shape;380;p75"/>
              <p:cNvSpPr/>
              <p:nvPr/>
            </p:nvSpPr>
            <p:spPr>
              <a:xfrm>
                <a:off x="2384869" y="6748090"/>
                <a:ext cx="30765" cy="39528"/>
              </a:xfrm>
              <a:custGeom>
                <a:rect b="b" l="l" r="r" t="t"/>
                <a:pathLst>
                  <a:path extrusionOk="0" h="39528" w="30765">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grpSp>
      </p:grpSp>
      <p:sp>
        <p:nvSpPr>
          <p:cNvPr id="381" name="Google Shape;381;p75"/>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1600"/>
              <a:buFont typeface="Arial"/>
              <a:buNone/>
              <a:defRPr sz="16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75"/>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3" name="Google Shape;383;p75"/>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B" showMasterSp="0">
  <p:cSld name="Title Slide Blue B">
    <p:bg>
      <p:bgPr>
        <a:solidFill>
          <a:schemeClr val="dk2"/>
        </a:solidFill>
      </p:bgPr>
    </p:bg>
    <p:spTree>
      <p:nvGrpSpPr>
        <p:cNvPr id="384" name="Shape 384"/>
        <p:cNvGrpSpPr/>
        <p:nvPr/>
      </p:nvGrpSpPr>
      <p:grpSpPr>
        <a:xfrm>
          <a:off x="0" y="0"/>
          <a:ext cx="0" cy="0"/>
          <a:chOff x="0" y="0"/>
          <a:chExt cx="0" cy="0"/>
        </a:xfrm>
      </p:grpSpPr>
      <p:grpSp>
        <p:nvGrpSpPr>
          <p:cNvPr id="385" name="Google Shape;385;p76"/>
          <p:cNvGrpSpPr/>
          <p:nvPr/>
        </p:nvGrpSpPr>
        <p:grpSpPr>
          <a:xfrm>
            <a:off x="573803" y="0"/>
            <a:ext cx="4325371" cy="6392520"/>
            <a:chOff x="573803" y="0"/>
            <a:chExt cx="4325371" cy="6392520"/>
          </a:xfrm>
        </p:grpSpPr>
        <p:sp>
          <p:nvSpPr>
            <p:cNvPr id="386" name="Google Shape;386;p76"/>
            <p:cNvSpPr/>
            <p:nvPr/>
          </p:nvSpPr>
          <p:spPr>
            <a:xfrm>
              <a:off x="1468406" y="0"/>
              <a:ext cx="3430768" cy="539087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nvGrpSpPr>
            <p:cNvPr id="387" name="Google Shape;387;p76"/>
            <p:cNvGrpSpPr/>
            <p:nvPr/>
          </p:nvGrpSpPr>
          <p:grpSpPr>
            <a:xfrm>
              <a:off x="1468406" y="5995719"/>
              <a:ext cx="1059754" cy="396801"/>
              <a:chOff x="1314450" y="6391094"/>
              <a:chExt cx="1123377" cy="420623"/>
            </a:xfrm>
          </p:grpSpPr>
          <p:sp>
            <p:nvSpPr>
              <p:cNvPr id="388" name="Google Shape;388;p76"/>
              <p:cNvSpPr/>
              <p:nvPr/>
            </p:nvSpPr>
            <p:spPr>
              <a:xfrm>
                <a:off x="1314450" y="6396809"/>
                <a:ext cx="78581" cy="78581"/>
              </a:xfrm>
              <a:custGeom>
                <a:rect b="b" l="l" r="r" t="t"/>
                <a:pathLst>
                  <a:path extrusionOk="0" h="78581" w="78581">
                    <a:moveTo>
                      <a:pt x="0" y="0"/>
                    </a:moveTo>
                    <a:lnTo>
                      <a:pt x="78581" y="0"/>
                    </a:lnTo>
                    <a:lnTo>
                      <a:pt x="78581" y="78581"/>
                    </a:lnTo>
                    <a:lnTo>
                      <a:pt x="0" y="78581"/>
                    </a:lnTo>
                    <a:close/>
                  </a:path>
                </a:pathLst>
              </a:custGeom>
              <a:solidFill>
                <a:srgbClr val="00B2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9" name="Google Shape;389;p76"/>
              <p:cNvSpPr/>
              <p:nvPr/>
            </p:nvSpPr>
            <p:spPr>
              <a:xfrm>
                <a:off x="1316545" y="6391094"/>
                <a:ext cx="995171" cy="420623"/>
              </a:xfrm>
              <a:custGeom>
                <a:rect b="b" l="l" r="r" t="t"/>
                <a:pathLst>
                  <a:path extrusionOk="0" h="420623" w="995171">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90" name="Google Shape;390;p76"/>
              <p:cNvSpPr/>
              <p:nvPr/>
            </p:nvSpPr>
            <p:spPr>
              <a:xfrm>
                <a:off x="2358770" y="6728469"/>
                <a:ext cx="79057" cy="79057"/>
              </a:xfrm>
              <a:custGeom>
                <a:rect b="b" l="l" r="r" t="t"/>
                <a:pathLst>
                  <a:path extrusionOk="0" h="79057" w="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91" name="Google Shape;391;p76"/>
              <p:cNvSpPr/>
              <p:nvPr/>
            </p:nvSpPr>
            <p:spPr>
              <a:xfrm>
                <a:off x="2384869" y="6748090"/>
                <a:ext cx="30765" cy="39528"/>
              </a:xfrm>
              <a:custGeom>
                <a:rect b="b" l="l" r="r" t="t"/>
                <a:pathLst>
                  <a:path extrusionOk="0" h="39528" w="30765">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grpSp>
        <p:sp>
          <p:nvSpPr>
            <p:cNvPr id="392" name="Google Shape;392;p76"/>
            <p:cNvSpPr/>
            <p:nvPr/>
          </p:nvSpPr>
          <p:spPr>
            <a:xfrm>
              <a:off x="860457" y="4951823"/>
              <a:ext cx="158111" cy="158111"/>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3" name="Google Shape;393;p76"/>
            <p:cNvSpPr/>
            <p:nvPr/>
          </p:nvSpPr>
          <p:spPr>
            <a:xfrm>
              <a:off x="573803" y="5104242"/>
              <a:ext cx="286654" cy="286654"/>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4" name="Google Shape;394;p76"/>
            <p:cNvSpPr/>
            <p:nvPr/>
          </p:nvSpPr>
          <p:spPr>
            <a:xfrm>
              <a:off x="861107" y="5390896"/>
              <a:ext cx="610214" cy="610214"/>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
        <p:nvSpPr>
          <p:cNvPr id="395" name="Google Shape;395;p76"/>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1600"/>
              <a:buFont typeface="Arial"/>
              <a:buNone/>
              <a:defRPr sz="16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76"/>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76"/>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showMasterSp="0">
  <p:cSld name="Title Slide White">
    <p:bg>
      <p:bgPr>
        <a:solidFill>
          <a:schemeClr val="lt1"/>
        </a:solidFill>
      </p:bgPr>
    </p:bg>
    <p:spTree>
      <p:nvGrpSpPr>
        <p:cNvPr id="398" name="Shape 398"/>
        <p:cNvGrpSpPr/>
        <p:nvPr/>
      </p:nvGrpSpPr>
      <p:grpSpPr>
        <a:xfrm>
          <a:off x="0" y="0"/>
          <a:ext cx="0" cy="0"/>
          <a:chOff x="0" y="0"/>
          <a:chExt cx="0" cy="0"/>
        </a:xfrm>
      </p:grpSpPr>
      <p:grpSp>
        <p:nvGrpSpPr>
          <p:cNvPr id="399" name="Google Shape;399;p77"/>
          <p:cNvGrpSpPr/>
          <p:nvPr/>
        </p:nvGrpSpPr>
        <p:grpSpPr>
          <a:xfrm>
            <a:off x="573803" y="0"/>
            <a:ext cx="4325371" cy="6377476"/>
            <a:chOff x="573803" y="0"/>
            <a:chExt cx="4325371" cy="6377476"/>
          </a:xfrm>
        </p:grpSpPr>
        <p:sp>
          <p:nvSpPr>
            <p:cNvPr id="400" name="Google Shape;400;p77"/>
            <p:cNvSpPr/>
            <p:nvPr/>
          </p:nvSpPr>
          <p:spPr>
            <a:xfrm>
              <a:off x="1468406" y="0"/>
              <a:ext cx="3430768" cy="539087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01" name="Google Shape;401;p77"/>
            <p:cNvSpPr/>
            <p:nvPr/>
          </p:nvSpPr>
          <p:spPr>
            <a:xfrm>
              <a:off x="860457" y="4951823"/>
              <a:ext cx="158111" cy="15811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02" name="Google Shape;402;p77"/>
            <p:cNvSpPr/>
            <p:nvPr/>
          </p:nvSpPr>
          <p:spPr>
            <a:xfrm>
              <a:off x="573803" y="5104242"/>
              <a:ext cx="286654" cy="286654"/>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03" name="Google Shape;403;p77"/>
            <p:cNvSpPr/>
            <p:nvPr/>
          </p:nvSpPr>
          <p:spPr>
            <a:xfrm>
              <a:off x="861107" y="5390896"/>
              <a:ext cx="610214" cy="61021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04" name="Google Shape;404;p77"/>
            <p:cNvPicPr preferRelativeResize="0"/>
            <p:nvPr/>
          </p:nvPicPr>
          <p:blipFill rotWithShape="1">
            <a:blip r:embed="rId2">
              <a:alphaModFix/>
            </a:blip>
            <a:srcRect b="0" l="0" r="0" t="0"/>
            <a:stretch/>
          </p:blipFill>
          <p:spPr>
            <a:xfrm>
              <a:off x="1466513" y="5992753"/>
              <a:ext cx="1031758" cy="384723"/>
            </a:xfrm>
            <a:prstGeom prst="rect">
              <a:avLst/>
            </a:prstGeom>
            <a:noFill/>
            <a:ln>
              <a:noFill/>
            </a:ln>
          </p:spPr>
        </p:pic>
      </p:grpSp>
      <p:sp>
        <p:nvSpPr>
          <p:cNvPr id="405" name="Google Shape;405;p77"/>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1600"/>
              <a:buFont typeface="Arial"/>
              <a:buNone/>
              <a:defRPr sz="16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6" name="Google Shape;406;p77"/>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7" name="Google Shape;407;p77"/>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8" name="Shape 408"/>
        <p:cNvGrpSpPr/>
        <p:nvPr/>
      </p:nvGrpSpPr>
      <p:grpSpPr>
        <a:xfrm>
          <a:off x="0" y="0"/>
          <a:ext cx="0" cy="0"/>
          <a:chOff x="0" y="0"/>
          <a:chExt cx="0" cy="0"/>
        </a:xfrm>
      </p:grpSpPr>
      <p:sp>
        <p:nvSpPr>
          <p:cNvPr id="409" name="Google Shape;409;p78"/>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78"/>
          <p:cNvSpPr txBox="1"/>
          <p:nvPr>
            <p:ph idx="1" type="body"/>
          </p:nvPr>
        </p:nvSpPr>
        <p:spPr>
          <a:xfrm>
            <a:off x="381000" y="1487056"/>
            <a:ext cx="10972800" cy="46899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and Content">
  <p:cSld name="Title, Sub and Content">
    <p:spTree>
      <p:nvGrpSpPr>
        <p:cNvPr id="411" name="Shape 411"/>
        <p:cNvGrpSpPr/>
        <p:nvPr/>
      </p:nvGrpSpPr>
      <p:grpSpPr>
        <a:xfrm>
          <a:off x="0" y="0"/>
          <a:ext cx="0" cy="0"/>
          <a:chOff x="0" y="0"/>
          <a:chExt cx="0" cy="0"/>
        </a:xfrm>
      </p:grpSpPr>
      <p:sp>
        <p:nvSpPr>
          <p:cNvPr id="412" name="Google Shape;412;p79"/>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3" name="Google Shape;413;p79"/>
          <p:cNvSpPr txBox="1"/>
          <p:nvPr>
            <p:ph idx="1" type="body"/>
          </p:nvPr>
        </p:nvSpPr>
        <p:spPr>
          <a:xfrm>
            <a:off x="381000" y="1494289"/>
            <a:ext cx="10972800" cy="52546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3200"/>
              <a:buFont typeface="Arial"/>
              <a:buNone/>
              <a:defRPr b="0" i="0" sz="32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79"/>
          <p:cNvSpPr txBox="1"/>
          <p:nvPr>
            <p:ph idx="2" type="body"/>
          </p:nvPr>
        </p:nvSpPr>
        <p:spPr>
          <a:xfrm>
            <a:off x="381000" y="2110067"/>
            <a:ext cx="10972800" cy="408425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Two Content">
  <p:cSld name="Title, Sub Two Content">
    <p:spTree>
      <p:nvGrpSpPr>
        <p:cNvPr id="415" name="Shape 415"/>
        <p:cNvGrpSpPr/>
        <p:nvPr/>
      </p:nvGrpSpPr>
      <p:grpSpPr>
        <a:xfrm>
          <a:off x="0" y="0"/>
          <a:ext cx="0" cy="0"/>
          <a:chOff x="0" y="0"/>
          <a:chExt cx="0" cy="0"/>
        </a:xfrm>
      </p:grpSpPr>
      <p:sp>
        <p:nvSpPr>
          <p:cNvPr id="416" name="Google Shape;416;p80"/>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7" name="Google Shape;417;p80"/>
          <p:cNvSpPr txBox="1"/>
          <p:nvPr>
            <p:ph idx="1" type="body"/>
          </p:nvPr>
        </p:nvSpPr>
        <p:spPr>
          <a:xfrm>
            <a:off x="381000" y="1495361"/>
            <a:ext cx="10972800" cy="53045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3200"/>
              <a:buNone/>
              <a:defRPr b="0" i="0" sz="32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8" name="Google Shape;418;p80"/>
          <p:cNvSpPr txBox="1"/>
          <p:nvPr>
            <p:ph idx="2" type="body"/>
          </p:nvPr>
        </p:nvSpPr>
        <p:spPr>
          <a:xfrm>
            <a:off x="380999" y="2105680"/>
            <a:ext cx="5429865" cy="40957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9" name="Google Shape;419;p80"/>
          <p:cNvSpPr txBox="1"/>
          <p:nvPr>
            <p:ph idx="3" type="body"/>
          </p:nvPr>
        </p:nvSpPr>
        <p:spPr>
          <a:xfrm>
            <a:off x="5923935" y="2105680"/>
            <a:ext cx="5429865" cy="40957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420" name="Shape 420"/>
        <p:cNvGrpSpPr/>
        <p:nvPr/>
      </p:nvGrpSpPr>
      <p:grpSpPr>
        <a:xfrm>
          <a:off x="0" y="0"/>
          <a:ext cx="0" cy="0"/>
          <a:chOff x="0" y="0"/>
          <a:chExt cx="0" cy="0"/>
        </a:xfrm>
      </p:grpSpPr>
      <p:sp>
        <p:nvSpPr>
          <p:cNvPr id="421" name="Google Shape;421;p81"/>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2" name="Google Shape;422;p81"/>
          <p:cNvSpPr txBox="1"/>
          <p:nvPr>
            <p:ph idx="1" type="body"/>
          </p:nvPr>
        </p:nvSpPr>
        <p:spPr>
          <a:xfrm>
            <a:off x="380999" y="1496292"/>
            <a:ext cx="5429865" cy="468668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3" name="Google Shape;423;p81"/>
          <p:cNvSpPr txBox="1"/>
          <p:nvPr>
            <p:ph idx="2" type="body"/>
          </p:nvPr>
        </p:nvSpPr>
        <p:spPr>
          <a:xfrm>
            <a:off x="5923935" y="1496292"/>
            <a:ext cx="5429865" cy="468668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hite">
  <p:cSld name="Quote white">
    <p:spTree>
      <p:nvGrpSpPr>
        <p:cNvPr id="424" name="Shape 424"/>
        <p:cNvGrpSpPr/>
        <p:nvPr/>
      </p:nvGrpSpPr>
      <p:grpSpPr>
        <a:xfrm>
          <a:off x="0" y="0"/>
          <a:ext cx="0" cy="0"/>
          <a:chOff x="0" y="0"/>
          <a:chExt cx="0" cy="0"/>
        </a:xfrm>
      </p:grpSpPr>
      <p:sp>
        <p:nvSpPr>
          <p:cNvPr id="425" name="Google Shape;425;p82"/>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82"/>
          <p:cNvSpPr txBox="1"/>
          <p:nvPr>
            <p:ph idx="1" type="body"/>
          </p:nvPr>
        </p:nvSpPr>
        <p:spPr>
          <a:xfrm>
            <a:off x="381000" y="1441833"/>
            <a:ext cx="10972800" cy="4241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6000"/>
              <a:buNone/>
              <a:defRPr b="0" i="0" sz="6000">
                <a:solidFill>
                  <a:schemeClr val="accen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82"/>
          <p:cNvSpPr txBox="1"/>
          <p:nvPr>
            <p:ph idx="2" type="body"/>
          </p:nvPr>
        </p:nvSpPr>
        <p:spPr>
          <a:xfrm>
            <a:off x="381000" y="5757203"/>
            <a:ext cx="10972800" cy="501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800"/>
              <a:buNone/>
              <a:defRPr>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lue" showMasterSp="0">
  <p:cSld name="Quote Blue">
    <p:bg>
      <p:bgPr>
        <a:solidFill>
          <a:schemeClr val="accent1"/>
        </a:solidFill>
      </p:bgPr>
    </p:bg>
    <p:spTree>
      <p:nvGrpSpPr>
        <p:cNvPr id="428" name="Shape 428"/>
        <p:cNvGrpSpPr/>
        <p:nvPr/>
      </p:nvGrpSpPr>
      <p:grpSpPr>
        <a:xfrm>
          <a:off x="0" y="0"/>
          <a:ext cx="0" cy="0"/>
          <a:chOff x="0" y="0"/>
          <a:chExt cx="0" cy="0"/>
        </a:xfrm>
      </p:grpSpPr>
      <p:sp>
        <p:nvSpPr>
          <p:cNvPr id="429" name="Google Shape;429;p83"/>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0" name="Google Shape;430;p83"/>
          <p:cNvSpPr txBox="1"/>
          <p:nvPr>
            <p:ph idx="1" type="body"/>
          </p:nvPr>
        </p:nvSpPr>
        <p:spPr>
          <a:xfrm>
            <a:off x="381000" y="1441833"/>
            <a:ext cx="10972800" cy="4241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6000"/>
              <a:buNone/>
              <a:defRPr b="0" i="0" sz="60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1" name="Google Shape;431;p83"/>
          <p:cNvSpPr txBox="1"/>
          <p:nvPr>
            <p:ph idx="2" type="body"/>
          </p:nvPr>
        </p:nvSpPr>
        <p:spPr>
          <a:xfrm>
            <a:off x="381000" y="5757203"/>
            <a:ext cx="10972800" cy="501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2800"/>
              <a:buNone/>
              <a:defRPr>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2" name="Google Shape;432;p83"/>
          <p:cNvSpPr/>
          <p:nvPr/>
        </p:nvSpPr>
        <p:spPr>
          <a:xfrm>
            <a:off x="0" y="6400800"/>
            <a:ext cx="11734800" cy="4572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33" name="Google Shape;433;p83"/>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34" name="Google Shape;434;p83"/>
          <p:cNvSpPr/>
          <p:nvPr/>
        </p:nvSpPr>
        <p:spPr>
          <a:xfrm>
            <a:off x="11734800" y="0"/>
            <a:ext cx="457200" cy="64008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35" name="Google Shape;435;p83"/>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36" name="Google Shape;436;p83"/>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37" name="Google Shape;437;p83"/>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White">
  <p:cSld name="Segue White">
    <p:spTree>
      <p:nvGrpSpPr>
        <p:cNvPr id="438" name="Shape 438"/>
        <p:cNvGrpSpPr/>
        <p:nvPr/>
      </p:nvGrpSpPr>
      <p:grpSpPr>
        <a:xfrm>
          <a:off x="0" y="0"/>
          <a:ext cx="0" cy="0"/>
          <a:chOff x="0" y="0"/>
          <a:chExt cx="0" cy="0"/>
        </a:xfrm>
      </p:grpSpPr>
      <p:sp>
        <p:nvSpPr>
          <p:cNvPr id="439" name="Google Shape;439;p84"/>
          <p:cNvSpPr txBox="1"/>
          <p:nvPr>
            <p:ph type="title"/>
          </p:nvPr>
        </p:nvSpPr>
        <p:spPr>
          <a:xfrm>
            <a:off x="381000" y="2229178"/>
            <a:ext cx="10972800" cy="119982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84"/>
          <p:cNvSpPr txBox="1"/>
          <p:nvPr>
            <p:ph idx="1" type="body"/>
          </p:nvPr>
        </p:nvSpPr>
        <p:spPr>
          <a:xfrm>
            <a:off x="381000" y="3449317"/>
            <a:ext cx="10972800" cy="6819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2800"/>
              <a:buNone/>
              <a:defRPr sz="28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Blue" showMasterSp="0">
  <p:cSld name="Segue Blue">
    <p:bg>
      <p:bgPr>
        <a:solidFill>
          <a:schemeClr val="accent1"/>
        </a:solidFill>
      </p:bgPr>
    </p:bg>
    <p:spTree>
      <p:nvGrpSpPr>
        <p:cNvPr id="441" name="Shape 441"/>
        <p:cNvGrpSpPr/>
        <p:nvPr/>
      </p:nvGrpSpPr>
      <p:grpSpPr>
        <a:xfrm>
          <a:off x="0" y="0"/>
          <a:ext cx="0" cy="0"/>
          <a:chOff x="0" y="0"/>
          <a:chExt cx="0" cy="0"/>
        </a:xfrm>
      </p:grpSpPr>
      <p:sp>
        <p:nvSpPr>
          <p:cNvPr id="442" name="Google Shape;442;p85"/>
          <p:cNvSpPr txBox="1"/>
          <p:nvPr>
            <p:ph type="title"/>
          </p:nvPr>
        </p:nvSpPr>
        <p:spPr>
          <a:xfrm>
            <a:off x="381000" y="2229178"/>
            <a:ext cx="10972800" cy="119982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3" name="Google Shape;443;p85"/>
          <p:cNvSpPr txBox="1"/>
          <p:nvPr>
            <p:ph idx="1" type="body"/>
          </p:nvPr>
        </p:nvSpPr>
        <p:spPr>
          <a:xfrm>
            <a:off x="381000" y="3449317"/>
            <a:ext cx="10972800" cy="6819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2800"/>
              <a:buNone/>
              <a:defRPr sz="28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4" name="Google Shape;444;p85"/>
          <p:cNvSpPr/>
          <p:nvPr/>
        </p:nvSpPr>
        <p:spPr>
          <a:xfrm>
            <a:off x="0" y="6400800"/>
            <a:ext cx="11734800" cy="4572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45" name="Google Shape;445;p85"/>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46" name="Google Shape;446;p85"/>
          <p:cNvSpPr/>
          <p:nvPr/>
        </p:nvSpPr>
        <p:spPr>
          <a:xfrm>
            <a:off x="11734800" y="0"/>
            <a:ext cx="457200" cy="64008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47" name="Google Shape;447;p85"/>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48" name="Google Shape;448;p85"/>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49" name="Google Shape;449;p85"/>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hite">
  <p:cSld name="Title and Content White">
    <p:bg>
      <p:bgPr>
        <a:solidFill>
          <a:srgbClr val="F2F2F2"/>
        </a:solidFill>
      </p:bgPr>
    </p:bg>
    <p:spTree>
      <p:nvGrpSpPr>
        <p:cNvPr id="450" name="Shape 450"/>
        <p:cNvGrpSpPr/>
        <p:nvPr/>
      </p:nvGrpSpPr>
      <p:grpSpPr>
        <a:xfrm>
          <a:off x="0" y="0"/>
          <a:ext cx="0" cy="0"/>
          <a:chOff x="0" y="0"/>
          <a:chExt cx="0" cy="0"/>
        </a:xfrm>
      </p:grpSpPr>
      <p:sp>
        <p:nvSpPr>
          <p:cNvPr id="451" name="Google Shape;451;p86"/>
          <p:cNvSpPr txBox="1"/>
          <p:nvPr>
            <p:ph type="title"/>
          </p:nvPr>
        </p:nvSpPr>
        <p:spPr>
          <a:xfrm>
            <a:off x="925220" y="2614497"/>
            <a:ext cx="4838270" cy="17823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2" name="Google Shape;452;p86"/>
          <p:cNvSpPr/>
          <p:nvPr/>
        </p:nvSpPr>
        <p:spPr>
          <a:xfrm>
            <a:off x="11734800" y="6400800"/>
            <a:ext cx="457200" cy="457200"/>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3" name="Google Shape;453;p86"/>
          <p:cNvSpPr/>
          <p:nvPr/>
        </p:nvSpPr>
        <p:spPr>
          <a:xfrm>
            <a:off x="5867399" y="402558"/>
            <a:ext cx="5874297" cy="6003471"/>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4" name="Google Shape;454;p86"/>
          <p:cNvSpPr txBox="1"/>
          <p:nvPr>
            <p:ph idx="1" type="body"/>
          </p:nvPr>
        </p:nvSpPr>
        <p:spPr>
          <a:xfrm>
            <a:off x="6087623" y="546389"/>
            <a:ext cx="5433848" cy="1118706"/>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55" name="Google Shape;455;p86"/>
          <p:cNvGrpSpPr/>
          <p:nvPr/>
        </p:nvGrpSpPr>
        <p:grpSpPr>
          <a:xfrm>
            <a:off x="536812" y="2023074"/>
            <a:ext cx="492319" cy="591423"/>
            <a:chOff x="536812" y="2023074"/>
            <a:chExt cx="492319" cy="591423"/>
          </a:xfrm>
        </p:grpSpPr>
        <p:sp>
          <p:nvSpPr>
            <p:cNvPr id="456" name="Google Shape;456;p86"/>
            <p:cNvSpPr/>
            <p:nvPr/>
          </p:nvSpPr>
          <p:spPr>
            <a:xfrm>
              <a:off x="709974" y="2295340"/>
              <a:ext cx="319157" cy="319157"/>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7" name="Google Shape;457;p86"/>
            <p:cNvSpPr/>
            <p:nvPr/>
          </p:nvSpPr>
          <p:spPr>
            <a:xfrm>
              <a:off x="536812" y="2123120"/>
              <a:ext cx="174318" cy="174318"/>
            </a:xfrm>
            <a:prstGeom prst="rect">
              <a:avLst/>
            </a:prstGeom>
            <a:solidFill>
              <a:srgbClr val="7BDEFF"/>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8" name="Google Shape;458;p86"/>
            <p:cNvSpPr/>
            <p:nvPr/>
          </p:nvSpPr>
          <p:spPr>
            <a:xfrm>
              <a:off x="711130" y="2023074"/>
              <a:ext cx="100045" cy="100045"/>
            </a:xfrm>
            <a:prstGeom prst="rect">
              <a:avLst/>
            </a:prstGeom>
            <a:solidFill>
              <a:srgbClr val="B4F0FF"/>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
        <p:nvSpPr>
          <p:cNvPr id="459" name="Google Shape;459;p86"/>
          <p:cNvSpPr txBox="1"/>
          <p:nvPr>
            <p:ph idx="2" type="body"/>
          </p:nvPr>
        </p:nvSpPr>
        <p:spPr>
          <a:xfrm>
            <a:off x="6087623" y="1813801"/>
            <a:ext cx="5433848" cy="437679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30200" lvl="4" marL="2286000" algn="l">
              <a:lnSpc>
                <a:spcPct val="90000"/>
              </a:lnSpc>
              <a:spcBef>
                <a:spcPts val="500"/>
              </a:spcBef>
              <a:spcAft>
                <a:spcPts val="0"/>
              </a:spcAft>
              <a:buClr>
                <a:schemeClr val="dk1"/>
              </a:buClr>
              <a:buSzPts val="16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0" name="Google Shape;460;p86"/>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000"/>
              <a:buFont typeface="Play"/>
              <a:buNone/>
            </a:pPr>
            <a:fld id="{00000000-1234-1234-1234-123412341234}" type="slidenum">
              <a:rPr b="0" i="0" lang="en-US" sz="1000" u="none" cap="none" strike="noStrike">
                <a:solidFill>
                  <a:schemeClr val="dk1"/>
                </a:solidFill>
                <a:latin typeface="Play"/>
                <a:ea typeface="Play"/>
                <a:cs typeface="Play"/>
                <a:sym typeface="Play"/>
              </a:rPr>
              <a:t>‹#›</a:t>
            </a:fld>
            <a:endParaRPr b="0" i="0" sz="1000" u="none" cap="none" strike="noStrike">
              <a:solidFill>
                <a:schemeClr val="dk1"/>
              </a:solidFill>
              <a:latin typeface="Play"/>
              <a:ea typeface="Play"/>
              <a:cs typeface="Play"/>
              <a:sym typeface="Play"/>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Blue B" showMasterSp="0">
  <p:cSld name="Title and Content Blue B">
    <p:bg>
      <p:bgPr>
        <a:solidFill>
          <a:schemeClr val="dk2"/>
        </a:solidFill>
      </p:bgPr>
    </p:bg>
    <p:spTree>
      <p:nvGrpSpPr>
        <p:cNvPr id="461" name="Shape 461"/>
        <p:cNvGrpSpPr/>
        <p:nvPr/>
      </p:nvGrpSpPr>
      <p:grpSpPr>
        <a:xfrm>
          <a:off x="0" y="0"/>
          <a:ext cx="0" cy="0"/>
          <a:chOff x="0" y="0"/>
          <a:chExt cx="0" cy="0"/>
        </a:xfrm>
      </p:grpSpPr>
      <p:sp>
        <p:nvSpPr>
          <p:cNvPr id="462" name="Google Shape;462;p87"/>
          <p:cNvSpPr/>
          <p:nvPr/>
        </p:nvSpPr>
        <p:spPr>
          <a:xfrm>
            <a:off x="11734800" y="6400800"/>
            <a:ext cx="457200" cy="4572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63" name="Google Shape;463;p87"/>
          <p:cNvSpPr/>
          <p:nvPr/>
        </p:nvSpPr>
        <p:spPr>
          <a:xfrm>
            <a:off x="5867399" y="402558"/>
            <a:ext cx="5874297" cy="600347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64" name="Google Shape;464;p87"/>
          <p:cNvSpPr txBox="1"/>
          <p:nvPr>
            <p:ph type="title"/>
          </p:nvPr>
        </p:nvSpPr>
        <p:spPr>
          <a:xfrm>
            <a:off x="925220" y="2614497"/>
            <a:ext cx="4838270" cy="17823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87"/>
          <p:cNvSpPr txBox="1"/>
          <p:nvPr>
            <p:ph idx="1" type="body"/>
          </p:nvPr>
        </p:nvSpPr>
        <p:spPr>
          <a:xfrm>
            <a:off x="6087623" y="546389"/>
            <a:ext cx="5433848" cy="1118706"/>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200"/>
              <a:buNone/>
              <a:defRPr sz="3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87"/>
          <p:cNvSpPr txBox="1"/>
          <p:nvPr>
            <p:ph idx="2" type="body"/>
          </p:nvPr>
        </p:nvSpPr>
        <p:spPr>
          <a:xfrm>
            <a:off x="6087623" y="1813801"/>
            <a:ext cx="5433848" cy="437679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67" name="Google Shape;467;p87"/>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68" name="Google Shape;468;p87"/>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69" name="Google Shape;469;p87"/>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70" name="Google Shape;470;p87"/>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grpSp>
        <p:nvGrpSpPr>
          <p:cNvPr id="471" name="Google Shape;471;p87"/>
          <p:cNvGrpSpPr/>
          <p:nvPr/>
        </p:nvGrpSpPr>
        <p:grpSpPr>
          <a:xfrm>
            <a:off x="536812" y="2023074"/>
            <a:ext cx="492319" cy="591423"/>
            <a:chOff x="536812" y="2023074"/>
            <a:chExt cx="492319" cy="591423"/>
          </a:xfrm>
        </p:grpSpPr>
        <p:sp>
          <p:nvSpPr>
            <p:cNvPr id="472" name="Google Shape;472;p87"/>
            <p:cNvSpPr/>
            <p:nvPr/>
          </p:nvSpPr>
          <p:spPr>
            <a:xfrm>
              <a:off x="709974" y="2295340"/>
              <a:ext cx="319157" cy="319157"/>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3" name="Google Shape;473;p87"/>
            <p:cNvSpPr/>
            <p:nvPr/>
          </p:nvSpPr>
          <p:spPr>
            <a:xfrm>
              <a:off x="536812" y="2123120"/>
              <a:ext cx="174318" cy="174318"/>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4" name="Google Shape;474;p87"/>
            <p:cNvSpPr/>
            <p:nvPr/>
          </p:nvSpPr>
          <p:spPr>
            <a:xfrm>
              <a:off x="711130" y="2023074"/>
              <a:ext cx="100045" cy="100045"/>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rame Blue" showMasterSp="0">
  <p:cSld name="Title with Frame Blue">
    <p:bg>
      <p:bgPr>
        <a:solidFill>
          <a:schemeClr val="dk2"/>
        </a:solidFill>
      </p:bgPr>
    </p:bg>
    <p:spTree>
      <p:nvGrpSpPr>
        <p:cNvPr id="475" name="Shape 475"/>
        <p:cNvGrpSpPr/>
        <p:nvPr/>
      </p:nvGrpSpPr>
      <p:grpSpPr>
        <a:xfrm>
          <a:off x="0" y="0"/>
          <a:ext cx="0" cy="0"/>
          <a:chOff x="0" y="0"/>
          <a:chExt cx="0" cy="0"/>
        </a:xfrm>
      </p:grpSpPr>
      <p:sp>
        <p:nvSpPr>
          <p:cNvPr id="476" name="Google Shape;476;p88"/>
          <p:cNvSpPr/>
          <p:nvPr/>
        </p:nvSpPr>
        <p:spPr>
          <a:xfrm>
            <a:off x="457200" y="464127"/>
            <a:ext cx="11286348" cy="5944838"/>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7" name="Google Shape;477;p88"/>
          <p:cNvSpPr txBox="1"/>
          <p:nvPr>
            <p:ph type="title"/>
          </p:nvPr>
        </p:nvSpPr>
        <p:spPr>
          <a:xfrm>
            <a:off x="806922" y="1776845"/>
            <a:ext cx="10557387" cy="330431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8" name="Google Shape;478;p88"/>
          <p:cNvSpPr/>
          <p:nvPr/>
        </p:nvSpPr>
        <p:spPr>
          <a:xfrm>
            <a:off x="11734800" y="6400800"/>
            <a:ext cx="457200" cy="4572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9" name="Google Shape;479;p88"/>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pic>
        <p:nvPicPr>
          <p:cNvPr id="480" name="Google Shape;480;p88"/>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81" name="Google Shape;481;p88"/>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82" name="Google Shape;482;p88"/>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 Logo" showMasterSp="0">
  <p:cSld name="Intel Logo">
    <p:bg>
      <p:bgPr>
        <a:solidFill>
          <a:schemeClr val="accent1"/>
        </a:solidFill>
      </p:bgPr>
    </p:bg>
    <p:spTree>
      <p:nvGrpSpPr>
        <p:cNvPr id="483" name="Shape 483"/>
        <p:cNvGrpSpPr/>
        <p:nvPr/>
      </p:nvGrpSpPr>
      <p:grpSpPr>
        <a:xfrm>
          <a:off x="0" y="0"/>
          <a:ext cx="0" cy="0"/>
          <a:chOff x="0" y="0"/>
          <a:chExt cx="0" cy="0"/>
        </a:xfrm>
      </p:grpSpPr>
      <p:pic>
        <p:nvPicPr>
          <p:cNvPr descr="Logo&#10;&#10;Description automatically generated" id="484" name="Google Shape;484;p89"/>
          <p:cNvPicPr preferRelativeResize="0"/>
          <p:nvPr/>
        </p:nvPicPr>
        <p:blipFill rotWithShape="1">
          <a:blip r:embed="rId2">
            <a:alphaModFix/>
          </a:blip>
          <a:srcRect b="0" l="0" r="0" t="0"/>
          <a:stretch/>
        </p:blipFill>
        <p:spPr>
          <a:xfrm>
            <a:off x="4014381" y="2626737"/>
            <a:ext cx="4052408" cy="164392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slideLayout" Target="../slideLayouts/slideLayout46.xml"/><Relationship Id="rId14" Type="http://schemas.openxmlformats.org/officeDocument/2006/relationships/slideLayout" Target="../slideLayouts/slideLayout47.xml"/><Relationship Id="rId15" Type="http://schemas.openxmlformats.org/officeDocument/2006/relationships/slideLayout" Target="../slideLayouts/slideLayout48.xml"/><Relationship Id="rId16" Type="http://schemas.openxmlformats.org/officeDocument/2006/relationships/slideLayout" Target="../slideLayouts/slideLayout49.xml"/><Relationship Id="rId17" Type="http://schemas.openxmlformats.org/officeDocument/2006/relationships/slideLayout" Target="../slideLayouts/slideLayout50.xml"/><Relationship Id="rId18" Type="http://schemas.openxmlformats.org/officeDocument/2006/relationships/slideLayout" Target="../slideLayouts/slideLayout51.xml"/><Relationship Id="rId19" Type="http://schemas.openxmlformats.org/officeDocument/2006/relationships/slideLayout" Target="../slideLayouts/slideLayout52.xml"/><Relationship Id="rId20" Type="http://schemas.openxmlformats.org/officeDocument/2006/relationships/slideLayout" Target="../slideLayouts/slideLayout53.xml"/><Relationship Id="rId21" Type="http://schemas.openxmlformats.org/officeDocument/2006/relationships/slideLayout" Target="../slideLayouts/slideLayout54.xml"/><Relationship Id="rId22" Type="http://schemas.openxmlformats.org/officeDocument/2006/relationships/slideLayout" Target="../slideLayouts/slideLayout55.xml"/><Relationship Id="rId23" Type="http://schemas.openxmlformats.org/officeDocument/2006/relationships/slideLayout" Target="../slideLayouts/slideLayout56.xml"/><Relationship Id="rId24" Type="http://schemas.openxmlformats.org/officeDocument/2006/relationships/slideLayout" Target="../slideLayouts/slideLayout57.xml"/><Relationship Id="rId25" Type="http://schemas.openxmlformats.org/officeDocument/2006/relationships/slideLayout" Target="../slideLayouts/slideLayout58.xml"/><Relationship Id="rId26" Type="http://schemas.openxmlformats.org/officeDocument/2006/relationships/slideLayout" Target="../slideLayouts/slideLayout59.xml"/><Relationship Id="rId27" Type="http://schemas.openxmlformats.org/officeDocument/2006/relationships/slideLayout" Target="../slideLayouts/slideLayout60.xml"/><Relationship Id="rId28" Type="http://schemas.openxmlformats.org/officeDocument/2006/relationships/slideLayout" Target="../slideLayouts/slideLayout61.xml"/><Relationship Id="rId29" Type="http://schemas.openxmlformats.org/officeDocument/2006/relationships/slideLayout" Target="../slideLayouts/slideLayout62.xml"/><Relationship Id="rId30" Type="http://schemas.openxmlformats.org/officeDocument/2006/relationships/slideLayout" Target="../slideLayouts/slideLayout63.xml"/><Relationship Id="rId31" Type="http://schemas.openxmlformats.org/officeDocument/2006/relationships/slideLayout" Target="../slideLayouts/slideLayout64.xml"/><Relationship Id="rId32" Type="http://schemas.openxmlformats.org/officeDocument/2006/relationships/slideLayout" Target="../slideLayouts/slideLayout65.xml"/><Relationship Id="rId33" Type="http://schemas.openxmlformats.org/officeDocument/2006/relationships/slideLayout" Target="../slideLayouts/slideLayout66.xml"/><Relationship Id="rId34" Type="http://schemas.openxmlformats.org/officeDocument/2006/relationships/slideLayout" Target="../slideLayouts/slideLayout67.xml"/><Relationship Id="rId35" Type="http://schemas.openxmlformats.org/officeDocument/2006/relationships/slideLayout" Target="../slideLayouts/slideLayout68.xml"/><Relationship Id="rId36" Type="http://schemas.openxmlformats.org/officeDocument/2006/relationships/slideLayout" Target="../slideLayouts/slideLayout69.xml"/><Relationship Id="rId37" Type="http://schemas.openxmlformats.org/officeDocument/2006/relationships/slideLayout" Target="../slideLayouts/slideLayout70.xml"/><Relationship Id="rId38" Type="http://schemas.openxmlformats.org/officeDocument/2006/relationships/slideLayout" Target="../slideLayouts/slideLayout71.xml"/><Relationship Id="rId39" Type="http://schemas.openxmlformats.org/officeDocument/2006/relationships/slideLayout" Target="../slideLayouts/slideLayout72.xml"/><Relationship Id="rId40" Type="http://schemas.openxmlformats.org/officeDocument/2006/relationships/slideLayout" Target="../slideLayouts/slideLayout73.xml"/><Relationship Id="rId41" Type="http://schemas.openxmlformats.org/officeDocument/2006/relationships/slideLayout" Target="../slideLayouts/slideLayout74.xml"/><Relationship Id="rId4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8"/>
          <p:cNvSpPr txBox="1"/>
          <p:nvPr>
            <p:ph idx="12" type="sldNum"/>
          </p:nvPr>
        </p:nvSpPr>
        <p:spPr>
          <a:xfrm>
            <a:off x="11690927" y="6492875"/>
            <a:ext cx="501073"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48"/>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Play"/>
              <a:buNone/>
              <a:defRPr b="0" i="0" sz="36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5" name="Google Shape;225;p48"/>
          <p:cNvSpPr txBox="1"/>
          <p:nvPr>
            <p:ph idx="1" type="body"/>
          </p:nvPr>
        </p:nvSpPr>
        <p:spPr>
          <a:xfrm>
            <a:off x="381000" y="1491673"/>
            <a:ext cx="10972800" cy="468529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lay"/>
              <a:buChar char="•"/>
              <a:defRPr b="0" i="0" sz="2800" u="none" cap="none" strike="noStrike">
                <a:solidFill>
                  <a:schemeClr val="dk1"/>
                </a:solidFill>
                <a:latin typeface="Play"/>
                <a:ea typeface="Play"/>
                <a:cs typeface="Play"/>
                <a:sym typeface="Play"/>
              </a:defRPr>
            </a:lvl1pPr>
            <a:lvl2pPr indent="-381000" lvl="1" marL="914400" marR="0" rtl="0" algn="l">
              <a:lnSpc>
                <a:spcPct val="90000"/>
              </a:lnSpc>
              <a:spcBef>
                <a:spcPts val="500"/>
              </a:spcBef>
              <a:spcAft>
                <a:spcPts val="0"/>
              </a:spcAft>
              <a:buClr>
                <a:schemeClr val="dk1"/>
              </a:buClr>
              <a:buSzPts val="2400"/>
              <a:buFont typeface="Play"/>
              <a:buChar char="•"/>
              <a:defRPr b="0" i="0" sz="2400" u="none" cap="none" strike="noStrike">
                <a:solidFill>
                  <a:schemeClr val="dk1"/>
                </a:solidFill>
                <a:latin typeface="Play"/>
                <a:ea typeface="Play"/>
                <a:cs typeface="Play"/>
                <a:sym typeface="Play"/>
              </a:defRPr>
            </a:lvl2pPr>
            <a:lvl3pPr indent="-355600" lvl="2" marL="1371600" marR="0" rtl="0" algn="l">
              <a:lnSpc>
                <a:spcPct val="90000"/>
              </a:lnSpc>
              <a:spcBef>
                <a:spcPts val="500"/>
              </a:spcBef>
              <a:spcAft>
                <a:spcPts val="0"/>
              </a:spcAft>
              <a:buClr>
                <a:schemeClr val="dk1"/>
              </a:buClr>
              <a:buSzPts val="2000"/>
              <a:buFont typeface="Play"/>
              <a:buChar char="•"/>
              <a:defRPr b="0" i="0" sz="2000" u="none" cap="none" strike="noStrike">
                <a:solidFill>
                  <a:schemeClr val="dk1"/>
                </a:solidFill>
                <a:latin typeface="Play"/>
                <a:ea typeface="Play"/>
                <a:cs typeface="Play"/>
                <a:sym typeface="Play"/>
              </a:defRPr>
            </a:lvl3pPr>
            <a:lvl4pPr indent="-342900" lvl="3" marL="18288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4pPr>
            <a:lvl5pPr indent="-330200" lvl="4" marL="2286000" marR="0" rtl="0" algn="l">
              <a:lnSpc>
                <a:spcPct val="90000"/>
              </a:lnSpc>
              <a:spcBef>
                <a:spcPts val="500"/>
              </a:spcBef>
              <a:spcAft>
                <a:spcPts val="0"/>
              </a:spcAft>
              <a:buClr>
                <a:schemeClr val="dk1"/>
              </a:buClr>
              <a:buSzPts val="1600"/>
              <a:buFont typeface="Play"/>
              <a:buChar char="•"/>
              <a:defRPr b="0" i="0" sz="1600" u="none" cap="none" strike="noStrike">
                <a:solidFill>
                  <a:schemeClr val="dk1"/>
                </a:solidFill>
                <a:latin typeface="Play"/>
                <a:ea typeface="Play"/>
                <a:cs typeface="Play"/>
                <a:sym typeface="Pla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9pPr>
          </a:lstStyle>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 id="2147483723"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8.png"/><Relationship Id="rId4" Type="http://schemas.openxmlformats.org/officeDocument/2006/relationships/image" Target="../media/image43.png"/><Relationship Id="rId5"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9.jpg"/><Relationship Id="rId4" Type="http://schemas.openxmlformats.org/officeDocument/2006/relationships/hyperlink" Target="https://www.novacura.com/computer-vision-quality-inspection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9.jpg"/><Relationship Id="rId4" Type="http://schemas.openxmlformats.org/officeDocument/2006/relationships/hyperlink" Target="https://www.novacura.com/computer-vision-quality-inspection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youtube.com/watch?v=QStfd20NH3I" TargetMode="External"/><Relationship Id="rId4" Type="http://schemas.openxmlformats.org/officeDocument/2006/relationships/image" Target="../media/image4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1.jpg"/><Relationship Id="rId4" Type="http://schemas.openxmlformats.org/officeDocument/2006/relationships/hyperlink" Target="https://sickusablog.com/robot-vision-guidance-can-take-automation-next-leve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image" Target="../media/image60.jp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solidFill>
                  <a:srgbClr val="000000"/>
                </a:solidFill>
                <a:latin typeface="Play"/>
                <a:ea typeface="Play"/>
                <a:cs typeface="Play"/>
                <a:sym typeface="Play"/>
              </a:rPr>
              <a:t>AI for Manufacturing </a:t>
            </a:r>
            <a:br>
              <a:rPr lang="en-US">
                <a:solidFill>
                  <a:srgbClr val="000000"/>
                </a:solidFill>
                <a:latin typeface="Play"/>
                <a:ea typeface="Play"/>
                <a:cs typeface="Play"/>
                <a:sym typeface="Play"/>
              </a:rPr>
            </a:br>
            <a:r>
              <a:rPr lang="en-US" sz="6000">
                <a:solidFill>
                  <a:srgbClr val="000000"/>
                </a:solidFill>
                <a:latin typeface="Play"/>
                <a:ea typeface="Play"/>
                <a:cs typeface="Play"/>
                <a:sym typeface="Play"/>
              </a:rPr>
              <a:t>GRCC Training</a:t>
            </a:r>
            <a:endParaRPr/>
          </a:p>
        </p:txBody>
      </p:sp>
      <p:sp>
        <p:nvSpPr>
          <p:cNvPr id="491" name="Google Shape;491;p1"/>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AI for Workforce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
          <p:cNvSpPr txBox="1"/>
          <p:nvPr>
            <p:ph type="ctrTitle"/>
          </p:nvPr>
        </p:nvSpPr>
        <p:spPr>
          <a:xfrm>
            <a:off x="1125989" y="669057"/>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Welcome!</a:t>
            </a:r>
            <a:endParaRPr/>
          </a:p>
        </p:txBody>
      </p:sp>
      <p:sp>
        <p:nvSpPr>
          <p:cNvPr id="498" name="Google Shape;498;p2"/>
          <p:cNvSpPr txBox="1"/>
          <p:nvPr/>
        </p:nvSpPr>
        <p:spPr>
          <a:xfrm>
            <a:off x="1597376" y="4728875"/>
            <a:ext cx="10788900" cy="15177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solidFill>
                  <a:srgbClr val="000000"/>
                </a:solidFill>
                <a:latin typeface="Play"/>
                <a:ea typeface="Play"/>
                <a:cs typeface="Play"/>
                <a:sym typeface="Play"/>
              </a:rPr>
              <a:t>Get all the content at:</a:t>
            </a:r>
            <a:endParaRPr/>
          </a:p>
          <a:p>
            <a:pPr indent="0" lvl="0" marL="0" marR="0" rtl="0" algn="l">
              <a:lnSpc>
                <a:spcPct val="90000"/>
              </a:lnSpc>
              <a:spcBef>
                <a:spcPts val="0"/>
              </a:spcBef>
              <a:spcAft>
                <a:spcPts val="0"/>
              </a:spcAft>
              <a:buClr>
                <a:srgbClr val="000000"/>
              </a:buClr>
              <a:buSzPts val="4500"/>
              <a:buFont typeface="Play"/>
              <a:buNone/>
            </a:pPr>
            <a:r>
              <a:rPr lang="en-US" sz="4500">
                <a:latin typeface="Play"/>
                <a:ea typeface="Play"/>
                <a:cs typeface="Play"/>
                <a:sym typeface="Play"/>
              </a:rPr>
              <a:t>https://github.com/grcc-resendiz/ai-manufacturing-muskegon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lang="en-US">
                <a:solidFill>
                  <a:schemeClr val="accent1"/>
                </a:solidFill>
                <a:latin typeface="Calibri"/>
                <a:ea typeface="Calibri"/>
                <a:cs typeface="Calibri"/>
                <a:sym typeface="Calibri"/>
              </a:rPr>
              <a:t>Day 2 Agenda</a:t>
            </a:r>
            <a:endParaRPr/>
          </a:p>
          <a:p>
            <a:pPr indent="0" lvl="0" marL="0" rtl="0" algn="l">
              <a:lnSpc>
                <a:spcPct val="90000"/>
              </a:lnSpc>
              <a:spcBef>
                <a:spcPts val="0"/>
              </a:spcBef>
              <a:spcAft>
                <a:spcPts val="0"/>
              </a:spcAft>
              <a:buClr>
                <a:schemeClr val="dk1"/>
              </a:buClr>
              <a:buSzPts val="3600"/>
              <a:buFont typeface="Play"/>
              <a:buNone/>
            </a:pPr>
            <a:r>
              <a:t/>
            </a:r>
            <a:endParaRPr>
              <a:solidFill>
                <a:schemeClr val="accent1"/>
              </a:solidFill>
              <a:latin typeface="Calibri"/>
              <a:ea typeface="Calibri"/>
              <a:cs typeface="Calibri"/>
              <a:sym typeface="Calibri"/>
            </a:endParaRPr>
          </a:p>
        </p:txBody>
      </p:sp>
      <p:sp>
        <p:nvSpPr>
          <p:cNvPr id="505" name="Google Shape;505;p3"/>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07" name="Google Shape;507;p3"/>
          <p:cNvSpPr/>
          <p:nvPr/>
        </p:nvSpPr>
        <p:spPr>
          <a:xfrm>
            <a:off x="386557" y="1996016"/>
            <a:ext cx="11168250" cy="2554545"/>
          </a:xfrm>
          <a:prstGeom prst="rect">
            <a:avLst/>
          </a:prstGeom>
          <a:noFill/>
          <a:ln>
            <a:noFill/>
          </a:ln>
        </p:spPr>
        <p:txBody>
          <a:bodyPr anchorCtr="0" anchor="ctr" bIns="45700" lIns="91425" spcFirstLastPara="1" rIns="91425" wrap="square" tIns="45700">
            <a:spAutoFit/>
          </a:bodyPr>
          <a:lstStyle/>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0:00  </a:t>
            </a:r>
            <a:r>
              <a:rPr sz="2400" b="0" i="0" lang="en-US" u="none" cap="none" strike="noStrike">
                <a:solidFill>
                  <a:schemeClr val="dk1"/>
                </a:solidFill>
                <a:latin typeface="Arial"/>
                <a:ea typeface="Arial"/>
                <a:cs typeface="Arial"/>
                <a:sym typeface="Arial"/>
              </a:rPr>
              <a:t xml:space="preserve">Welcome and Day 1 recap</a:t>
            </a:r>
          </a:p>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0:10  </a:t>
            </a:r>
            <a:r>
              <a:rPr sz="2400" b="0" i="0" lang="en-US" u="none" cap="none" strike="noStrike">
                <a:solidFill>
                  <a:schemeClr val="dk1"/>
                </a:solidFill>
                <a:latin typeface="Arial"/>
                <a:ea typeface="Arial"/>
                <a:cs typeface="Arial"/>
                <a:sym typeface="Arial"/>
              </a:rPr>
              <a:t xml:space="preserve">Computer vision in manufacturing</a:t>
            </a:r>
          </a:p>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0:40  </a:t>
            </a:r>
            <a:r>
              <a:rPr sz="2400" b="0" i="0" lang="en-US" u="none" cap="none" strike="noStrike">
                <a:solidFill>
                  <a:schemeClr val="dk1"/>
                </a:solidFill>
                <a:latin typeface="Arial"/>
                <a:ea typeface="Arial"/>
                <a:cs typeface="Arial"/>
                <a:sym typeface="Arial"/>
              </a:rPr>
              <a:t xml:space="preserve">Hands on: train a model to spot defective cast parts</a:t>
            </a:r>
          </a:p>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1:25  </a:t>
            </a:r>
            <a:r>
              <a:rPr sz="2400" b="0" i="0" lang="en-US" u="none" cap="none" strike="noStrike">
                <a:solidFill>
                  <a:schemeClr val="dk1"/>
                </a:solidFill>
                <a:latin typeface="Arial"/>
                <a:ea typeface="Arial"/>
                <a:cs typeface="Arial"/>
                <a:sym typeface="Arial"/>
              </a:rPr>
              <a:t xml:space="preserve">Debrief and your first pilot</a:t>
            </a:r>
          </a:p>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1:40  </a:t>
            </a:r>
            <a:r>
              <a:rPr sz="2400" b="0" i="0" lang="en-US" u="none" cap="none" strike="noStrike">
                <a:solidFill>
                  <a:schemeClr val="dk1"/>
                </a:solidFill>
                <a:latin typeface="Arial"/>
                <a:ea typeface="Arial"/>
                <a:cs typeface="Arial"/>
                <a:sym typeface="Arial"/>
              </a:rPr>
              <a:t xml:space="preserve">Break</a:t>
            </a:r>
          </a:p>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1:45  </a:t>
            </a:r>
            <a:r>
              <a:rPr sz="2400" b="0" i="0" lang="en-US" u="none" cap="none" strike="noStrike">
                <a:solidFill>
                  <a:schemeClr val="dk1"/>
                </a:solidFill>
                <a:latin typeface="Arial"/>
                <a:ea typeface="Arial"/>
                <a:cs typeface="Arial"/>
                <a:sym typeface="Arial"/>
              </a:rPr>
              <a:t xml:space="preserve">Vibe coding: build a simple app by describing it</a:t>
            </a:r>
          </a:p>
          <a:p>
            <a:pPr indent="-203200" lvl="0" marL="0" marR="0" rtl="0" algn="l">
              <a:lnSpc>
                <a:spcPct val="100000"/>
              </a:lnSpc>
              <a:spcBef>
                <a:spcPts val="1000"/>
              </a:spcBef>
              <a:spcAft>
                <a:spcPts val="0"/>
              </a:spcAft>
              <a:buClr>
                <a:schemeClr val="dk1"/>
              </a:buClr>
              <a:buSzPts val="3200"/>
              <a:buFont typeface="Arial"/>
              <a:buChar char="•"/>
            </a:pPr>
            <a:r>
              <a:rPr b="1" sz="2400" i="0" lang="en-US" u="none" cap="none" strike="noStrike">
                <a:solidFill>
                  <a:schemeClr val="dk1"/>
                </a:solidFill>
                <a:latin typeface="Arial"/>
                <a:ea typeface="Arial"/>
                <a:cs typeface="Arial"/>
                <a:sym typeface="Arial"/>
              </a:rPr>
              <a:t>2:50  </a:t>
            </a:r>
            <a:r>
              <a:rPr sz="2400" b="0" i="0" lang="en-US" u="none" cap="none" strike="noStrike">
                <a:solidFill>
                  <a:schemeClr val="dk1"/>
                </a:solidFill>
                <a:latin typeface="Arial"/>
                <a:ea typeface="Arial"/>
                <a:cs typeface="Arial"/>
                <a:sym typeface="Arial"/>
              </a:rPr>
              <a:t xml:space="preserve">Next session and questions</a:t>
            </a: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
          <p:cNvSpPr txBox="1"/>
          <p:nvPr>
            <p:ph type="title"/>
          </p:nvPr>
        </p:nvSpPr>
        <p:spPr>
          <a:xfrm>
            <a:off x="1373200" y="2880167"/>
            <a:ext cx="9279600" cy="1384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Play"/>
              <a:buNone/>
            </a:pPr>
            <a:r>
              <a:rPr lang="en-US" sz="4267"/>
              <a:t>What is Computer Vision?</a:t>
            </a:r>
            <a:endParaRPr sz="4267"/>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descr="Venn diagram of artificial intelligence components" id="546" name="Google Shape;546;p7"/>
          <p:cNvPicPr preferRelativeResize="0"/>
          <p:nvPr/>
        </p:nvPicPr>
        <p:blipFill rotWithShape="1">
          <a:blip r:embed="rId3">
            <a:alphaModFix/>
          </a:blip>
          <a:srcRect b="0" l="0" r="0" t="0"/>
          <a:stretch/>
        </p:blipFill>
        <p:spPr>
          <a:xfrm>
            <a:off x="6334664" y="767069"/>
            <a:ext cx="5057952" cy="5036319"/>
          </a:xfrm>
          <a:prstGeom prst="rect">
            <a:avLst/>
          </a:prstGeom>
          <a:noFill/>
          <a:ln>
            <a:noFill/>
          </a:ln>
        </p:spPr>
      </p:pic>
      <p:sp>
        <p:nvSpPr>
          <p:cNvPr id="547" name="Google Shape;547;p7"/>
          <p:cNvSpPr txBox="1"/>
          <p:nvPr>
            <p:ph type="title"/>
          </p:nvPr>
        </p:nvSpPr>
        <p:spPr>
          <a:xfrm>
            <a:off x="457200" y="118268"/>
            <a:ext cx="10515600" cy="1325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2700"/>
              <a:buFont typeface="Play"/>
              <a:buNone/>
            </a:pPr>
            <a:r>
              <a:rPr lang="en-US"/>
              <a:t>What is Computer Vision?</a:t>
            </a:r>
            <a:endParaRPr/>
          </a:p>
        </p:txBody>
      </p:sp>
      <p:sp>
        <p:nvSpPr>
          <p:cNvPr id="548" name="Google Shape;548;p7"/>
          <p:cNvSpPr txBox="1"/>
          <p:nvPr>
            <p:ph idx="1" type="body"/>
          </p:nvPr>
        </p:nvSpPr>
        <p:spPr>
          <a:xfrm>
            <a:off x="457200" y="1443833"/>
            <a:ext cx="5507200" cy="3998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i="1" lang="en-US"/>
              <a:t>Computer vision is a subset of Artificial  Intelligence that trains computers to automatically process, extract, and manipulate visual data from images and videos. </a:t>
            </a:r>
            <a:endParaRPr i="1"/>
          </a:p>
        </p:txBody>
      </p:sp>
      <p:sp>
        <p:nvSpPr>
          <p:cNvPr id="549" name="Google Shape;549;p7"/>
          <p:cNvSpPr txBox="1"/>
          <p:nvPr>
            <p:ph idx="12" type="sldNum"/>
          </p:nvPr>
        </p:nvSpPr>
        <p:spPr>
          <a:xfrm>
            <a:off x="11725564" y="6495399"/>
            <a:ext cx="457200" cy="360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
          <p:cNvSpPr txBox="1"/>
          <p:nvPr>
            <p:ph type="title"/>
          </p:nvPr>
        </p:nvSpPr>
        <p:spPr>
          <a:xfrm>
            <a:off x="431800" y="118268"/>
            <a:ext cx="10515600" cy="1325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Play"/>
              <a:buNone/>
            </a:pPr>
            <a:r>
              <a:rPr lang="en-US"/>
              <a:t>What is Computer Vision?</a:t>
            </a:r>
            <a:endParaRPr/>
          </a:p>
        </p:txBody>
      </p:sp>
      <p:sp>
        <p:nvSpPr>
          <p:cNvPr id="556" name="Google Shape;556;p8"/>
          <p:cNvSpPr txBox="1"/>
          <p:nvPr>
            <p:ph idx="1" type="body"/>
          </p:nvPr>
        </p:nvSpPr>
        <p:spPr>
          <a:xfrm>
            <a:off x="431800" y="1951833"/>
            <a:ext cx="5110000" cy="3998800"/>
          </a:xfrm>
          <a:prstGeom prst="rect">
            <a:avLst/>
          </a:prstGeom>
          <a:noFill/>
          <a:ln>
            <a:noFill/>
          </a:ln>
        </p:spPr>
        <p:txBody>
          <a:bodyPr anchorCtr="0" anchor="t" bIns="45700" lIns="91425" spcFirstLastPara="1" rIns="91425" wrap="square" tIns="45700">
            <a:normAutofit/>
          </a:bodyPr>
          <a:lstStyle/>
          <a:p>
            <a:pPr indent="-338658" lvl="0" marL="338658" rtl="0" algn="just">
              <a:lnSpc>
                <a:spcPct val="90000"/>
              </a:lnSpc>
              <a:spcBef>
                <a:spcPts val="0"/>
              </a:spcBef>
              <a:spcAft>
                <a:spcPts val="0"/>
              </a:spcAft>
              <a:buSzPts val="1800"/>
              <a:buChar char="▪"/>
            </a:pPr>
            <a:r>
              <a:rPr lang="en-US"/>
              <a:t>Object identification</a:t>
            </a:r>
            <a:endParaRPr/>
          </a:p>
          <a:p>
            <a:pPr indent="-186262" lvl="0" marL="338658" rtl="0" algn="just">
              <a:lnSpc>
                <a:spcPct val="90000"/>
              </a:lnSpc>
              <a:spcBef>
                <a:spcPts val="1067"/>
              </a:spcBef>
              <a:spcAft>
                <a:spcPts val="0"/>
              </a:spcAft>
              <a:buSzPts val="1800"/>
              <a:buNone/>
            </a:pPr>
            <a:r>
              <a:t/>
            </a:r>
            <a:endParaRPr/>
          </a:p>
          <a:p>
            <a:pPr indent="-338658" lvl="0" marL="338658" rtl="0" algn="just">
              <a:lnSpc>
                <a:spcPct val="90000"/>
              </a:lnSpc>
              <a:spcBef>
                <a:spcPts val="1067"/>
              </a:spcBef>
              <a:spcAft>
                <a:spcPts val="0"/>
              </a:spcAft>
              <a:buSzPts val="1800"/>
              <a:buChar char="▪"/>
            </a:pPr>
            <a:r>
              <a:rPr lang="en-US"/>
              <a:t>Object classification</a:t>
            </a:r>
            <a:endParaRPr/>
          </a:p>
          <a:p>
            <a:pPr indent="0" lvl="0" marL="0" rtl="0" algn="just">
              <a:lnSpc>
                <a:spcPct val="90000"/>
              </a:lnSpc>
              <a:spcBef>
                <a:spcPts val="1067"/>
              </a:spcBef>
              <a:spcAft>
                <a:spcPts val="0"/>
              </a:spcAft>
              <a:buSzPts val="1800"/>
              <a:buNone/>
            </a:pPr>
            <a:r>
              <a:t/>
            </a:r>
            <a:endParaRPr/>
          </a:p>
          <a:p>
            <a:pPr indent="-338658" lvl="0" marL="338658" rtl="0" algn="just">
              <a:lnSpc>
                <a:spcPct val="90000"/>
              </a:lnSpc>
              <a:spcBef>
                <a:spcPts val="1067"/>
              </a:spcBef>
              <a:spcAft>
                <a:spcPts val="0"/>
              </a:spcAft>
              <a:buSzPts val="1800"/>
              <a:buChar char="▪"/>
            </a:pPr>
            <a:r>
              <a:rPr lang="en-US"/>
              <a:t>Image segmentation</a:t>
            </a:r>
            <a:endParaRPr/>
          </a:p>
        </p:txBody>
      </p:sp>
      <p:grpSp>
        <p:nvGrpSpPr>
          <p:cNvPr id="557" name="Google Shape;557;p8"/>
          <p:cNvGrpSpPr/>
          <p:nvPr/>
        </p:nvGrpSpPr>
        <p:grpSpPr>
          <a:xfrm>
            <a:off x="6269374" y="1325563"/>
            <a:ext cx="5224151" cy="4505655"/>
            <a:chOff x="6269373" y="1662501"/>
            <a:chExt cx="5224150" cy="4505655"/>
          </a:xfrm>
        </p:grpSpPr>
        <p:pic>
          <p:nvPicPr>
            <p:cNvPr descr="A computer on a table&#10;&#10;Description automatically generated with medium confidence" id="558" name="Google Shape;558;p8"/>
            <p:cNvPicPr preferRelativeResize="0"/>
            <p:nvPr/>
          </p:nvPicPr>
          <p:blipFill rotWithShape="1">
            <a:blip r:embed="rId3">
              <a:alphaModFix/>
            </a:blip>
            <a:srcRect b="0" l="0" r="0" t="0"/>
            <a:stretch/>
          </p:blipFill>
          <p:spPr>
            <a:xfrm>
              <a:off x="8907328" y="1662502"/>
              <a:ext cx="2586195" cy="1766498"/>
            </a:xfrm>
            <a:prstGeom prst="rect">
              <a:avLst/>
            </a:prstGeom>
            <a:noFill/>
            <a:ln>
              <a:noFill/>
            </a:ln>
          </p:spPr>
        </p:pic>
        <p:pic>
          <p:nvPicPr>
            <p:cNvPr descr="A picture containing text, outdoor&#10;&#10;Description automatically generated" id="559" name="Google Shape;559;p8"/>
            <p:cNvPicPr preferRelativeResize="0"/>
            <p:nvPr/>
          </p:nvPicPr>
          <p:blipFill rotWithShape="1">
            <a:blip r:embed="rId4">
              <a:alphaModFix/>
            </a:blip>
            <a:srcRect b="0" l="0" r="0" t="0"/>
            <a:stretch/>
          </p:blipFill>
          <p:spPr>
            <a:xfrm>
              <a:off x="6269373" y="1662501"/>
              <a:ext cx="2586194" cy="1792193"/>
            </a:xfrm>
            <a:prstGeom prst="rect">
              <a:avLst/>
            </a:prstGeom>
            <a:noFill/>
            <a:ln>
              <a:noFill/>
            </a:ln>
          </p:spPr>
        </p:pic>
        <p:pic>
          <p:nvPicPr>
            <p:cNvPr descr="A picture containing text&#10;&#10;Description automatically generated" id="560" name="Google Shape;560;p8"/>
            <p:cNvPicPr preferRelativeResize="0"/>
            <p:nvPr/>
          </p:nvPicPr>
          <p:blipFill rotWithShape="1">
            <a:blip r:embed="rId5">
              <a:alphaModFix/>
            </a:blip>
            <a:srcRect b="0" l="0" r="0" t="0"/>
            <a:stretch/>
          </p:blipFill>
          <p:spPr>
            <a:xfrm>
              <a:off x="6269373" y="3510346"/>
              <a:ext cx="5224150" cy="2657810"/>
            </a:xfrm>
            <a:prstGeom prst="rect">
              <a:avLst/>
            </a:prstGeom>
            <a:noFill/>
            <a:ln>
              <a:noFill/>
            </a:ln>
          </p:spPr>
        </p:pic>
      </p:grpSp>
      <p:sp>
        <p:nvSpPr>
          <p:cNvPr id="561" name="Google Shape;561;p8"/>
          <p:cNvSpPr txBox="1"/>
          <p:nvPr/>
        </p:nvSpPr>
        <p:spPr>
          <a:xfrm>
            <a:off x="431360" y="1283822"/>
            <a:ext cx="5838000" cy="4616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Arial"/>
                <a:ea typeface="Arial"/>
                <a:cs typeface="Arial"/>
                <a:sym typeface="Arial"/>
              </a:rPr>
              <a:t>Common tasks that CV can perform:</a:t>
            </a:r>
            <a:endParaRPr sz="2400">
              <a:solidFill>
                <a:schemeClr val="dk1"/>
              </a:solidFill>
              <a:latin typeface="Arial"/>
              <a:ea typeface="Arial"/>
              <a:cs typeface="Arial"/>
              <a:sym typeface="Arial"/>
            </a:endParaRPr>
          </a:p>
        </p:txBody>
      </p:sp>
      <p:sp>
        <p:nvSpPr>
          <p:cNvPr id="562" name="Google Shape;562;p8"/>
          <p:cNvSpPr txBox="1"/>
          <p:nvPr>
            <p:ph idx="12" type="sldNum"/>
          </p:nvPr>
        </p:nvSpPr>
        <p:spPr>
          <a:xfrm>
            <a:off x="11725564" y="6495399"/>
            <a:ext cx="457200" cy="360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
          <p:cNvSpPr txBox="1"/>
          <p:nvPr>
            <p:ph idx="4294967295" type="title"/>
          </p:nvPr>
        </p:nvSpPr>
        <p:spPr>
          <a:xfrm>
            <a:off x="382973" y="0"/>
            <a:ext cx="10515600" cy="1325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2700"/>
              <a:buFont typeface="Arial"/>
              <a:buNone/>
            </a:pPr>
            <a:r>
              <a:rPr lang="en-US" sz="3600">
                <a:solidFill>
                  <a:schemeClr val="dk1"/>
                </a:solidFill>
                <a:latin typeface="Arial"/>
                <a:ea typeface="Arial"/>
                <a:cs typeface="Arial"/>
                <a:sym typeface="Arial"/>
              </a:rPr>
              <a:t>What is Computer Vision?</a:t>
            </a:r>
            <a:endParaRPr sz="1467">
              <a:solidFill>
                <a:schemeClr val="dk1"/>
              </a:solidFill>
              <a:latin typeface="Arial"/>
              <a:ea typeface="Arial"/>
              <a:cs typeface="Arial"/>
              <a:sym typeface="Arial"/>
            </a:endParaRPr>
          </a:p>
        </p:txBody>
      </p:sp>
      <p:sp>
        <p:nvSpPr>
          <p:cNvPr id="569" name="Google Shape;569;p9"/>
          <p:cNvSpPr txBox="1"/>
          <p:nvPr/>
        </p:nvSpPr>
        <p:spPr>
          <a:xfrm>
            <a:off x="431360" y="1182222"/>
            <a:ext cx="5838000" cy="9540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Arial"/>
                <a:ea typeface="Arial"/>
                <a:cs typeface="Arial"/>
                <a:sym typeface="Arial"/>
              </a:rPr>
              <a:t>Common tasks that CV can perform:</a:t>
            </a:r>
            <a:endParaRPr sz="1467">
              <a:solidFill>
                <a:schemeClr val="dk1"/>
              </a:solidFill>
              <a:latin typeface="Arial"/>
              <a:ea typeface="Arial"/>
              <a:cs typeface="Arial"/>
              <a:sym typeface="Arial"/>
            </a:endParaRPr>
          </a:p>
        </p:txBody>
      </p:sp>
      <p:sp>
        <p:nvSpPr>
          <p:cNvPr id="570" name="Google Shape;570;p9"/>
          <p:cNvSpPr txBox="1"/>
          <p:nvPr>
            <p:ph idx="1" type="body"/>
          </p:nvPr>
        </p:nvSpPr>
        <p:spPr>
          <a:xfrm>
            <a:off x="431367" y="2073433"/>
            <a:ext cx="4896800" cy="39732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SzPts val="1800"/>
              <a:buNone/>
            </a:pPr>
            <a:r>
              <a:t/>
            </a:r>
            <a:endParaRPr/>
          </a:p>
          <a:p>
            <a:pPr indent="-338658" lvl="0" marL="338658" rtl="0" algn="just">
              <a:lnSpc>
                <a:spcPct val="90000"/>
              </a:lnSpc>
              <a:spcBef>
                <a:spcPts val="1067"/>
              </a:spcBef>
              <a:spcAft>
                <a:spcPts val="0"/>
              </a:spcAft>
              <a:buSzPts val="1800"/>
              <a:buChar char="▪"/>
            </a:pPr>
            <a:r>
              <a:rPr lang="en-US"/>
              <a:t>Facial recognition</a:t>
            </a:r>
            <a:endParaRPr/>
          </a:p>
          <a:p>
            <a:pPr indent="-186262" lvl="0" marL="338658" rtl="0" algn="just">
              <a:lnSpc>
                <a:spcPct val="90000"/>
              </a:lnSpc>
              <a:spcBef>
                <a:spcPts val="1067"/>
              </a:spcBef>
              <a:spcAft>
                <a:spcPts val="0"/>
              </a:spcAft>
              <a:buSzPts val="1800"/>
              <a:buNone/>
            </a:pPr>
            <a:r>
              <a:t/>
            </a:r>
            <a:endParaRPr/>
          </a:p>
          <a:p>
            <a:pPr indent="-338658" lvl="0" marL="338658" rtl="0" algn="just">
              <a:lnSpc>
                <a:spcPct val="90000"/>
              </a:lnSpc>
              <a:spcBef>
                <a:spcPts val="1067"/>
              </a:spcBef>
              <a:spcAft>
                <a:spcPts val="0"/>
              </a:spcAft>
              <a:buSzPts val="1800"/>
              <a:buChar char="▪"/>
            </a:pPr>
            <a:r>
              <a:rPr lang="en-US"/>
              <a:t>Edge Detection</a:t>
            </a:r>
            <a:endParaRPr/>
          </a:p>
          <a:p>
            <a:pPr indent="-186262" lvl="0" marL="338658" rtl="0" algn="just">
              <a:lnSpc>
                <a:spcPct val="90000"/>
              </a:lnSpc>
              <a:spcBef>
                <a:spcPts val="1067"/>
              </a:spcBef>
              <a:spcAft>
                <a:spcPts val="0"/>
              </a:spcAft>
              <a:buSzPts val="1800"/>
              <a:buNone/>
            </a:pPr>
            <a:r>
              <a:t/>
            </a:r>
            <a:endParaRPr/>
          </a:p>
          <a:p>
            <a:pPr indent="-338658" lvl="0" marL="338658" rtl="0" algn="just">
              <a:lnSpc>
                <a:spcPct val="90000"/>
              </a:lnSpc>
              <a:spcBef>
                <a:spcPts val="1067"/>
              </a:spcBef>
              <a:spcAft>
                <a:spcPts val="0"/>
              </a:spcAft>
              <a:buSzPts val="1800"/>
              <a:buChar char="▪"/>
            </a:pPr>
            <a:r>
              <a:rPr lang="en-US"/>
              <a:t>Pattern recognition</a:t>
            </a:r>
            <a:endParaRPr/>
          </a:p>
        </p:txBody>
      </p:sp>
      <p:grpSp>
        <p:nvGrpSpPr>
          <p:cNvPr id="571" name="Google Shape;571;p9"/>
          <p:cNvGrpSpPr/>
          <p:nvPr/>
        </p:nvGrpSpPr>
        <p:grpSpPr>
          <a:xfrm>
            <a:off x="6359377" y="503808"/>
            <a:ext cx="4155728" cy="5283845"/>
            <a:chOff x="6359668" y="503780"/>
            <a:chExt cx="4447483" cy="5632297"/>
          </a:xfrm>
        </p:grpSpPr>
        <p:pic>
          <p:nvPicPr>
            <p:cNvPr descr="A person wearing a mask&#10;&#10;Description automatically generated" id="572" name="Google Shape;572;p9"/>
            <p:cNvPicPr preferRelativeResize="0"/>
            <p:nvPr/>
          </p:nvPicPr>
          <p:blipFill rotWithShape="1">
            <a:blip r:embed="rId3">
              <a:alphaModFix/>
            </a:blip>
            <a:srcRect b="0" l="0" r="0" t="0"/>
            <a:stretch/>
          </p:blipFill>
          <p:spPr>
            <a:xfrm>
              <a:off x="6359669" y="503780"/>
              <a:ext cx="2899429" cy="3109223"/>
            </a:xfrm>
            <a:prstGeom prst="rect">
              <a:avLst/>
            </a:prstGeom>
            <a:noFill/>
            <a:ln>
              <a:noFill/>
            </a:ln>
          </p:spPr>
        </p:pic>
        <p:pic>
          <p:nvPicPr>
            <p:cNvPr descr="A close up of a starfish&#10;&#10;Description automatically generated with low confidence" id="573" name="Google Shape;573;p9"/>
            <p:cNvPicPr preferRelativeResize="0"/>
            <p:nvPr/>
          </p:nvPicPr>
          <p:blipFill rotWithShape="1">
            <a:blip r:embed="rId4">
              <a:alphaModFix/>
            </a:blip>
            <a:srcRect b="0" l="0" r="0" t="0"/>
            <a:stretch/>
          </p:blipFill>
          <p:spPr>
            <a:xfrm rot="5400000">
              <a:off x="8537353" y="1343206"/>
              <a:ext cx="3077753" cy="1461841"/>
            </a:xfrm>
            <a:prstGeom prst="rect">
              <a:avLst/>
            </a:prstGeom>
            <a:noFill/>
            <a:ln>
              <a:noFill/>
            </a:ln>
          </p:spPr>
        </p:pic>
        <p:pic>
          <p:nvPicPr>
            <p:cNvPr descr="A pattern, identifying the elements of a human face&#10;&#10;The outline of the edges of a flower&#10;&#10;A human finger print" id="574" name="Google Shape;574;p9"/>
            <p:cNvPicPr preferRelativeResize="0"/>
            <p:nvPr/>
          </p:nvPicPr>
          <p:blipFill rotWithShape="1">
            <a:blip r:embed="rId5">
              <a:alphaModFix/>
            </a:blip>
            <a:srcRect b="0" l="0" r="0" t="0"/>
            <a:stretch/>
          </p:blipFill>
          <p:spPr>
            <a:xfrm>
              <a:off x="6359668" y="3644121"/>
              <a:ext cx="4447483" cy="2491956"/>
            </a:xfrm>
            <a:prstGeom prst="rect">
              <a:avLst/>
            </a:prstGeom>
            <a:noFill/>
            <a:ln>
              <a:noFill/>
            </a:ln>
          </p:spPr>
        </p:pic>
      </p:grpSp>
      <p:sp>
        <p:nvSpPr>
          <p:cNvPr id="575" name="Google Shape;575;p9"/>
          <p:cNvSpPr txBox="1"/>
          <p:nvPr>
            <p:ph idx="12" type="sldNum"/>
          </p:nvPr>
        </p:nvSpPr>
        <p:spPr>
          <a:xfrm>
            <a:off x="11725564" y="6495399"/>
            <a:ext cx="457200" cy="360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0"/>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Computer Vision in the Manufacturing Industry</a:t>
            </a:r>
            <a:endParaRPr/>
          </a:p>
        </p:txBody>
      </p:sp>
      <p:sp>
        <p:nvSpPr>
          <p:cNvPr id="582" name="Google Shape;582;p10"/>
          <p:cNvSpPr txBox="1"/>
          <p:nvPr>
            <p:ph idx="1" type="body"/>
          </p:nvPr>
        </p:nvSpPr>
        <p:spPr>
          <a:xfrm>
            <a:off x="386557" y="1958599"/>
            <a:ext cx="5902263"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374151"/>
              </a:buClr>
              <a:buSzPts val="2400"/>
              <a:buFont typeface="Noto Sans Symbols"/>
              <a:buChar char="§"/>
            </a:pPr>
            <a:r>
              <a:rPr lang="en-US">
                <a:solidFill>
                  <a:srgbClr val="374151"/>
                </a:solidFill>
                <a:latin typeface="Play"/>
                <a:ea typeface="Play"/>
                <a:cs typeface="Play"/>
                <a:sym typeface="Play"/>
              </a:rPr>
              <a:t>One of the most common use cases of computer vision in manufacturing is to </a:t>
            </a:r>
            <a:r>
              <a:rPr lang="en-US">
                <a:solidFill>
                  <a:schemeClr val="accent1"/>
                </a:solidFill>
                <a:latin typeface="Play"/>
                <a:ea typeface="Play"/>
                <a:cs typeface="Play"/>
                <a:sym typeface="Play"/>
              </a:rPr>
              <a:t>inspect</a:t>
            </a:r>
            <a:r>
              <a:rPr lang="en-US">
                <a:solidFill>
                  <a:srgbClr val="374151"/>
                </a:solidFill>
                <a:latin typeface="Play"/>
                <a:ea typeface="Play"/>
                <a:cs typeface="Play"/>
                <a:sym typeface="Play"/>
              </a:rPr>
              <a:t> and </a:t>
            </a:r>
            <a:r>
              <a:rPr lang="en-US">
                <a:solidFill>
                  <a:schemeClr val="accent1"/>
                </a:solidFill>
                <a:latin typeface="Play"/>
                <a:ea typeface="Play"/>
                <a:cs typeface="Play"/>
                <a:sym typeface="Play"/>
              </a:rPr>
              <a:t>validate</a:t>
            </a:r>
            <a:r>
              <a:rPr lang="en-US">
                <a:solidFill>
                  <a:srgbClr val="374151"/>
                </a:solidFill>
                <a:latin typeface="Play"/>
                <a:ea typeface="Play"/>
                <a:cs typeface="Play"/>
                <a:sym typeface="Play"/>
              </a:rPr>
              <a:t> the quality of products during the manufacturing process. </a:t>
            </a:r>
            <a:endParaRPr>
              <a:latin typeface="Play"/>
              <a:ea typeface="Play"/>
              <a:cs typeface="Play"/>
              <a:sym typeface="Play"/>
            </a:endParaRPr>
          </a:p>
          <a:p>
            <a:pPr indent="-190500" lvl="0" marL="342900" rtl="0" algn="l">
              <a:lnSpc>
                <a:spcPct val="100000"/>
              </a:lnSpc>
              <a:spcBef>
                <a:spcPts val="0"/>
              </a:spcBef>
              <a:spcAft>
                <a:spcPts val="0"/>
              </a:spcAft>
              <a:buClr>
                <a:schemeClr val="dk1"/>
              </a:buClr>
              <a:buSzPts val="2400"/>
              <a:buFont typeface="Noto Sans Symbols"/>
              <a:buNone/>
            </a:pPr>
            <a:r>
              <a:t/>
            </a:r>
            <a:endParaRPr>
              <a:latin typeface="Play"/>
              <a:ea typeface="Play"/>
              <a:cs typeface="Play"/>
              <a:sym typeface="Play"/>
            </a:endParaRPr>
          </a:p>
          <a:p>
            <a:pPr indent="-342900" lvl="0" marL="342900" rtl="0" algn="l">
              <a:lnSpc>
                <a:spcPct val="100000"/>
              </a:lnSpc>
              <a:spcBef>
                <a:spcPts val="0"/>
              </a:spcBef>
              <a:spcAft>
                <a:spcPts val="0"/>
              </a:spcAft>
              <a:buClr>
                <a:srgbClr val="374151"/>
              </a:buClr>
              <a:buSzPts val="2400"/>
              <a:buFont typeface="Noto Sans Symbols"/>
              <a:buChar char="§"/>
            </a:pPr>
            <a:r>
              <a:rPr lang="en-US">
                <a:solidFill>
                  <a:srgbClr val="374151"/>
                </a:solidFill>
                <a:latin typeface="Play"/>
                <a:ea typeface="Play"/>
                <a:cs typeface="Play"/>
                <a:sym typeface="Play"/>
              </a:rPr>
              <a:t>This involves using computer vision algorithms to detect defects and deviations from specifications.</a:t>
            </a:r>
            <a:endParaRPr/>
          </a:p>
          <a:p>
            <a:pPr indent="-190500" lvl="0" marL="342900" rtl="0" algn="l">
              <a:lnSpc>
                <a:spcPct val="100000"/>
              </a:lnSpc>
              <a:spcBef>
                <a:spcPts val="0"/>
              </a:spcBef>
              <a:spcAft>
                <a:spcPts val="0"/>
              </a:spcAft>
              <a:buClr>
                <a:schemeClr val="dk1"/>
              </a:buClr>
              <a:buSzPts val="2400"/>
              <a:buFont typeface="Noto Sans Symbols"/>
              <a:buNone/>
            </a:pPr>
            <a:r>
              <a:t/>
            </a:r>
            <a:endParaRPr>
              <a:latin typeface="Play"/>
              <a:ea typeface="Play"/>
              <a:cs typeface="Play"/>
              <a:sym typeface="Play"/>
            </a:endParaRPr>
          </a:p>
          <a:p>
            <a:pPr indent="-342900" lvl="0" marL="342900" rtl="0" algn="l">
              <a:lnSpc>
                <a:spcPct val="100000"/>
              </a:lnSpc>
              <a:spcBef>
                <a:spcPts val="0"/>
              </a:spcBef>
              <a:spcAft>
                <a:spcPts val="0"/>
              </a:spcAft>
              <a:buClr>
                <a:schemeClr val="dk1"/>
              </a:buClr>
              <a:buSzPts val="2400"/>
              <a:buFont typeface="Noto Sans Symbols"/>
              <a:buChar char="§"/>
            </a:pPr>
            <a:r>
              <a:rPr b="1" lang="en-US">
                <a:latin typeface="Play"/>
                <a:ea typeface="Play"/>
                <a:cs typeface="Play"/>
                <a:sym typeface="Play"/>
              </a:rPr>
              <a:t>Why defect detection is hard?</a:t>
            </a:r>
            <a:endParaRPr/>
          </a:p>
          <a:p>
            <a:pPr indent="-304800" lvl="0" marL="457200" rtl="0" algn="l">
              <a:lnSpc>
                <a:spcPct val="100000"/>
              </a:lnSpc>
              <a:spcBef>
                <a:spcPts val="0"/>
              </a:spcBef>
              <a:spcAft>
                <a:spcPts val="0"/>
              </a:spcAft>
              <a:buClr>
                <a:schemeClr val="dk1"/>
              </a:buClr>
              <a:buSzPts val="2400"/>
              <a:buNone/>
            </a:pPr>
            <a:r>
              <a:t/>
            </a:r>
            <a:endParaRPr>
              <a:solidFill>
                <a:srgbClr val="525252"/>
              </a:solidFill>
              <a:latin typeface="Play"/>
              <a:ea typeface="Play"/>
              <a:cs typeface="Play"/>
              <a:sym typeface="Play"/>
            </a:endParaRPr>
          </a:p>
        </p:txBody>
      </p:sp>
      <p:sp>
        <p:nvSpPr>
          <p:cNvPr id="583" name="Google Shape;583;p10"/>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84" name="Google Shape;584;p10"/>
          <p:cNvSpPr txBox="1"/>
          <p:nvPr/>
        </p:nvSpPr>
        <p:spPr>
          <a:xfrm>
            <a:off x="431799" y="1236075"/>
            <a:ext cx="10200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Existing Use Cases  - Quality Inspection </a:t>
            </a:r>
            <a:endParaRPr sz="1800">
              <a:solidFill>
                <a:schemeClr val="accent1"/>
              </a:solidFill>
              <a:latin typeface="Play"/>
              <a:ea typeface="Play"/>
              <a:cs typeface="Play"/>
              <a:sym typeface="Play"/>
            </a:endParaRPr>
          </a:p>
        </p:txBody>
      </p:sp>
      <p:pic>
        <p:nvPicPr>
          <p:cNvPr descr="manufacturing plant with two people verifying data " id="585" name="Google Shape;585;p10"/>
          <p:cNvPicPr preferRelativeResize="0"/>
          <p:nvPr/>
        </p:nvPicPr>
        <p:blipFill rotWithShape="1">
          <a:blip r:embed="rId3">
            <a:alphaModFix/>
          </a:blip>
          <a:srcRect b="0" l="0" r="0" t="0"/>
          <a:stretch/>
        </p:blipFill>
        <p:spPr>
          <a:xfrm>
            <a:off x="6454231" y="2519210"/>
            <a:ext cx="4942968" cy="2910377"/>
          </a:xfrm>
          <a:prstGeom prst="rect">
            <a:avLst/>
          </a:prstGeom>
          <a:noFill/>
          <a:ln>
            <a:noFill/>
          </a:ln>
        </p:spPr>
      </p:pic>
      <p:sp>
        <p:nvSpPr>
          <p:cNvPr id="586" name="Google Shape;586;p10"/>
          <p:cNvSpPr txBox="1"/>
          <p:nvPr/>
        </p:nvSpPr>
        <p:spPr>
          <a:xfrm>
            <a:off x="2239825" y="6118014"/>
            <a:ext cx="9671458" cy="550343"/>
          </a:xfrm>
          <a:prstGeom prst="rect">
            <a:avLst/>
          </a:prstGeom>
          <a:noFill/>
          <a:ln>
            <a:noFill/>
          </a:ln>
        </p:spPr>
        <p:txBody>
          <a:bodyPr anchorCtr="0" anchor="t" bIns="45700" lIns="91425" spcFirstLastPara="1" rIns="91425" wrap="square" tIns="45700">
            <a:spAutoFit/>
          </a:bodyPr>
          <a:lstStyle/>
          <a:p>
            <a:pPr indent="-457200" lvl="0" marL="457200" marR="0" rtl="0" algn="l">
              <a:lnSpc>
                <a:spcPct val="200000"/>
              </a:lnSpc>
              <a:spcBef>
                <a:spcPts val="0"/>
              </a:spcBef>
              <a:spcAft>
                <a:spcPts val="0"/>
              </a:spcAft>
              <a:buNone/>
            </a:pPr>
            <a:r>
              <a:rPr lang="en-US" sz="800">
                <a:solidFill>
                  <a:schemeClr val="dk1"/>
                </a:solidFill>
                <a:latin typeface="Play"/>
                <a:ea typeface="Play"/>
                <a:cs typeface="Play"/>
                <a:sym typeface="Play"/>
              </a:rPr>
              <a:t>Image source : piotr.sember@uico.pl. (2022, August 24). </a:t>
            </a:r>
            <a:r>
              <a:rPr i="1" lang="en-US" sz="800">
                <a:solidFill>
                  <a:schemeClr val="dk1"/>
                </a:solidFill>
                <a:latin typeface="Play"/>
                <a:ea typeface="Play"/>
                <a:cs typeface="Play"/>
                <a:sym typeface="Play"/>
              </a:rPr>
              <a:t>Quality inspections of the production line using computer vision and  Flow –</a:t>
            </a:r>
            <a:r>
              <a:rPr lang="en-US" sz="800">
                <a:solidFill>
                  <a:schemeClr val="dk1"/>
                </a:solidFill>
                <a:latin typeface="Play"/>
                <a:ea typeface="Play"/>
                <a:cs typeface="Play"/>
                <a:sym typeface="Play"/>
              </a:rPr>
              <a:t>. Novacura. </a:t>
            </a:r>
            <a:r>
              <a:rPr lang="en-US" sz="800" u="sng">
                <a:solidFill>
                  <a:schemeClr val="dk1"/>
                </a:solidFill>
                <a:latin typeface="Play"/>
                <a:ea typeface="Play"/>
                <a:cs typeface="Play"/>
                <a:sym typeface="Play"/>
                <a:hlinkClick r:id="rId4">
                  <a:extLst>
                    <a:ext uri="{A12FA001-AC4F-418D-AE19-62706E023703}">
                      <ahyp:hlinkClr val="tx"/>
                    </a:ext>
                  </a:extLst>
                </a:hlinkClick>
              </a:rPr>
              <a:t>https://www.novacura.com/computer-vision-quality-inspections/</a:t>
            </a:r>
            <a:endParaRPr sz="800">
              <a:solidFill>
                <a:schemeClr val="dk1"/>
              </a:solidFill>
              <a:latin typeface="Play"/>
              <a:ea typeface="Play"/>
              <a:cs typeface="Play"/>
              <a:sym typeface="Play"/>
            </a:endParaRPr>
          </a:p>
          <a:p>
            <a:pPr indent="-457200" lvl="0" marL="457200" marR="0" rtl="0" algn="l">
              <a:lnSpc>
                <a:spcPct val="200000"/>
              </a:lnSpc>
              <a:spcBef>
                <a:spcPts val="0"/>
              </a:spcBef>
              <a:spcAft>
                <a:spcPts val="0"/>
              </a:spcAft>
              <a:buNone/>
            </a:pPr>
            <a:r>
              <a:t/>
            </a:r>
            <a:endParaRPr sz="8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11"/>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Computer Vision in the Manufacturing Industry</a:t>
            </a:r>
            <a:endParaRPr/>
          </a:p>
        </p:txBody>
      </p:sp>
      <p:sp>
        <p:nvSpPr>
          <p:cNvPr id="593" name="Google Shape;593;p11"/>
          <p:cNvSpPr txBox="1"/>
          <p:nvPr>
            <p:ph idx="1" type="body"/>
          </p:nvPr>
        </p:nvSpPr>
        <p:spPr>
          <a:xfrm>
            <a:off x="386557" y="1958599"/>
            <a:ext cx="5902263"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400"/>
              <a:buFont typeface="Arial"/>
              <a:buChar char="•"/>
            </a:pPr>
            <a:r>
              <a:rPr b="1" lang="en-US"/>
              <a:t>What makes CV valuable</a:t>
            </a:r>
            <a:endParaRPr/>
          </a:p>
          <a:p>
            <a:pPr indent="-457200" lvl="0" marL="457200" rtl="0" algn="l">
              <a:lnSpc>
                <a:spcPct val="90000"/>
              </a:lnSpc>
              <a:spcBef>
                <a:spcPts val="1000"/>
              </a:spcBef>
              <a:spcAft>
                <a:spcPts val="0"/>
              </a:spcAft>
              <a:buClr>
                <a:schemeClr val="dk1"/>
              </a:buClr>
              <a:buSzPts val="2400"/>
              <a:buFont typeface="Arial"/>
              <a:buChar char="•"/>
            </a:pPr>
            <a:r>
              <a:rPr lang="en-US"/>
              <a:t>More consistent inspection</a:t>
            </a:r>
            <a:endParaRPr/>
          </a:p>
          <a:p>
            <a:pPr indent="-457200" lvl="0" marL="457200" rtl="0" algn="l">
              <a:lnSpc>
                <a:spcPct val="90000"/>
              </a:lnSpc>
              <a:spcBef>
                <a:spcPts val="1000"/>
              </a:spcBef>
              <a:spcAft>
                <a:spcPts val="0"/>
              </a:spcAft>
              <a:buClr>
                <a:schemeClr val="dk1"/>
              </a:buClr>
              <a:buSzPts val="2400"/>
              <a:buFont typeface="Arial"/>
              <a:buChar char="•"/>
            </a:pPr>
            <a:r>
              <a:rPr lang="en-US"/>
              <a:t>Faster decision-making</a:t>
            </a:r>
            <a:endParaRPr/>
          </a:p>
          <a:p>
            <a:pPr indent="-457200" lvl="0" marL="457200" rtl="0" algn="l">
              <a:lnSpc>
                <a:spcPct val="90000"/>
              </a:lnSpc>
              <a:spcBef>
                <a:spcPts val="1000"/>
              </a:spcBef>
              <a:spcAft>
                <a:spcPts val="0"/>
              </a:spcAft>
              <a:buClr>
                <a:schemeClr val="dk1"/>
              </a:buClr>
              <a:buSzPts val="2400"/>
              <a:buFont typeface="Arial"/>
              <a:buChar char="•"/>
            </a:pPr>
            <a:r>
              <a:rPr lang="en-US"/>
              <a:t>Scalable across shifts and sites</a:t>
            </a:r>
            <a:endParaRPr/>
          </a:p>
          <a:p>
            <a:pPr indent="-457200" lvl="0" marL="457200" rtl="0" algn="l">
              <a:lnSpc>
                <a:spcPct val="90000"/>
              </a:lnSpc>
              <a:spcBef>
                <a:spcPts val="1000"/>
              </a:spcBef>
              <a:spcAft>
                <a:spcPts val="0"/>
              </a:spcAft>
              <a:buClr>
                <a:schemeClr val="dk1"/>
              </a:buClr>
              <a:buSzPts val="2400"/>
              <a:buFont typeface="Arial"/>
              <a:buChar char="•"/>
            </a:pPr>
            <a:r>
              <a:rPr lang="en-US"/>
              <a:t>Better traceability</a:t>
            </a:r>
            <a:endParaRPr/>
          </a:p>
          <a:p>
            <a:pPr indent="-457200" lvl="0" marL="457200" rtl="0" algn="l">
              <a:lnSpc>
                <a:spcPct val="90000"/>
              </a:lnSpc>
              <a:spcBef>
                <a:spcPts val="1000"/>
              </a:spcBef>
              <a:spcAft>
                <a:spcPts val="0"/>
              </a:spcAft>
              <a:buClr>
                <a:schemeClr val="dk1"/>
              </a:buClr>
              <a:buSzPts val="2400"/>
              <a:buFont typeface="Arial"/>
              <a:buChar char="•"/>
            </a:pPr>
            <a:r>
              <a:rPr lang="en-US"/>
              <a:t>Supports operators rather than replacing judgment</a:t>
            </a:r>
            <a:endParaRPr/>
          </a:p>
          <a:p>
            <a:pPr indent="-304800" lvl="0" marL="457200" rtl="0" algn="l">
              <a:lnSpc>
                <a:spcPct val="100000"/>
              </a:lnSpc>
              <a:spcBef>
                <a:spcPts val="0"/>
              </a:spcBef>
              <a:spcAft>
                <a:spcPts val="0"/>
              </a:spcAft>
              <a:buClr>
                <a:schemeClr val="dk1"/>
              </a:buClr>
              <a:buSzPts val="2400"/>
              <a:buNone/>
            </a:pPr>
            <a:r>
              <a:t/>
            </a:r>
            <a:endParaRPr>
              <a:solidFill>
                <a:srgbClr val="525252"/>
              </a:solidFill>
              <a:latin typeface="Play"/>
              <a:ea typeface="Play"/>
              <a:cs typeface="Play"/>
              <a:sym typeface="Play"/>
            </a:endParaRPr>
          </a:p>
        </p:txBody>
      </p:sp>
      <p:sp>
        <p:nvSpPr>
          <p:cNvPr id="594" name="Google Shape;594;p11"/>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595" name="Google Shape;595;p11"/>
          <p:cNvSpPr txBox="1"/>
          <p:nvPr/>
        </p:nvSpPr>
        <p:spPr>
          <a:xfrm>
            <a:off x="431799" y="1236075"/>
            <a:ext cx="10200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Existing Use Cases  - Quality Inspection </a:t>
            </a:r>
            <a:endParaRPr sz="1800">
              <a:solidFill>
                <a:schemeClr val="accent1"/>
              </a:solidFill>
              <a:latin typeface="Play"/>
              <a:ea typeface="Play"/>
              <a:cs typeface="Play"/>
              <a:sym typeface="Play"/>
            </a:endParaRPr>
          </a:p>
        </p:txBody>
      </p:sp>
      <p:pic>
        <p:nvPicPr>
          <p:cNvPr descr="manufacturing plant with two people verifying data " id="596" name="Google Shape;596;p11"/>
          <p:cNvPicPr preferRelativeResize="0"/>
          <p:nvPr/>
        </p:nvPicPr>
        <p:blipFill rotWithShape="1">
          <a:blip r:embed="rId3">
            <a:alphaModFix/>
          </a:blip>
          <a:srcRect b="0" l="0" r="0" t="0"/>
          <a:stretch/>
        </p:blipFill>
        <p:spPr>
          <a:xfrm>
            <a:off x="6454231" y="2519210"/>
            <a:ext cx="4942968" cy="2910377"/>
          </a:xfrm>
          <a:prstGeom prst="rect">
            <a:avLst/>
          </a:prstGeom>
          <a:noFill/>
          <a:ln>
            <a:noFill/>
          </a:ln>
        </p:spPr>
      </p:pic>
      <p:sp>
        <p:nvSpPr>
          <p:cNvPr id="597" name="Google Shape;597;p11"/>
          <p:cNvSpPr txBox="1"/>
          <p:nvPr/>
        </p:nvSpPr>
        <p:spPr>
          <a:xfrm>
            <a:off x="2239825" y="6118014"/>
            <a:ext cx="9671458" cy="550343"/>
          </a:xfrm>
          <a:prstGeom prst="rect">
            <a:avLst/>
          </a:prstGeom>
          <a:noFill/>
          <a:ln>
            <a:noFill/>
          </a:ln>
        </p:spPr>
        <p:txBody>
          <a:bodyPr anchorCtr="0" anchor="t" bIns="45700" lIns="91425" spcFirstLastPara="1" rIns="91425" wrap="square" tIns="45700">
            <a:spAutoFit/>
          </a:bodyPr>
          <a:lstStyle/>
          <a:p>
            <a:pPr indent="-457200" lvl="0" marL="457200" marR="0" rtl="0" algn="l">
              <a:lnSpc>
                <a:spcPct val="200000"/>
              </a:lnSpc>
              <a:spcBef>
                <a:spcPts val="0"/>
              </a:spcBef>
              <a:spcAft>
                <a:spcPts val="0"/>
              </a:spcAft>
              <a:buNone/>
            </a:pPr>
            <a:r>
              <a:rPr lang="en-US" sz="800">
                <a:solidFill>
                  <a:schemeClr val="dk1"/>
                </a:solidFill>
                <a:latin typeface="Play"/>
                <a:ea typeface="Play"/>
                <a:cs typeface="Play"/>
                <a:sym typeface="Play"/>
              </a:rPr>
              <a:t>Image source : piotr.sember@uico.pl. (2022, August 24). </a:t>
            </a:r>
            <a:r>
              <a:rPr i="1" lang="en-US" sz="800">
                <a:solidFill>
                  <a:schemeClr val="dk1"/>
                </a:solidFill>
                <a:latin typeface="Play"/>
                <a:ea typeface="Play"/>
                <a:cs typeface="Play"/>
                <a:sym typeface="Play"/>
              </a:rPr>
              <a:t>Quality inspections of the production line using computer vision and  Flow –</a:t>
            </a:r>
            <a:r>
              <a:rPr lang="en-US" sz="800">
                <a:solidFill>
                  <a:schemeClr val="dk1"/>
                </a:solidFill>
                <a:latin typeface="Play"/>
                <a:ea typeface="Play"/>
                <a:cs typeface="Play"/>
                <a:sym typeface="Play"/>
              </a:rPr>
              <a:t>. Novacura. </a:t>
            </a:r>
            <a:r>
              <a:rPr lang="en-US" sz="800" u="sng">
                <a:solidFill>
                  <a:schemeClr val="dk1"/>
                </a:solidFill>
                <a:latin typeface="Play"/>
                <a:ea typeface="Play"/>
                <a:cs typeface="Play"/>
                <a:sym typeface="Play"/>
                <a:hlinkClick r:id="rId4">
                  <a:extLst>
                    <a:ext uri="{A12FA001-AC4F-418D-AE19-62706E023703}">
                      <ahyp:hlinkClr val="tx"/>
                    </a:ext>
                  </a:extLst>
                </a:hlinkClick>
              </a:rPr>
              <a:t>https://www.novacura.com/computer-vision-quality-inspections/</a:t>
            </a:r>
            <a:endParaRPr sz="800">
              <a:solidFill>
                <a:schemeClr val="dk1"/>
              </a:solidFill>
              <a:latin typeface="Play"/>
              <a:ea typeface="Play"/>
              <a:cs typeface="Play"/>
              <a:sym typeface="Play"/>
            </a:endParaRPr>
          </a:p>
          <a:p>
            <a:pPr indent="-457200" lvl="0" marL="457200" marR="0" rtl="0" algn="l">
              <a:lnSpc>
                <a:spcPct val="200000"/>
              </a:lnSpc>
              <a:spcBef>
                <a:spcPts val="0"/>
              </a:spcBef>
              <a:spcAft>
                <a:spcPts val="0"/>
              </a:spcAft>
              <a:buNone/>
            </a:pPr>
            <a:r>
              <a:t/>
            </a:r>
            <a:endParaRPr sz="8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2"/>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 Computer Vision in the Manufacturing Industry</a:t>
            </a:r>
            <a:endParaRPr/>
          </a:p>
        </p:txBody>
      </p:sp>
      <p:sp>
        <p:nvSpPr>
          <p:cNvPr id="604" name="Google Shape;604;p12"/>
          <p:cNvSpPr txBox="1"/>
          <p:nvPr>
            <p:ph idx="1" type="body"/>
          </p:nvPr>
        </p:nvSpPr>
        <p:spPr>
          <a:xfrm>
            <a:off x="431801" y="2313992"/>
            <a:ext cx="5662473"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374151"/>
              </a:buClr>
              <a:buSzPts val="2400"/>
              <a:buFont typeface="Noto Sans Symbols"/>
              <a:buChar char="§"/>
            </a:pPr>
            <a:r>
              <a:rPr lang="en-US">
                <a:solidFill>
                  <a:srgbClr val="374151"/>
                </a:solidFill>
                <a:latin typeface="Play"/>
                <a:ea typeface="Play"/>
                <a:cs typeface="Play"/>
                <a:sym typeface="Play"/>
              </a:rPr>
              <a:t>Computer vision is used to </a:t>
            </a:r>
            <a:r>
              <a:rPr lang="en-US">
                <a:solidFill>
                  <a:schemeClr val="accent1"/>
                </a:solidFill>
                <a:latin typeface="Play"/>
                <a:ea typeface="Play"/>
                <a:cs typeface="Play"/>
                <a:sym typeface="Play"/>
              </a:rPr>
              <a:t>recognize objects</a:t>
            </a:r>
            <a:r>
              <a:rPr lang="en-US">
                <a:solidFill>
                  <a:srgbClr val="374151"/>
                </a:solidFill>
                <a:latin typeface="Play"/>
                <a:ea typeface="Play"/>
                <a:cs typeface="Play"/>
                <a:sym typeface="Play"/>
              </a:rPr>
              <a:t> and </a:t>
            </a:r>
            <a:r>
              <a:rPr lang="en-US">
                <a:solidFill>
                  <a:schemeClr val="accent1"/>
                </a:solidFill>
                <a:latin typeface="Play"/>
                <a:ea typeface="Play"/>
                <a:cs typeface="Play"/>
                <a:sym typeface="Play"/>
              </a:rPr>
              <a:t>sort</a:t>
            </a:r>
            <a:r>
              <a:rPr lang="en-US">
                <a:solidFill>
                  <a:srgbClr val="374151"/>
                </a:solidFill>
                <a:latin typeface="Play"/>
                <a:ea typeface="Play"/>
                <a:cs typeface="Play"/>
                <a:sym typeface="Play"/>
              </a:rPr>
              <a:t> them into categories, such as by size, shape, color, or material. </a:t>
            </a:r>
            <a:endParaRPr>
              <a:latin typeface="Play"/>
              <a:ea typeface="Play"/>
              <a:cs typeface="Play"/>
              <a:sym typeface="Play"/>
            </a:endParaRPr>
          </a:p>
          <a:p>
            <a:pPr indent="-190500" lvl="0" marL="342900" rtl="0" algn="l">
              <a:lnSpc>
                <a:spcPct val="100000"/>
              </a:lnSpc>
              <a:spcBef>
                <a:spcPts val="0"/>
              </a:spcBef>
              <a:spcAft>
                <a:spcPts val="0"/>
              </a:spcAft>
              <a:buClr>
                <a:schemeClr val="dk1"/>
              </a:buClr>
              <a:buSzPts val="2400"/>
              <a:buFont typeface="Noto Sans Symbols"/>
              <a:buNone/>
            </a:pPr>
            <a:r>
              <a:t/>
            </a:r>
            <a:endParaRPr>
              <a:latin typeface="Play"/>
              <a:ea typeface="Play"/>
              <a:cs typeface="Play"/>
              <a:sym typeface="Play"/>
            </a:endParaRPr>
          </a:p>
          <a:p>
            <a:pPr indent="-342900" lvl="0" marL="342900" rtl="0" algn="l">
              <a:lnSpc>
                <a:spcPct val="100000"/>
              </a:lnSpc>
              <a:spcBef>
                <a:spcPts val="0"/>
              </a:spcBef>
              <a:spcAft>
                <a:spcPts val="0"/>
              </a:spcAft>
              <a:buClr>
                <a:srgbClr val="374151"/>
              </a:buClr>
              <a:buSzPts val="2400"/>
              <a:buFont typeface="Noto Sans Symbols"/>
              <a:buChar char="§"/>
            </a:pPr>
            <a:r>
              <a:rPr lang="en-US">
                <a:solidFill>
                  <a:srgbClr val="374151"/>
                </a:solidFill>
                <a:latin typeface="Play"/>
                <a:ea typeface="Play"/>
                <a:cs typeface="Play"/>
                <a:sym typeface="Play"/>
              </a:rPr>
              <a:t>This can help to streamline the manufacturing process and improve efficiency.</a:t>
            </a:r>
            <a:endParaRPr>
              <a:latin typeface="Play"/>
              <a:ea typeface="Play"/>
              <a:cs typeface="Play"/>
              <a:sym typeface="Play"/>
            </a:endParaRPr>
          </a:p>
          <a:p>
            <a:pPr indent="-190500" lvl="0" marL="342900" rtl="0" algn="l">
              <a:lnSpc>
                <a:spcPct val="100000"/>
              </a:lnSpc>
              <a:spcBef>
                <a:spcPts val="0"/>
              </a:spcBef>
              <a:spcAft>
                <a:spcPts val="0"/>
              </a:spcAft>
              <a:buClr>
                <a:schemeClr val="dk1"/>
              </a:buClr>
              <a:buSzPts val="2400"/>
              <a:buFont typeface="Noto Sans Symbols"/>
              <a:buNone/>
            </a:pPr>
            <a:r>
              <a:t/>
            </a:r>
            <a:endParaRPr>
              <a:latin typeface="Play"/>
              <a:ea typeface="Play"/>
              <a:cs typeface="Play"/>
              <a:sym typeface="Play"/>
            </a:endParaRPr>
          </a:p>
        </p:txBody>
      </p:sp>
      <p:sp>
        <p:nvSpPr>
          <p:cNvPr id="605" name="Google Shape;605;p12"/>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606" name="Google Shape;606;p12"/>
          <p:cNvSpPr txBox="1"/>
          <p:nvPr/>
        </p:nvSpPr>
        <p:spPr>
          <a:xfrm>
            <a:off x="431799" y="1236075"/>
            <a:ext cx="888819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Existing Use cases - Object Recognition and Sorting</a:t>
            </a:r>
            <a:endParaRPr sz="1800">
              <a:solidFill>
                <a:schemeClr val="accent1"/>
              </a:solidFill>
              <a:latin typeface="Play"/>
              <a:ea typeface="Play"/>
              <a:cs typeface="Play"/>
              <a:sym typeface="Play"/>
            </a:endParaRPr>
          </a:p>
        </p:txBody>
      </p:sp>
      <p:sp>
        <p:nvSpPr>
          <p:cNvPr id="607" name="Google Shape;607;p12"/>
          <p:cNvSpPr txBox="1"/>
          <p:nvPr/>
        </p:nvSpPr>
        <p:spPr>
          <a:xfrm>
            <a:off x="5691554" y="6160477"/>
            <a:ext cx="64652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Play"/>
                <a:ea typeface="Play"/>
                <a:cs typeface="Play"/>
                <a:sym typeface="Play"/>
              </a:rPr>
              <a:t>Atos Group. (2017, June 19). </a:t>
            </a:r>
            <a:r>
              <a:rPr i="1" lang="en-US" sz="800">
                <a:solidFill>
                  <a:schemeClr val="dk1"/>
                </a:solidFill>
                <a:latin typeface="Play"/>
                <a:ea typeface="Play"/>
                <a:cs typeface="Play"/>
                <a:sym typeface="Play"/>
              </a:rPr>
              <a:t>Predictive Maintenance for Manufacturing</a:t>
            </a:r>
            <a:r>
              <a:rPr lang="en-US" sz="800">
                <a:solidFill>
                  <a:schemeClr val="dk1"/>
                </a:solidFill>
                <a:latin typeface="Play"/>
                <a:ea typeface="Play"/>
                <a:cs typeface="Play"/>
                <a:sym typeface="Play"/>
              </a:rPr>
              <a:t>. YouTube. </a:t>
            </a:r>
            <a:r>
              <a:rPr lang="en-US" sz="800" u="sng">
                <a:solidFill>
                  <a:srgbClr val="00C7FD"/>
                </a:solidFill>
                <a:latin typeface="Play"/>
                <a:ea typeface="Play"/>
                <a:cs typeface="Play"/>
                <a:sym typeface="Play"/>
                <a:hlinkClick r:id="rId3">
                  <a:extLst>
                    <a:ext uri="{A12FA001-AC4F-418D-AE19-62706E023703}">
                      <ahyp:hlinkClr val="tx"/>
                    </a:ext>
                  </a:extLst>
                </a:hlinkClick>
              </a:rPr>
              <a:t>https://www.youtube.com/watch?v=QStfd20NH3I</a:t>
            </a:r>
            <a:r>
              <a:rPr lang="en-US" sz="800">
                <a:solidFill>
                  <a:schemeClr val="dk1"/>
                </a:solidFill>
                <a:latin typeface="Play"/>
                <a:ea typeface="Play"/>
                <a:cs typeface="Play"/>
                <a:sym typeface="Play"/>
              </a:rPr>
              <a:t>​</a:t>
            </a:r>
            <a:endParaRPr/>
          </a:p>
          <a:p>
            <a:pPr indent="0" lvl="0" marL="0" marR="0" rtl="0" algn="l">
              <a:spcBef>
                <a:spcPts val="0"/>
              </a:spcBef>
              <a:spcAft>
                <a:spcPts val="0"/>
              </a:spcAft>
              <a:buNone/>
            </a:pPr>
            <a:r>
              <a:rPr lang="en-US" sz="800">
                <a:solidFill>
                  <a:schemeClr val="dk1"/>
                </a:solidFill>
                <a:latin typeface="Play"/>
                <a:ea typeface="Play"/>
                <a:cs typeface="Play"/>
                <a:sym typeface="Play"/>
              </a:rPr>
              <a:t>​</a:t>
            </a:r>
            <a:endParaRPr/>
          </a:p>
        </p:txBody>
      </p:sp>
      <p:pic>
        <p:nvPicPr>
          <p:cNvPr descr="manufacturing robots " id="608" name="Google Shape;608;p12"/>
          <p:cNvPicPr preferRelativeResize="0"/>
          <p:nvPr/>
        </p:nvPicPr>
        <p:blipFill rotWithShape="1">
          <a:blip r:embed="rId4">
            <a:alphaModFix/>
          </a:blip>
          <a:srcRect b="0" l="0" r="0" t="0"/>
          <a:stretch/>
        </p:blipFill>
        <p:spPr>
          <a:xfrm>
            <a:off x="6557427" y="2133669"/>
            <a:ext cx="4993700" cy="34455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3"/>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Computer Vision in the Manufacturing Industry</a:t>
            </a:r>
            <a:endParaRPr/>
          </a:p>
        </p:txBody>
      </p:sp>
      <p:sp>
        <p:nvSpPr>
          <p:cNvPr id="615" name="Google Shape;615;p13"/>
          <p:cNvSpPr txBox="1"/>
          <p:nvPr>
            <p:ph idx="1" type="body"/>
          </p:nvPr>
        </p:nvSpPr>
        <p:spPr>
          <a:xfrm>
            <a:off x="431801" y="2313992"/>
            <a:ext cx="5662473"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374151"/>
              </a:buClr>
              <a:buSzPts val="2400"/>
              <a:buFont typeface="Noto Sans Symbols"/>
              <a:buChar char="§"/>
            </a:pPr>
            <a:r>
              <a:rPr lang="en-US">
                <a:solidFill>
                  <a:srgbClr val="374151"/>
                </a:solidFill>
                <a:latin typeface="Play"/>
                <a:ea typeface="Play"/>
                <a:cs typeface="Play"/>
                <a:sym typeface="Play"/>
              </a:rPr>
              <a:t>Computer vision is used to guide robots and </a:t>
            </a:r>
            <a:r>
              <a:rPr lang="en-US">
                <a:solidFill>
                  <a:schemeClr val="accent1"/>
                </a:solidFill>
                <a:latin typeface="Play"/>
                <a:ea typeface="Play"/>
                <a:cs typeface="Play"/>
                <a:sym typeface="Play"/>
              </a:rPr>
              <a:t>automate tasks</a:t>
            </a:r>
            <a:r>
              <a:rPr lang="en-US">
                <a:solidFill>
                  <a:srgbClr val="374151"/>
                </a:solidFill>
                <a:latin typeface="Play"/>
                <a:ea typeface="Play"/>
                <a:cs typeface="Play"/>
                <a:sym typeface="Play"/>
              </a:rPr>
              <a:t> in the manufacturing process, such as pick-and-place operations or assembly tasks. </a:t>
            </a:r>
            <a:endParaRPr>
              <a:latin typeface="Play"/>
              <a:ea typeface="Play"/>
              <a:cs typeface="Play"/>
              <a:sym typeface="Play"/>
            </a:endParaRPr>
          </a:p>
          <a:p>
            <a:pPr indent="-190500" lvl="0" marL="342900" rtl="0" algn="l">
              <a:lnSpc>
                <a:spcPct val="100000"/>
              </a:lnSpc>
              <a:spcBef>
                <a:spcPts val="0"/>
              </a:spcBef>
              <a:spcAft>
                <a:spcPts val="0"/>
              </a:spcAft>
              <a:buClr>
                <a:schemeClr val="dk1"/>
              </a:buClr>
              <a:buSzPts val="2400"/>
              <a:buFont typeface="Noto Sans Symbols"/>
              <a:buNone/>
            </a:pPr>
            <a:r>
              <a:t/>
            </a:r>
            <a:endParaRPr>
              <a:latin typeface="Play"/>
              <a:ea typeface="Play"/>
              <a:cs typeface="Play"/>
              <a:sym typeface="Play"/>
            </a:endParaRPr>
          </a:p>
          <a:p>
            <a:pPr indent="-342900" lvl="0" marL="342900" rtl="0" algn="l">
              <a:lnSpc>
                <a:spcPct val="100000"/>
              </a:lnSpc>
              <a:spcBef>
                <a:spcPts val="0"/>
              </a:spcBef>
              <a:spcAft>
                <a:spcPts val="0"/>
              </a:spcAft>
              <a:buClr>
                <a:srgbClr val="374151"/>
              </a:buClr>
              <a:buSzPts val="2400"/>
              <a:buFont typeface="Noto Sans Symbols"/>
              <a:buChar char="§"/>
            </a:pPr>
            <a:r>
              <a:rPr lang="en-US">
                <a:solidFill>
                  <a:srgbClr val="374151"/>
                </a:solidFill>
                <a:latin typeface="Play"/>
                <a:ea typeface="Play"/>
                <a:cs typeface="Play"/>
                <a:sym typeface="Play"/>
              </a:rPr>
              <a:t>This helps to improve efficiency and reduce the need for manual labor.</a:t>
            </a:r>
            <a:endParaRPr>
              <a:latin typeface="Play"/>
              <a:ea typeface="Play"/>
              <a:cs typeface="Play"/>
              <a:sym typeface="Play"/>
            </a:endParaRPr>
          </a:p>
          <a:p>
            <a:pPr indent="-190500" lvl="0" marL="342900" rtl="0" algn="l">
              <a:lnSpc>
                <a:spcPct val="100000"/>
              </a:lnSpc>
              <a:spcBef>
                <a:spcPts val="0"/>
              </a:spcBef>
              <a:spcAft>
                <a:spcPts val="0"/>
              </a:spcAft>
              <a:buClr>
                <a:schemeClr val="dk1"/>
              </a:buClr>
              <a:buSzPts val="2400"/>
              <a:buFont typeface="Noto Sans Symbols"/>
              <a:buNone/>
            </a:pPr>
            <a:r>
              <a:t/>
            </a:r>
            <a:endParaRPr>
              <a:solidFill>
                <a:srgbClr val="374151"/>
              </a:solidFill>
              <a:latin typeface="Play"/>
              <a:ea typeface="Play"/>
              <a:cs typeface="Play"/>
              <a:sym typeface="Play"/>
            </a:endParaRPr>
          </a:p>
        </p:txBody>
      </p:sp>
      <p:sp>
        <p:nvSpPr>
          <p:cNvPr id="616" name="Google Shape;616;p13"/>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617" name="Google Shape;617;p13"/>
          <p:cNvSpPr txBox="1"/>
          <p:nvPr/>
        </p:nvSpPr>
        <p:spPr>
          <a:xfrm>
            <a:off x="431799" y="1236075"/>
            <a:ext cx="914219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Existing Use cases  - Robotic Guidance and Automation</a:t>
            </a:r>
            <a:endParaRPr sz="1800">
              <a:solidFill>
                <a:schemeClr val="accent1"/>
              </a:solidFill>
              <a:latin typeface="Play"/>
              <a:ea typeface="Play"/>
              <a:cs typeface="Play"/>
              <a:sym typeface="Play"/>
            </a:endParaRPr>
          </a:p>
        </p:txBody>
      </p:sp>
      <p:pic>
        <p:nvPicPr>
          <p:cNvPr descr="manufacturing unit " id="618" name="Google Shape;618;p13"/>
          <p:cNvPicPr preferRelativeResize="0"/>
          <p:nvPr/>
        </p:nvPicPr>
        <p:blipFill rotWithShape="1">
          <a:blip r:embed="rId3">
            <a:alphaModFix/>
          </a:blip>
          <a:srcRect b="0" l="0" r="0" t="0"/>
          <a:stretch/>
        </p:blipFill>
        <p:spPr>
          <a:xfrm>
            <a:off x="6093541" y="2261579"/>
            <a:ext cx="5465223" cy="3573415"/>
          </a:xfrm>
          <a:prstGeom prst="rect">
            <a:avLst/>
          </a:prstGeom>
          <a:noFill/>
          <a:ln>
            <a:noFill/>
          </a:ln>
        </p:spPr>
      </p:pic>
      <p:sp>
        <p:nvSpPr>
          <p:cNvPr id="619" name="Google Shape;619;p13"/>
          <p:cNvSpPr txBox="1"/>
          <p:nvPr/>
        </p:nvSpPr>
        <p:spPr>
          <a:xfrm>
            <a:off x="1868211" y="6137782"/>
            <a:ext cx="11308702" cy="603242"/>
          </a:xfrm>
          <a:prstGeom prst="rect">
            <a:avLst/>
          </a:prstGeom>
          <a:noFill/>
          <a:ln>
            <a:noFill/>
          </a:ln>
        </p:spPr>
        <p:txBody>
          <a:bodyPr anchorCtr="0" anchor="t" bIns="45700" lIns="91425" spcFirstLastPara="1" rIns="91425" wrap="square" tIns="45700">
            <a:spAutoFit/>
          </a:bodyPr>
          <a:lstStyle/>
          <a:p>
            <a:pPr indent="-457200" lvl="0" marL="457200" marR="0" rtl="0" algn="l">
              <a:lnSpc>
                <a:spcPct val="200000"/>
              </a:lnSpc>
              <a:spcBef>
                <a:spcPts val="0"/>
              </a:spcBef>
              <a:spcAft>
                <a:spcPts val="0"/>
              </a:spcAft>
              <a:buNone/>
            </a:pPr>
            <a:r>
              <a:rPr lang="en-US" sz="800">
                <a:solidFill>
                  <a:schemeClr val="dk1"/>
                </a:solidFill>
                <a:latin typeface="Play"/>
                <a:ea typeface="Play"/>
                <a:cs typeface="Play"/>
                <a:sym typeface="Play"/>
              </a:rPr>
              <a:t>Image source : SICK USA. (2020, December 19). </a:t>
            </a:r>
            <a:r>
              <a:rPr i="1" lang="en-US" sz="800">
                <a:solidFill>
                  <a:schemeClr val="dk1"/>
                </a:solidFill>
                <a:latin typeface="Play"/>
                <a:ea typeface="Play"/>
                <a:cs typeface="Play"/>
                <a:sym typeface="Play"/>
              </a:rPr>
              <a:t>Robot Vision and Guidance Can Take Automation to the Next Level</a:t>
            </a:r>
            <a:r>
              <a:rPr lang="en-US" sz="800">
                <a:solidFill>
                  <a:schemeClr val="dk1"/>
                </a:solidFill>
                <a:latin typeface="Play"/>
                <a:ea typeface="Play"/>
                <a:cs typeface="Play"/>
                <a:sym typeface="Play"/>
              </a:rPr>
              <a:t>. SICK USA BLOG. </a:t>
            </a:r>
            <a:r>
              <a:rPr lang="en-US" sz="800" u="sng">
                <a:solidFill>
                  <a:schemeClr val="dk1"/>
                </a:solidFill>
                <a:latin typeface="Play"/>
                <a:ea typeface="Play"/>
                <a:cs typeface="Play"/>
                <a:sym typeface="Play"/>
                <a:hlinkClick r:id="rId4">
                  <a:extLst>
                    <a:ext uri="{A12FA001-AC4F-418D-AE19-62706E023703}">
                      <ahyp:hlinkClr val="tx"/>
                    </a:ext>
                  </a:extLst>
                </a:hlinkClick>
              </a:rPr>
              <a:t>https://sickusablog.com/robot-vision-guidance-can-take-automation-next-level/</a:t>
            </a:r>
            <a:endParaRPr sz="800">
              <a:solidFill>
                <a:schemeClr val="dk1"/>
              </a:solidFill>
              <a:latin typeface="Play"/>
              <a:ea typeface="Play"/>
              <a:cs typeface="Play"/>
              <a:sym typeface="Play"/>
            </a:endParaRPr>
          </a:p>
          <a:p>
            <a:pPr indent="-457200" lvl="0" marL="457200" marR="0" rtl="0" algn="l">
              <a:lnSpc>
                <a:spcPct val="200000"/>
              </a:lnSpc>
              <a:spcBef>
                <a:spcPts val="0"/>
              </a:spcBef>
              <a:spcAft>
                <a:spcPts val="0"/>
              </a:spcAft>
              <a:buNone/>
            </a:pPr>
            <a:r>
              <a:t/>
            </a:r>
            <a:endParaRPr sz="10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cxnSp>
        <p:nvCxnSpPr>
          <p:cNvPr id="625" name="Google Shape;625;p14"/>
          <p:cNvCxnSpPr/>
          <p:nvPr/>
        </p:nvCxnSpPr>
        <p:spPr>
          <a:xfrm flipH="1" rot="10800000">
            <a:off x="3684544" y="2031457"/>
            <a:ext cx="2411456" cy="783529"/>
          </a:xfrm>
          <a:prstGeom prst="straightConnector1">
            <a:avLst/>
          </a:prstGeom>
          <a:noFill/>
          <a:ln cap="flat" cmpd="sng" w="12700">
            <a:solidFill>
              <a:srgbClr val="A6A6A6"/>
            </a:solidFill>
            <a:prstDash val="solid"/>
            <a:miter lim="800000"/>
            <a:headEnd len="sm" w="sm" type="none"/>
            <a:tailEnd len="sm" w="sm" type="none"/>
          </a:ln>
        </p:spPr>
      </p:cxnSp>
      <p:cxnSp>
        <p:nvCxnSpPr>
          <p:cNvPr id="626" name="Google Shape;626;p14"/>
          <p:cNvCxnSpPr/>
          <p:nvPr/>
        </p:nvCxnSpPr>
        <p:spPr>
          <a:xfrm flipH="1" rot="10800000">
            <a:off x="4943061" y="2031457"/>
            <a:ext cx="1152939" cy="2126978"/>
          </a:xfrm>
          <a:prstGeom prst="straightConnector1">
            <a:avLst/>
          </a:prstGeom>
          <a:noFill/>
          <a:ln cap="flat" cmpd="sng" w="12700">
            <a:solidFill>
              <a:srgbClr val="A6A6A6"/>
            </a:solidFill>
            <a:prstDash val="solid"/>
            <a:miter lim="800000"/>
            <a:headEnd len="sm" w="sm" type="none"/>
            <a:tailEnd len="sm" w="sm" type="none"/>
          </a:ln>
        </p:spPr>
      </p:cxnSp>
      <p:cxnSp>
        <p:nvCxnSpPr>
          <p:cNvPr id="627" name="Google Shape;627;p14"/>
          <p:cNvCxnSpPr/>
          <p:nvPr/>
        </p:nvCxnSpPr>
        <p:spPr>
          <a:xfrm rot="10800000">
            <a:off x="6096003" y="2031456"/>
            <a:ext cx="1166188" cy="2060719"/>
          </a:xfrm>
          <a:prstGeom prst="straightConnector1">
            <a:avLst/>
          </a:prstGeom>
          <a:noFill/>
          <a:ln cap="flat" cmpd="sng" w="12700">
            <a:solidFill>
              <a:srgbClr val="A6A6A6"/>
            </a:solidFill>
            <a:prstDash val="solid"/>
            <a:miter lim="800000"/>
            <a:headEnd len="sm" w="sm" type="none"/>
            <a:tailEnd len="sm" w="sm" type="none"/>
          </a:ln>
        </p:spPr>
      </p:cxnSp>
      <p:cxnSp>
        <p:nvCxnSpPr>
          <p:cNvPr id="628" name="Google Shape;628;p14"/>
          <p:cNvCxnSpPr/>
          <p:nvPr/>
        </p:nvCxnSpPr>
        <p:spPr>
          <a:xfrm rot="10800000">
            <a:off x="6096002" y="2031457"/>
            <a:ext cx="2411456" cy="783529"/>
          </a:xfrm>
          <a:prstGeom prst="straightConnector1">
            <a:avLst/>
          </a:prstGeom>
          <a:noFill/>
          <a:ln cap="flat" cmpd="sng" w="12700">
            <a:solidFill>
              <a:srgbClr val="A6A6A6"/>
            </a:solidFill>
            <a:prstDash val="solid"/>
            <a:miter lim="800000"/>
            <a:headEnd len="sm" w="sm" type="none"/>
            <a:tailEnd len="sm" w="sm" type="none"/>
          </a:ln>
        </p:spPr>
      </p:cxnSp>
      <p:sp>
        <p:nvSpPr>
          <p:cNvPr id="629" name="Google Shape;629;p14"/>
          <p:cNvSpPr/>
          <p:nvPr/>
        </p:nvSpPr>
        <p:spPr>
          <a:xfrm>
            <a:off x="7892777" y="2200306"/>
            <a:ext cx="1229360" cy="122936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30" name="Google Shape;630;p14"/>
          <p:cNvSpPr/>
          <p:nvPr/>
        </p:nvSpPr>
        <p:spPr>
          <a:xfrm>
            <a:off x="6654181" y="3468083"/>
            <a:ext cx="1229360" cy="122936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31" name="Google Shape;631;p14"/>
          <p:cNvSpPr/>
          <p:nvPr/>
        </p:nvSpPr>
        <p:spPr>
          <a:xfrm>
            <a:off x="4308459" y="3468083"/>
            <a:ext cx="1229360" cy="122936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32" name="Google Shape;632;p14"/>
          <p:cNvSpPr/>
          <p:nvPr/>
        </p:nvSpPr>
        <p:spPr>
          <a:xfrm>
            <a:off x="3069864" y="2200306"/>
            <a:ext cx="1229360" cy="12293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33" name="Google Shape;633;p14"/>
          <p:cNvSpPr/>
          <p:nvPr/>
        </p:nvSpPr>
        <p:spPr>
          <a:xfrm>
            <a:off x="5272446" y="1293820"/>
            <a:ext cx="1575351" cy="1575351"/>
          </a:xfrm>
          <a:prstGeom prst="ellipse">
            <a:avLst/>
          </a:prstGeom>
          <a:solidFill>
            <a:schemeClr val="lt1"/>
          </a:solidFill>
          <a:ln cap="flat" cmpd="sng" w="12700">
            <a:solidFill>
              <a:srgbClr val="A6A6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lay"/>
              <a:ea typeface="Play"/>
              <a:cs typeface="Play"/>
              <a:sym typeface="Play"/>
            </a:endParaRPr>
          </a:p>
        </p:txBody>
      </p:sp>
      <p:sp>
        <p:nvSpPr>
          <p:cNvPr id="634" name="Google Shape;634;p14"/>
          <p:cNvSpPr txBox="1"/>
          <p:nvPr/>
        </p:nvSpPr>
        <p:spPr>
          <a:xfrm>
            <a:off x="178200" y="2042770"/>
            <a:ext cx="2916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1"/>
                </a:solidFill>
                <a:latin typeface="Play"/>
                <a:ea typeface="Play"/>
                <a:cs typeface="Play"/>
                <a:sym typeface="Play"/>
              </a:rPr>
              <a:t>Increased Efficiency</a:t>
            </a:r>
            <a:endParaRPr/>
          </a:p>
          <a:p>
            <a:pPr indent="0" lvl="0" marL="0" marR="0" rtl="0" algn="l">
              <a:spcBef>
                <a:spcPts val="0"/>
              </a:spcBef>
              <a:spcAft>
                <a:spcPts val="0"/>
              </a:spcAft>
              <a:buNone/>
            </a:pPr>
            <a:r>
              <a:rPr lang="en-US" sz="1800">
                <a:solidFill>
                  <a:schemeClr val="dk1"/>
                </a:solidFill>
                <a:latin typeface="Play"/>
                <a:ea typeface="Play"/>
                <a:cs typeface="Play"/>
                <a:sym typeface="Play"/>
              </a:rPr>
              <a:t>By automating repetitive tasks, computer vision can increase manufacturing speed and efficiency while reducing labor costs.</a:t>
            </a:r>
            <a:endParaRPr/>
          </a:p>
        </p:txBody>
      </p:sp>
      <p:sp>
        <p:nvSpPr>
          <p:cNvPr id="635" name="Google Shape;635;p14"/>
          <p:cNvSpPr txBox="1"/>
          <p:nvPr/>
        </p:nvSpPr>
        <p:spPr>
          <a:xfrm>
            <a:off x="9172738" y="1955489"/>
            <a:ext cx="2411456"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4"/>
                </a:solidFill>
                <a:latin typeface="Play"/>
                <a:ea typeface="Play"/>
                <a:cs typeface="Play"/>
                <a:sym typeface="Play"/>
              </a:rPr>
              <a:t>Reliability</a:t>
            </a:r>
            <a:endParaRPr/>
          </a:p>
          <a:p>
            <a:pPr indent="0" lvl="0" marL="0" marR="0" rtl="0" algn="l">
              <a:spcBef>
                <a:spcPts val="0"/>
              </a:spcBef>
              <a:spcAft>
                <a:spcPts val="0"/>
              </a:spcAft>
              <a:buNone/>
            </a:pPr>
            <a:r>
              <a:rPr lang="en-US" sz="1800">
                <a:solidFill>
                  <a:schemeClr val="dk1"/>
                </a:solidFill>
                <a:latin typeface="Play"/>
                <a:ea typeface="Play"/>
                <a:cs typeface="Play"/>
                <a:sym typeface="Play"/>
              </a:rPr>
              <a:t>The computer system's effectiveness remains constant despite limitations like fatigue or disease.</a:t>
            </a:r>
            <a:endParaRPr/>
          </a:p>
        </p:txBody>
      </p:sp>
      <p:sp>
        <p:nvSpPr>
          <p:cNvPr id="636" name="Google Shape;636;p14"/>
          <p:cNvSpPr txBox="1"/>
          <p:nvPr/>
        </p:nvSpPr>
        <p:spPr>
          <a:xfrm>
            <a:off x="2087536" y="4628721"/>
            <a:ext cx="4008463"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Play"/>
                <a:ea typeface="Play"/>
                <a:cs typeface="Play"/>
                <a:sym typeface="Play"/>
              </a:rPr>
              <a:t>Better Data Collection and Analysis</a:t>
            </a:r>
            <a:endParaRPr/>
          </a:p>
          <a:p>
            <a:pPr indent="0" lvl="0" marL="0" marR="0" rtl="0" algn="l">
              <a:spcBef>
                <a:spcPts val="0"/>
              </a:spcBef>
              <a:spcAft>
                <a:spcPts val="0"/>
              </a:spcAft>
              <a:buNone/>
            </a:pPr>
            <a:r>
              <a:rPr lang="en-US" sz="1800">
                <a:solidFill>
                  <a:schemeClr val="dk1"/>
                </a:solidFill>
                <a:latin typeface="Play"/>
                <a:ea typeface="Play"/>
                <a:cs typeface="Play"/>
                <a:sym typeface="Play"/>
              </a:rPr>
              <a:t>Computer vision technology can collect and analyze large amounts of data in real-time, providing manufacturers with important insights into their processes and operations.</a:t>
            </a:r>
            <a:endParaRPr/>
          </a:p>
        </p:txBody>
      </p:sp>
      <p:sp>
        <p:nvSpPr>
          <p:cNvPr id="637" name="Google Shape;637;p14"/>
          <p:cNvSpPr txBox="1"/>
          <p:nvPr/>
        </p:nvSpPr>
        <p:spPr>
          <a:xfrm>
            <a:off x="6901408" y="4666200"/>
            <a:ext cx="379276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3"/>
                </a:solidFill>
                <a:latin typeface="Play"/>
                <a:ea typeface="Play"/>
                <a:cs typeface="Play"/>
                <a:sym typeface="Play"/>
              </a:rPr>
              <a:t>Safety</a:t>
            </a:r>
            <a:endParaRPr/>
          </a:p>
          <a:p>
            <a:pPr indent="0" lvl="0" marL="0" marR="0" rtl="0" algn="l">
              <a:spcBef>
                <a:spcPts val="0"/>
              </a:spcBef>
              <a:spcAft>
                <a:spcPts val="0"/>
              </a:spcAft>
              <a:buNone/>
            </a:pPr>
            <a:r>
              <a:rPr lang="en-US" sz="1800">
                <a:solidFill>
                  <a:schemeClr val="dk1"/>
                </a:solidFill>
                <a:latin typeface="Play"/>
                <a:ea typeface="Play"/>
                <a:cs typeface="Play"/>
                <a:sym typeface="Play"/>
              </a:rPr>
              <a:t>Computer vision technology can help detect potential safety hazards in the manufacturing process, making a secure work environment for employees.</a:t>
            </a:r>
            <a:endParaRPr/>
          </a:p>
        </p:txBody>
      </p:sp>
      <p:sp>
        <p:nvSpPr>
          <p:cNvPr id="638" name="Google Shape;638;p14"/>
          <p:cNvSpPr txBox="1"/>
          <p:nvPr>
            <p:ph type="title"/>
          </p:nvPr>
        </p:nvSpPr>
        <p:spPr>
          <a:xfrm>
            <a:off x="261730" y="17632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Computer Vision in the Manufacturing Industry</a:t>
            </a:r>
            <a:endParaRPr/>
          </a:p>
        </p:txBody>
      </p:sp>
      <p:sp>
        <p:nvSpPr>
          <p:cNvPr id="639" name="Google Shape;639;p14"/>
          <p:cNvSpPr txBox="1"/>
          <p:nvPr/>
        </p:nvSpPr>
        <p:spPr>
          <a:xfrm>
            <a:off x="431799" y="1236075"/>
            <a:ext cx="69245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Advantages</a:t>
            </a:r>
            <a:endParaRPr/>
          </a:p>
        </p:txBody>
      </p:sp>
      <p:sp>
        <p:nvSpPr>
          <p:cNvPr id="640" name="Google Shape;640;p14"/>
          <p:cNvSpPr txBox="1"/>
          <p:nvPr/>
        </p:nvSpPr>
        <p:spPr>
          <a:xfrm>
            <a:off x="5152542" y="1808339"/>
            <a:ext cx="17670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1"/>
                </a:solidFill>
                <a:latin typeface="Play"/>
                <a:ea typeface="Play"/>
                <a:cs typeface="Play"/>
                <a:sym typeface="Play"/>
              </a:rPr>
              <a:t>  Advantages</a:t>
            </a:r>
            <a:endParaRPr/>
          </a:p>
        </p:txBody>
      </p:sp>
      <p:grpSp>
        <p:nvGrpSpPr>
          <p:cNvPr descr="{&quot;Key&quot;:&quot;POWER_USER_SHAPE_ICON&quot;,&quot;Value&quot;:&quot;POWER_USER_SHAPE_ICON_STYLE_1&quot;}" id="641" name="Google Shape;641;p14"/>
          <p:cNvGrpSpPr/>
          <p:nvPr/>
        </p:nvGrpSpPr>
        <p:grpSpPr>
          <a:xfrm>
            <a:off x="4548406" y="3719767"/>
            <a:ext cx="702800" cy="762000"/>
            <a:chOff x="5729288" y="1670050"/>
            <a:chExt cx="735013" cy="796926"/>
          </a:xfrm>
        </p:grpSpPr>
        <p:cxnSp>
          <p:nvCxnSpPr>
            <p:cNvPr id="642" name="Google Shape;642;p14"/>
            <p:cNvCxnSpPr/>
            <p:nvPr/>
          </p:nvCxnSpPr>
          <p:spPr>
            <a:xfrm>
              <a:off x="5954713" y="2181225"/>
              <a:ext cx="206375" cy="0"/>
            </a:xfrm>
            <a:prstGeom prst="straightConnector1">
              <a:avLst/>
            </a:prstGeom>
            <a:noFill/>
            <a:ln cap="flat" cmpd="sng" w="19050">
              <a:solidFill>
                <a:schemeClr val="dk1"/>
              </a:solidFill>
              <a:prstDash val="solid"/>
              <a:round/>
              <a:headEnd len="med" w="med" type="none"/>
              <a:tailEnd len="med" w="med" type="none"/>
            </a:ln>
          </p:spPr>
        </p:cxnSp>
        <p:sp>
          <p:nvSpPr>
            <p:cNvPr id="643" name="Google Shape;643;p14"/>
            <p:cNvSpPr/>
            <p:nvPr/>
          </p:nvSpPr>
          <p:spPr>
            <a:xfrm>
              <a:off x="5729288" y="1935163"/>
              <a:ext cx="273050" cy="433388"/>
            </a:xfrm>
            <a:custGeom>
              <a:rect b="b" l="l" r="r" t="t"/>
              <a:pathLst>
                <a:path extrusionOk="0" h="576" w="363">
                  <a:moveTo>
                    <a:pt x="320" y="125"/>
                  </a:moveTo>
                  <a:cubicBezTo>
                    <a:pt x="298" y="116"/>
                    <a:pt x="268" y="121"/>
                    <a:pt x="253" y="148"/>
                  </a:cubicBezTo>
                  <a:lnTo>
                    <a:pt x="169" y="318"/>
                  </a:lnTo>
                  <a:lnTo>
                    <a:pt x="150" y="231"/>
                  </a:lnTo>
                  <a:lnTo>
                    <a:pt x="217" y="134"/>
                  </a:lnTo>
                  <a:lnTo>
                    <a:pt x="217" y="0"/>
                  </a:lnTo>
                  <a:lnTo>
                    <a:pt x="20" y="176"/>
                  </a:lnTo>
                  <a:cubicBezTo>
                    <a:pt x="0" y="197"/>
                    <a:pt x="4" y="225"/>
                    <a:pt x="5" y="242"/>
                  </a:cubicBezTo>
                  <a:lnTo>
                    <a:pt x="16" y="516"/>
                  </a:lnTo>
                  <a:cubicBezTo>
                    <a:pt x="17" y="537"/>
                    <a:pt x="20" y="546"/>
                    <a:pt x="42" y="550"/>
                  </a:cubicBezTo>
                  <a:lnTo>
                    <a:pt x="141" y="569"/>
                  </a:lnTo>
                  <a:cubicBezTo>
                    <a:pt x="156" y="571"/>
                    <a:pt x="169" y="576"/>
                    <a:pt x="181" y="560"/>
                  </a:cubicBezTo>
                  <a:cubicBezTo>
                    <a:pt x="199" y="536"/>
                    <a:pt x="235" y="489"/>
                    <a:pt x="244" y="477"/>
                  </a:cubicBezTo>
                  <a:cubicBezTo>
                    <a:pt x="252" y="465"/>
                    <a:pt x="263" y="433"/>
                    <a:pt x="288" y="358"/>
                  </a:cubicBezTo>
                  <a:cubicBezTo>
                    <a:pt x="304" y="313"/>
                    <a:pt x="357" y="185"/>
                    <a:pt x="357" y="185"/>
                  </a:cubicBezTo>
                  <a:cubicBezTo>
                    <a:pt x="363" y="164"/>
                    <a:pt x="352" y="138"/>
                    <a:pt x="320" y="125"/>
                  </a:cubicBezTo>
                  <a:close/>
                </a:path>
              </a:pathLst>
            </a:custGeom>
            <a:no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cxnSp>
          <p:nvCxnSpPr>
            <p:cNvPr id="644" name="Google Shape;644;p14"/>
            <p:cNvCxnSpPr/>
            <p:nvPr/>
          </p:nvCxnSpPr>
          <p:spPr>
            <a:xfrm>
              <a:off x="5892800" y="1817688"/>
              <a:ext cx="0" cy="117475"/>
            </a:xfrm>
            <a:prstGeom prst="straightConnector1">
              <a:avLst/>
            </a:prstGeom>
            <a:noFill/>
            <a:ln cap="flat" cmpd="sng" w="19050">
              <a:solidFill>
                <a:schemeClr val="dk1"/>
              </a:solidFill>
              <a:prstDash val="solid"/>
              <a:round/>
              <a:headEnd len="med" w="med" type="none"/>
              <a:tailEnd len="med" w="med" type="none"/>
            </a:ln>
          </p:spPr>
        </p:cxnSp>
        <p:sp>
          <p:nvSpPr>
            <p:cNvPr id="645" name="Google Shape;645;p14"/>
            <p:cNvSpPr/>
            <p:nvPr/>
          </p:nvSpPr>
          <p:spPr>
            <a:xfrm>
              <a:off x="6081713" y="2052638"/>
              <a:ext cx="382588" cy="414338"/>
            </a:xfrm>
            <a:custGeom>
              <a:rect b="b" l="l" r="r" t="t"/>
              <a:pathLst>
                <a:path extrusionOk="0" h="551" w="510">
                  <a:moveTo>
                    <a:pt x="291" y="551"/>
                  </a:moveTo>
                  <a:cubicBezTo>
                    <a:pt x="229" y="551"/>
                    <a:pt x="185" y="521"/>
                    <a:pt x="126" y="439"/>
                  </a:cubicBezTo>
                  <a:cubicBezTo>
                    <a:pt x="89" y="387"/>
                    <a:pt x="54" y="358"/>
                    <a:pt x="31" y="338"/>
                  </a:cubicBezTo>
                  <a:cubicBezTo>
                    <a:pt x="11" y="321"/>
                    <a:pt x="0" y="312"/>
                    <a:pt x="2" y="300"/>
                  </a:cubicBezTo>
                  <a:cubicBezTo>
                    <a:pt x="5" y="289"/>
                    <a:pt x="22" y="268"/>
                    <a:pt x="49" y="260"/>
                  </a:cubicBezTo>
                  <a:cubicBezTo>
                    <a:pt x="54" y="259"/>
                    <a:pt x="58" y="259"/>
                    <a:pt x="63" y="259"/>
                  </a:cubicBezTo>
                  <a:cubicBezTo>
                    <a:pt x="81" y="259"/>
                    <a:pt x="108" y="267"/>
                    <a:pt x="132" y="290"/>
                  </a:cubicBezTo>
                  <a:lnTo>
                    <a:pt x="81" y="60"/>
                  </a:lnTo>
                  <a:cubicBezTo>
                    <a:pt x="75" y="33"/>
                    <a:pt x="92" y="7"/>
                    <a:pt x="119" y="1"/>
                  </a:cubicBezTo>
                  <a:cubicBezTo>
                    <a:pt x="123" y="0"/>
                    <a:pt x="126" y="0"/>
                    <a:pt x="130" y="0"/>
                  </a:cubicBezTo>
                  <a:cubicBezTo>
                    <a:pt x="153" y="0"/>
                    <a:pt x="173" y="16"/>
                    <a:pt x="178" y="39"/>
                  </a:cubicBezTo>
                  <a:lnTo>
                    <a:pt x="209" y="176"/>
                  </a:lnTo>
                  <a:cubicBezTo>
                    <a:pt x="210" y="174"/>
                    <a:pt x="212" y="173"/>
                    <a:pt x="214" y="171"/>
                  </a:cubicBezTo>
                  <a:cubicBezTo>
                    <a:pt x="223" y="161"/>
                    <a:pt x="236" y="156"/>
                    <a:pt x="250" y="156"/>
                  </a:cubicBezTo>
                  <a:cubicBezTo>
                    <a:pt x="268" y="156"/>
                    <a:pt x="283" y="165"/>
                    <a:pt x="292" y="181"/>
                  </a:cubicBezTo>
                  <a:cubicBezTo>
                    <a:pt x="302" y="165"/>
                    <a:pt x="321" y="158"/>
                    <a:pt x="334" y="158"/>
                  </a:cubicBezTo>
                  <a:cubicBezTo>
                    <a:pt x="357" y="158"/>
                    <a:pt x="377" y="174"/>
                    <a:pt x="382" y="197"/>
                  </a:cubicBezTo>
                  <a:lnTo>
                    <a:pt x="383" y="199"/>
                  </a:lnTo>
                  <a:cubicBezTo>
                    <a:pt x="393" y="188"/>
                    <a:pt x="407" y="182"/>
                    <a:pt x="420" y="182"/>
                  </a:cubicBezTo>
                  <a:cubicBezTo>
                    <a:pt x="443" y="183"/>
                    <a:pt x="462" y="198"/>
                    <a:pt x="467" y="220"/>
                  </a:cubicBezTo>
                  <a:lnTo>
                    <a:pt x="498" y="359"/>
                  </a:lnTo>
                  <a:cubicBezTo>
                    <a:pt x="510" y="415"/>
                    <a:pt x="483" y="513"/>
                    <a:pt x="358" y="542"/>
                  </a:cubicBezTo>
                  <a:cubicBezTo>
                    <a:pt x="332" y="548"/>
                    <a:pt x="310" y="551"/>
                    <a:pt x="291" y="551"/>
                  </a:cubicBezTo>
                  <a:close/>
                </a:path>
              </a:pathLst>
            </a:custGeom>
            <a:no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cxnSp>
          <p:nvCxnSpPr>
            <p:cNvPr id="646" name="Google Shape;646;p14"/>
            <p:cNvCxnSpPr/>
            <p:nvPr/>
          </p:nvCxnSpPr>
          <p:spPr>
            <a:xfrm>
              <a:off x="5921375" y="2270125"/>
              <a:ext cx="163513" cy="0"/>
            </a:xfrm>
            <a:prstGeom prst="straightConnector1">
              <a:avLst/>
            </a:prstGeom>
            <a:noFill/>
            <a:ln cap="flat" cmpd="sng" w="19050">
              <a:solidFill>
                <a:schemeClr val="dk1"/>
              </a:solidFill>
              <a:prstDash val="solid"/>
              <a:round/>
              <a:headEnd len="med" w="med" type="none"/>
              <a:tailEnd len="med" w="med" type="none"/>
            </a:ln>
          </p:spPr>
        </p:cxnSp>
        <p:sp>
          <p:nvSpPr>
            <p:cNvPr id="647" name="Google Shape;647;p14"/>
            <p:cNvSpPr/>
            <p:nvPr/>
          </p:nvSpPr>
          <p:spPr>
            <a:xfrm>
              <a:off x="5892800" y="1670050"/>
              <a:ext cx="468313" cy="514350"/>
            </a:xfrm>
            <a:custGeom>
              <a:rect b="b" l="l" r="r" t="t"/>
              <a:pathLst>
                <a:path extrusionOk="0" h="682" w="623">
                  <a:moveTo>
                    <a:pt x="0" y="572"/>
                  </a:moveTo>
                  <a:lnTo>
                    <a:pt x="0" y="15"/>
                  </a:lnTo>
                  <a:cubicBezTo>
                    <a:pt x="0" y="7"/>
                    <a:pt x="7" y="0"/>
                    <a:pt x="16" y="0"/>
                  </a:cubicBezTo>
                  <a:lnTo>
                    <a:pt x="607" y="0"/>
                  </a:lnTo>
                  <a:cubicBezTo>
                    <a:pt x="615" y="0"/>
                    <a:pt x="623" y="7"/>
                    <a:pt x="623" y="15"/>
                  </a:cubicBezTo>
                  <a:lnTo>
                    <a:pt x="623" y="682"/>
                  </a:lnTo>
                </a:path>
              </a:pathLst>
            </a:custGeom>
            <a:no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48" name="Google Shape;648;p14"/>
            <p:cNvSpPr/>
            <p:nvPr/>
          </p:nvSpPr>
          <p:spPr>
            <a:xfrm>
              <a:off x="6148388" y="1884363"/>
              <a:ext cx="61913" cy="61913"/>
            </a:xfrm>
            <a:prstGeom prst="ellipse">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49" name="Google Shape;649;p14"/>
            <p:cNvSpPr/>
            <p:nvPr/>
          </p:nvSpPr>
          <p:spPr>
            <a:xfrm>
              <a:off x="6226175" y="1790700"/>
              <a:ext cx="63500" cy="63500"/>
            </a:xfrm>
            <a:prstGeom prst="ellipse">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50" name="Google Shape;650;p14"/>
            <p:cNvSpPr/>
            <p:nvPr/>
          </p:nvSpPr>
          <p:spPr>
            <a:xfrm>
              <a:off x="5964238" y="1916113"/>
              <a:ext cx="61913" cy="61913"/>
            </a:xfrm>
            <a:prstGeom prst="ellipse">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51" name="Google Shape;651;p14"/>
            <p:cNvSpPr/>
            <p:nvPr/>
          </p:nvSpPr>
          <p:spPr>
            <a:xfrm>
              <a:off x="6042025" y="1822450"/>
              <a:ext cx="63500" cy="61913"/>
            </a:xfrm>
            <a:prstGeom prst="ellipse">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cxnSp>
          <p:nvCxnSpPr>
            <p:cNvPr id="652" name="Google Shape;652;p14"/>
            <p:cNvCxnSpPr/>
            <p:nvPr/>
          </p:nvCxnSpPr>
          <p:spPr>
            <a:xfrm flipH="1" rot="10800000">
              <a:off x="6015038" y="1878013"/>
              <a:ext cx="39688" cy="44450"/>
            </a:xfrm>
            <a:prstGeom prst="straightConnector1">
              <a:avLst/>
            </a:prstGeom>
            <a:noFill/>
            <a:ln cap="flat" cmpd="sng" w="19050">
              <a:solidFill>
                <a:schemeClr val="dk1"/>
              </a:solidFill>
              <a:prstDash val="solid"/>
              <a:miter lim="800000"/>
              <a:headEnd len="med" w="med" type="none"/>
              <a:tailEnd len="med" w="med" type="none"/>
            </a:ln>
          </p:spPr>
        </p:cxnSp>
        <p:cxnSp>
          <p:nvCxnSpPr>
            <p:cNvPr id="653" name="Google Shape;653;p14"/>
            <p:cNvCxnSpPr/>
            <p:nvPr/>
          </p:nvCxnSpPr>
          <p:spPr>
            <a:xfrm>
              <a:off x="6099175" y="1870075"/>
              <a:ext cx="53975" cy="30163"/>
            </a:xfrm>
            <a:prstGeom prst="straightConnector1">
              <a:avLst/>
            </a:prstGeom>
            <a:noFill/>
            <a:ln cap="flat" cmpd="sng" w="19050">
              <a:solidFill>
                <a:schemeClr val="dk1"/>
              </a:solidFill>
              <a:prstDash val="solid"/>
              <a:miter lim="800000"/>
              <a:headEnd len="med" w="med" type="none"/>
              <a:tailEnd len="med" w="med" type="none"/>
            </a:ln>
          </p:spPr>
        </p:cxnSp>
        <p:cxnSp>
          <p:nvCxnSpPr>
            <p:cNvPr id="654" name="Google Shape;654;p14"/>
            <p:cNvCxnSpPr/>
            <p:nvPr/>
          </p:nvCxnSpPr>
          <p:spPr>
            <a:xfrm flipH="1" rot="10800000">
              <a:off x="6199188" y="1846263"/>
              <a:ext cx="39688" cy="46038"/>
            </a:xfrm>
            <a:prstGeom prst="straightConnector1">
              <a:avLst/>
            </a:prstGeom>
            <a:noFill/>
            <a:ln cap="flat" cmpd="sng" w="19050">
              <a:solidFill>
                <a:schemeClr val="dk1"/>
              </a:solidFill>
              <a:prstDash val="solid"/>
              <a:miter lim="800000"/>
              <a:headEnd len="med" w="med" type="none"/>
              <a:tailEnd len="med" w="med" type="none"/>
            </a:ln>
          </p:spPr>
        </p:cxnSp>
      </p:grpSp>
      <p:pic>
        <p:nvPicPr>
          <p:cNvPr descr="Efficency " id="655" name="Google Shape;655;p14"/>
          <p:cNvPicPr preferRelativeResize="0"/>
          <p:nvPr/>
        </p:nvPicPr>
        <p:blipFill rotWithShape="1">
          <a:blip r:embed="rId3">
            <a:alphaModFix/>
          </a:blip>
          <a:srcRect b="0" l="0" r="0" t="0"/>
          <a:stretch/>
        </p:blipFill>
        <p:spPr>
          <a:xfrm>
            <a:off x="3172666" y="2295200"/>
            <a:ext cx="1050255" cy="1050255"/>
          </a:xfrm>
          <a:prstGeom prst="rect">
            <a:avLst/>
          </a:prstGeom>
          <a:noFill/>
          <a:ln>
            <a:noFill/>
          </a:ln>
        </p:spPr>
      </p:pic>
      <p:pic>
        <p:nvPicPr>
          <p:cNvPr id="656" name="Google Shape;656;p14"/>
          <p:cNvPicPr preferRelativeResize="0"/>
          <p:nvPr/>
        </p:nvPicPr>
        <p:blipFill rotWithShape="1">
          <a:blip r:embed="rId4">
            <a:alphaModFix/>
          </a:blip>
          <a:srcRect b="0" l="0" r="0" t="0"/>
          <a:stretch/>
        </p:blipFill>
        <p:spPr>
          <a:xfrm>
            <a:off x="8090695" y="2431567"/>
            <a:ext cx="834780" cy="834780"/>
          </a:xfrm>
          <a:prstGeom prst="rect">
            <a:avLst/>
          </a:prstGeom>
          <a:noFill/>
          <a:ln>
            <a:noFill/>
          </a:ln>
        </p:spPr>
      </p:pic>
      <p:grpSp>
        <p:nvGrpSpPr>
          <p:cNvPr descr="{&quot;Key&quot;:&quot;POWER_USER_SHAPE_ICON&quot;,&quot;Value&quot;:&quot;POWER_USER_SHAPE_ICON_STYLE_1&quot;}" id="657" name="Google Shape;657;p14"/>
          <p:cNvGrpSpPr/>
          <p:nvPr/>
        </p:nvGrpSpPr>
        <p:grpSpPr>
          <a:xfrm>
            <a:off x="6996734" y="3719767"/>
            <a:ext cx="542192" cy="762000"/>
            <a:chOff x="3494" y="1576"/>
            <a:chExt cx="296" cy="416"/>
          </a:xfrm>
        </p:grpSpPr>
        <p:sp>
          <p:nvSpPr>
            <p:cNvPr id="658" name="Google Shape;658;p14"/>
            <p:cNvSpPr/>
            <p:nvPr/>
          </p:nvSpPr>
          <p:spPr>
            <a:xfrm>
              <a:off x="3494" y="1576"/>
              <a:ext cx="296" cy="416"/>
            </a:xfrm>
            <a:custGeom>
              <a:rect b="b" l="l" r="r" t="t"/>
              <a:pathLst>
                <a:path extrusionOk="0" h="866" w="615">
                  <a:moveTo>
                    <a:pt x="0" y="0"/>
                  </a:moveTo>
                  <a:lnTo>
                    <a:pt x="0" y="531"/>
                  </a:lnTo>
                  <a:cubicBezTo>
                    <a:pt x="0" y="585"/>
                    <a:pt x="25" y="635"/>
                    <a:pt x="70" y="672"/>
                  </a:cubicBezTo>
                  <a:lnTo>
                    <a:pt x="308" y="866"/>
                  </a:lnTo>
                  <a:lnTo>
                    <a:pt x="545" y="672"/>
                  </a:lnTo>
                  <a:cubicBezTo>
                    <a:pt x="590" y="635"/>
                    <a:pt x="615" y="585"/>
                    <a:pt x="615" y="531"/>
                  </a:cubicBezTo>
                  <a:lnTo>
                    <a:pt x="615" y="0"/>
                  </a:lnTo>
                  <a:lnTo>
                    <a:pt x="0" y="0"/>
                  </a:lnTo>
                  <a:close/>
                  <a:moveTo>
                    <a:pt x="483" y="70"/>
                  </a:moveTo>
                  <a:lnTo>
                    <a:pt x="498" y="26"/>
                  </a:lnTo>
                  <a:lnTo>
                    <a:pt x="512" y="70"/>
                  </a:lnTo>
                  <a:lnTo>
                    <a:pt x="558" y="70"/>
                  </a:lnTo>
                  <a:lnTo>
                    <a:pt x="520" y="97"/>
                  </a:lnTo>
                  <a:lnTo>
                    <a:pt x="535" y="141"/>
                  </a:lnTo>
                  <a:lnTo>
                    <a:pt x="498" y="114"/>
                  </a:lnTo>
                  <a:lnTo>
                    <a:pt x="460" y="141"/>
                  </a:lnTo>
                  <a:lnTo>
                    <a:pt x="474" y="97"/>
                  </a:lnTo>
                  <a:lnTo>
                    <a:pt x="437" y="70"/>
                  </a:lnTo>
                  <a:lnTo>
                    <a:pt x="483" y="70"/>
                  </a:lnTo>
                  <a:close/>
                  <a:moveTo>
                    <a:pt x="294" y="70"/>
                  </a:moveTo>
                  <a:lnTo>
                    <a:pt x="309" y="26"/>
                  </a:lnTo>
                  <a:lnTo>
                    <a:pt x="324" y="70"/>
                  </a:lnTo>
                  <a:lnTo>
                    <a:pt x="370" y="70"/>
                  </a:lnTo>
                  <a:lnTo>
                    <a:pt x="333" y="97"/>
                  </a:lnTo>
                  <a:lnTo>
                    <a:pt x="348" y="141"/>
                  </a:lnTo>
                  <a:lnTo>
                    <a:pt x="310" y="114"/>
                  </a:lnTo>
                  <a:lnTo>
                    <a:pt x="273" y="141"/>
                  </a:lnTo>
                  <a:lnTo>
                    <a:pt x="288" y="97"/>
                  </a:lnTo>
                  <a:lnTo>
                    <a:pt x="250" y="70"/>
                  </a:lnTo>
                  <a:lnTo>
                    <a:pt x="294" y="70"/>
                  </a:lnTo>
                  <a:close/>
                  <a:moveTo>
                    <a:pt x="104" y="70"/>
                  </a:moveTo>
                  <a:lnTo>
                    <a:pt x="119" y="26"/>
                  </a:lnTo>
                  <a:lnTo>
                    <a:pt x="134" y="70"/>
                  </a:lnTo>
                  <a:lnTo>
                    <a:pt x="180" y="70"/>
                  </a:lnTo>
                  <a:lnTo>
                    <a:pt x="143" y="97"/>
                  </a:lnTo>
                  <a:lnTo>
                    <a:pt x="158" y="141"/>
                  </a:lnTo>
                  <a:lnTo>
                    <a:pt x="120" y="114"/>
                  </a:lnTo>
                  <a:lnTo>
                    <a:pt x="83" y="141"/>
                  </a:lnTo>
                  <a:lnTo>
                    <a:pt x="98" y="97"/>
                  </a:lnTo>
                  <a:lnTo>
                    <a:pt x="60" y="70"/>
                  </a:lnTo>
                  <a:lnTo>
                    <a:pt x="104" y="70"/>
                  </a:lnTo>
                  <a:close/>
                  <a:moveTo>
                    <a:pt x="593" y="524"/>
                  </a:moveTo>
                  <a:cubicBezTo>
                    <a:pt x="593" y="572"/>
                    <a:pt x="569" y="620"/>
                    <a:pt x="528" y="654"/>
                  </a:cubicBezTo>
                  <a:lnTo>
                    <a:pt x="308" y="835"/>
                  </a:lnTo>
                  <a:lnTo>
                    <a:pt x="89" y="655"/>
                  </a:lnTo>
                  <a:cubicBezTo>
                    <a:pt x="48" y="621"/>
                    <a:pt x="24" y="574"/>
                    <a:pt x="24" y="525"/>
                  </a:cubicBezTo>
                  <a:lnTo>
                    <a:pt x="24" y="170"/>
                  </a:lnTo>
                  <a:lnTo>
                    <a:pt x="593" y="170"/>
                  </a:lnTo>
                  <a:lnTo>
                    <a:pt x="593" y="524"/>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59" name="Google Shape;659;p14"/>
            <p:cNvSpPr/>
            <p:nvPr/>
          </p:nvSpPr>
          <p:spPr>
            <a:xfrm>
              <a:off x="3518" y="1672"/>
              <a:ext cx="182" cy="178"/>
            </a:xfrm>
            <a:custGeom>
              <a:rect b="b" l="l" r="r" t="t"/>
              <a:pathLst>
                <a:path extrusionOk="0" h="372" w="380">
                  <a:moveTo>
                    <a:pt x="380" y="0"/>
                  </a:moveTo>
                  <a:lnTo>
                    <a:pt x="0" y="0"/>
                  </a:lnTo>
                  <a:lnTo>
                    <a:pt x="0" y="323"/>
                  </a:lnTo>
                  <a:cubicBezTo>
                    <a:pt x="0" y="339"/>
                    <a:pt x="3" y="356"/>
                    <a:pt x="9" y="372"/>
                  </a:cubicBezTo>
                  <a:lnTo>
                    <a:pt x="380" y="0"/>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60" name="Google Shape;660;p14"/>
            <p:cNvSpPr/>
            <p:nvPr/>
          </p:nvSpPr>
          <p:spPr>
            <a:xfrm>
              <a:off x="3588" y="1738"/>
              <a:ext cx="179" cy="224"/>
            </a:xfrm>
            <a:custGeom>
              <a:rect b="b" l="l" r="r" t="t"/>
              <a:pathLst>
                <a:path extrusionOk="0" h="468" w="374">
                  <a:moveTo>
                    <a:pt x="114" y="468"/>
                  </a:moveTo>
                  <a:lnTo>
                    <a:pt x="314" y="304"/>
                  </a:lnTo>
                  <a:cubicBezTo>
                    <a:pt x="351" y="273"/>
                    <a:pt x="374" y="230"/>
                    <a:pt x="374" y="185"/>
                  </a:cubicBezTo>
                  <a:lnTo>
                    <a:pt x="374" y="0"/>
                  </a:lnTo>
                  <a:lnTo>
                    <a:pt x="0" y="374"/>
                  </a:lnTo>
                  <a:lnTo>
                    <a:pt x="114" y="468"/>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grpSp>
      <p:sp>
        <p:nvSpPr>
          <p:cNvPr id="661" name="Google Shape;661;p14"/>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lay"/>
                <a:ea typeface="Play"/>
                <a:cs typeface="Play"/>
                <a:sym typeface="Play"/>
              </a:rPr>
              <a:t>‹#›</a:t>
            </a:fld>
            <a:endParaRPr>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cxnSp>
        <p:nvCxnSpPr>
          <p:cNvPr id="667" name="Google Shape;667;p15"/>
          <p:cNvCxnSpPr/>
          <p:nvPr/>
        </p:nvCxnSpPr>
        <p:spPr>
          <a:xfrm flipH="1" rot="10800000">
            <a:off x="3684544" y="2031457"/>
            <a:ext cx="2411456" cy="783529"/>
          </a:xfrm>
          <a:prstGeom prst="straightConnector1">
            <a:avLst/>
          </a:prstGeom>
          <a:noFill/>
          <a:ln cap="flat" cmpd="sng" w="12700">
            <a:solidFill>
              <a:srgbClr val="A6A6A6"/>
            </a:solidFill>
            <a:prstDash val="solid"/>
            <a:miter lim="800000"/>
            <a:headEnd len="sm" w="sm" type="none"/>
            <a:tailEnd len="sm" w="sm" type="none"/>
          </a:ln>
        </p:spPr>
      </p:cxnSp>
      <p:cxnSp>
        <p:nvCxnSpPr>
          <p:cNvPr id="668" name="Google Shape;668;p15"/>
          <p:cNvCxnSpPr/>
          <p:nvPr/>
        </p:nvCxnSpPr>
        <p:spPr>
          <a:xfrm flipH="1" rot="10800000">
            <a:off x="4943061" y="2031457"/>
            <a:ext cx="1152939" cy="2126978"/>
          </a:xfrm>
          <a:prstGeom prst="straightConnector1">
            <a:avLst/>
          </a:prstGeom>
          <a:noFill/>
          <a:ln cap="flat" cmpd="sng" w="12700">
            <a:solidFill>
              <a:srgbClr val="A6A6A6"/>
            </a:solidFill>
            <a:prstDash val="solid"/>
            <a:miter lim="800000"/>
            <a:headEnd len="sm" w="sm" type="none"/>
            <a:tailEnd len="sm" w="sm" type="none"/>
          </a:ln>
        </p:spPr>
      </p:cxnSp>
      <p:cxnSp>
        <p:nvCxnSpPr>
          <p:cNvPr id="669" name="Google Shape;669;p15"/>
          <p:cNvCxnSpPr/>
          <p:nvPr/>
        </p:nvCxnSpPr>
        <p:spPr>
          <a:xfrm rot="10800000">
            <a:off x="6096003" y="2031456"/>
            <a:ext cx="1166188" cy="2060719"/>
          </a:xfrm>
          <a:prstGeom prst="straightConnector1">
            <a:avLst/>
          </a:prstGeom>
          <a:noFill/>
          <a:ln cap="flat" cmpd="sng" w="12700">
            <a:solidFill>
              <a:srgbClr val="A6A6A6"/>
            </a:solidFill>
            <a:prstDash val="solid"/>
            <a:miter lim="800000"/>
            <a:headEnd len="sm" w="sm" type="none"/>
            <a:tailEnd len="sm" w="sm" type="none"/>
          </a:ln>
        </p:spPr>
      </p:cxnSp>
      <p:cxnSp>
        <p:nvCxnSpPr>
          <p:cNvPr id="670" name="Google Shape;670;p15"/>
          <p:cNvCxnSpPr/>
          <p:nvPr/>
        </p:nvCxnSpPr>
        <p:spPr>
          <a:xfrm rot="10800000">
            <a:off x="6096002" y="2031457"/>
            <a:ext cx="2411456" cy="783529"/>
          </a:xfrm>
          <a:prstGeom prst="straightConnector1">
            <a:avLst/>
          </a:prstGeom>
          <a:noFill/>
          <a:ln cap="flat" cmpd="sng" w="12700">
            <a:solidFill>
              <a:srgbClr val="A6A6A6"/>
            </a:solidFill>
            <a:prstDash val="solid"/>
            <a:miter lim="800000"/>
            <a:headEnd len="sm" w="sm" type="none"/>
            <a:tailEnd len="sm" w="sm" type="none"/>
          </a:ln>
        </p:spPr>
      </p:cxnSp>
      <p:sp>
        <p:nvSpPr>
          <p:cNvPr id="671" name="Google Shape;671;p15"/>
          <p:cNvSpPr/>
          <p:nvPr/>
        </p:nvSpPr>
        <p:spPr>
          <a:xfrm>
            <a:off x="7823090" y="2212797"/>
            <a:ext cx="1229360" cy="122936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72" name="Google Shape;672;p15"/>
          <p:cNvSpPr/>
          <p:nvPr/>
        </p:nvSpPr>
        <p:spPr>
          <a:xfrm>
            <a:off x="6654181" y="3468083"/>
            <a:ext cx="1229360" cy="122936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73" name="Google Shape;673;p15"/>
          <p:cNvSpPr/>
          <p:nvPr/>
        </p:nvSpPr>
        <p:spPr>
          <a:xfrm>
            <a:off x="4308459" y="3468083"/>
            <a:ext cx="1229360" cy="122936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74" name="Google Shape;674;p15"/>
          <p:cNvSpPr/>
          <p:nvPr/>
        </p:nvSpPr>
        <p:spPr>
          <a:xfrm>
            <a:off x="3069864" y="2200306"/>
            <a:ext cx="1229360" cy="12293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Play"/>
              <a:ea typeface="Play"/>
              <a:cs typeface="Play"/>
              <a:sym typeface="Play"/>
            </a:endParaRPr>
          </a:p>
        </p:txBody>
      </p:sp>
      <p:sp>
        <p:nvSpPr>
          <p:cNvPr id="675" name="Google Shape;675;p15"/>
          <p:cNvSpPr/>
          <p:nvPr/>
        </p:nvSpPr>
        <p:spPr>
          <a:xfrm>
            <a:off x="5272586" y="1266566"/>
            <a:ext cx="1575351" cy="1575351"/>
          </a:xfrm>
          <a:prstGeom prst="ellipse">
            <a:avLst/>
          </a:prstGeom>
          <a:solidFill>
            <a:schemeClr val="lt1"/>
          </a:solidFill>
          <a:ln cap="flat" cmpd="sng" w="12700">
            <a:solidFill>
              <a:srgbClr val="A6A6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lay"/>
              <a:ea typeface="Play"/>
              <a:cs typeface="Play"/>
              <a:sym typeface="Play"/>
            </a:endParaRPr>
          </a:p>
        </p:txBody>
      </p:sp>
      <p:sp>
        <p:nvSpPr>
          <p:cNvPr id="676" name="Google Shape;676;p15"/>
          <p:cNvSpPr txBox="1"/>
          <p:nvPr/>
        </p:nvSpPr>
        <p:spPr>
          <a:xfrm>
            <a:off x="151769" y="2048984"/>
            <a:ext cx="29160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1"/>
                </a:solidFill>
                <a:latin typeface="Play"/>
                <a:ea typeface="Play"/>
                <a:cs typeface="Play"/>
                <a:sym typeface="Play"/>
              </a:rPr>
              <a:t>High Initial Cost</a:t>
            </a:r>
            <a:endParaRPr/>
          </a:p>
          <a:p>
            <a:pPr indent="0" lvl="0" marL="0" marR="0" rtl="0" algn="l">
              <a:spcBef>
                <a:spcPts val="0"/>
              </a:spcBef>
              <a:spcAft>
                <a:spcPts val="0"/>
              </a:spcAft>
              <a:buNone/>
            </a:pPr>
            <a:r>
              <a:rPr lang="en-US" sz="1800">
                <a:solidFill>
                  <a:schemeClr val="dk1"/>
                </a:solidFill>
                <a:latin typeface="Play"/>
                <a:ea typeface="Play"/>
                <a:cs typeface="Play"/>
                <a:sym typeface="Play"/>
              </a:rPr>
              <a:t>Implementing computer vision technology in manufacturing requires significant investment in hardware, software, and personnel training.</a:t>
            </a:r>
            <a:endParaRPr/>
          </a:p>
        </p:txBody>
      </p:sp>
      <p:sp>
        <p:nvSpPr>
          <p:cNvPr id="677" name="Google Shape;677;p15"/>
          <p:cNvSpPr txBox="1"/>
          <p:nvPr/>
        </p:nvSpPr>
        <p:spPr>
          <a:xfrm>
            <a:off x="9122137" y="1763086"/>
            <a:ext cx="2588912"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4"/>
                </a:solidFill>
                <a:latin typeface="Play"/>
                <a:ea typeface="Play"/>
                <a:cs typeface="Play"/>
                <a:sym typeface="Play"/>
              </a:rPr>
              <a:t>Privacy Concerns</a:t>
            </a:r>
            <a:endParaRPr/>
          </a:p>
          <a:p>
            <a:pPr indent="0" lvl="0" marL="0" marR="0" rtl="0" algn="l">
              <a:spcBef>
                <a:spcPts val="0"/>
              </a:spcBef>
              <a:spcAft>
                <a:spcPts val="0"/>
              </a:spcAft>
              <a:buNone/>
            </a:pPr>
            <a:r>
              <a:rPr lang="en-US" sz="1800">
                <a:solidFill>
                  <a:schemeClr val="dk1"/>
                </a:solidFill>
                <a:latin typeface="Play"/>
                <a:ea typeface="Play"/>
                <a:cs typeface="Play"/>
                <a:sym typeface="Play"/>
              </a:rPr>
              <a:t>Some employees may have concerns about their privacy when being monitored by computer vision systems, leading to potential pushback or resistance to adoption.</a:t>
            </a:r>
            <a:endParaRPr/>
          </a:p>
        </p:txBody>
      </p:sp>
      <p:sp>
        <p:nvSpPr>
          <p:cNvPr id="678" name="Google Shape;678;p15"/>
          <p:cNvSpPr txBox="1"/>
          <p:nvPr/>
        </p:nvSpPr>
        <p:spPr>
          <a:xfrm>
            <a:off x="2086987" y="4614758"/>
            <a:ext cx="4424474"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Play"/>
                <a:ea typeface="Play"/>
                <a:cs typeface="Play"/>
                <a:sym typeface="Play"/>
              </a:rPr>
              <a:t>Dependence on Lighting and Environment</a:t>
            </a:r>
            <a:endParaRPr/>
          </a:p>
          <a:p>
            <a:pPr indent="0" lvl="0" marL="0" marR="0" rtl="0" algn="l">
              <a:spcBef>
                <a:spcPts val="0"/>
              </a:spcBef>
              <a:spcAft>
                <a:spcPts val="0"/>
              </a:spcAft>
              <a:buNone/>
            </a:pPr>
            <a:r>
              <a:rPr lang="en-US" sz="1800">
                <a:solidFill>
                  <a:schemeClr val="dk1"/>
                </a:solidFill>
                <a:latin typeface="Play"/>
                <a:ea typeface="Play"/>
                <a:cs typeface="Play"/>
                <a:sym typeface="Play"/>
              </a:rPr>
              <a:t>Computer vision systems require consistent lighting conditions and a clear view of the manufacturing process to work accurately.</a:t>
            </a:r>
            <a:endParaRPr/>
          </a:p>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679" name="Google Shape;679;p15"/>
          <p:cNvSpPr txBox="1"/>
          <p:nvPr/>
        </p:nvSpPr>
        <p:spPr>
          <a:xfrm>
            <a:off x="6901408" y="4666200"/>
            <a:ext cx="4269100"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3"/>
                </a:solidFill>
                <a:latin typeface="Play"/>
                <a:ea typeface="Play"/>
                <a:cs typeface="Play"/>
                <a:sym typeface="Play"/>
              </a:rPr>
              <a:t>Limitations in Object Recognition</a:t>
            </a:r>
            <a:endParaRPr/>
          </a:p>
          <a:p>
            <a:pPr indent="0" lvl="0" marL="0" marR="0" rtl="0" algn="l">
              <a:spcBef>
                <a:spcPts val="0"/>
              </a:spcBef>
              <a:spcAft>
                <a:spcPts val="0"/>
              </a:spcAft>
              <a:buNone/>
            </a:pPr>
            <a:r>
              <a:rPr lang="en-US" sz="1800">
                <a:solidFill>
                  <a:schemeClr val="dk1"/>
                </a:solidFill>
                <a:latin typeface="Play"/>
                <a:ea typeface="Play"/>
                <a:cs typeface="Play"/>
                <a:sym typeface="Play"/>
              </a:rPr>
              <a:t>Computer vision may have limitations in recognizing complex objects or identifying subtle differences in product features, leading to inaccuracies in detecting defects.</a:t>
            </a:r>
            <a:endParaRPr/>
          </a:p>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680" name="Google Shape;680;p15"/>
          <p:cNvSpPr txBox="1"/>
          <p:nvPr>
            <p:ph type="title"/>
          </p:nvPr>
        </p:nvSpPr>
        <p:spPr>
          <a:xfrm>
            <a:off x="261730" y="17632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Computer Vision in the Manufacturing Industry</a:t>
            </a:r>
            <a:endParaRPr/>
          </a:p>
        </p:txBody>
      </p:sp>
      <p:sp>
        <p:nvSpPr>
          <p:cNvPr id="681" name="Google Shape;681;p15"/>
          <p:cNvSpPr txBox="1"/>
          <p:nvPr/>
        </p:nvSpPr>
        <p:spPr>
          <a:xfrm>
            <a:off x="340415" y="1223702"/>
            <a:ext cx="69245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Disadvantages</a:t>
            </a:r>
            <a:endParaRPr/>
          </a:p>
        </p:txBody>
      </p:sp>
      <p:sp>
        <p:nvSpPr>
          <p:cNvPr id="682" name="Google Shape;682;p15"/>
          <p:cNvSpPr txBox="1"/>
          <p:nvPr/>
        </p:nvSpPr>
        <p:spPr>
          <a:xfrm>
            <a:off x="5273784" y="1795349"/>
            <a:ext cx="18447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50">
                <a:solidFill>
                  <a:schemeClr val="accent1"/>
                </a:solidFill>
                <a:latin typeface="Play"/>
                <a:ea typeface="Play"/>
                <a:cs typeface="Play"/>
                <a:sym typeface="Play"/>
              </a:rPr>
              <a:t> Disadvantages</a:t>
            </a:r>
            <a:endParaRPr/>
          </a:p>
        </p:txBody>
      </p:sp>
      <p:pic>
        <p:nvPicPr>
          <p:cNvPr id="683" name="Google Shape;683;p15"/>
          <p:cNvPicPr preferRelativeResize="0"/>
          <p:nvPr/>
        </p:nvPicPr>
        <p:blipFill rotWithShape="1">
          <a:blip r:embed="rId3">
            <a:alphaModFix/>
          </a:blip>
          <a:srcRect b="0" l="0" r="0" t="0"/>
          <a:stretch/>
        </p:blipFill>
        <p:spPr>
          <a:xfrm>
            <a:off x="6929667" y="3720651"/>
            <a:ext cx="802538" cy="802538"/>
          </a:xfrm>
          <a:prstGeom prst="rect">
            <a:avLst/>
          </a:prstGeom>
          <a:noFill/>
          <a:ln>
            <a:noFill/>
          </a:ln>
        </p:spPr>
      </p:pic>
      <p:grpSp>
        <p:nvGrpSpPr>
          <p:cNvPr descr="{&quot;Key&quot;:&quot;POWER_USER_SHAPE_ICON&quot;,&quot;Value&quot;:&quot;POWER_USER_SHAPE_ICON_STYLE_1&quot;}" id="684" name="Google Shape;684;p15"/>
          <p:cNvGrpSpPr/>
          <p:nvPr/>
        </p:nvGrpSpPr>
        <p:grpSpPr>
          <a:xfrm>
            <a:off x="8231570" y="2486470"/>
            <a:ext cx="544286" cy="762000"/>
            <a:chOff x="1591882" y="4225410"/>
            <a:chExt cx="387804" cy="542925"/>
          </a:xfrm>
        </p:grpSpPr>
        <p:sp>
          <p:nvSpPr>
            <p:cNvPr id="685" name="Google Shape;685;p15"/>
            <p:cNvSpPr/>
            <p:nvPr/>
          </p:nvSpPr>
          <p:spPr>
            <a:xfrm>
              <a:off x="1591882" y="4443548"/>
              <a:ext cx="387804" cy="324787"/>
            </a:xfrm>
            <a:custGeom>
              <a:rect b="b" l="l" r="r" t="t"/>
              <a:pathLst>
                <a:path extrusionOk="0" h="2902" w="3518">
                  <a:moveTo>
                    <a:pt x="1759" y="2902"/>
                  </a:moveTo>
                  <a:cubicBezTo>
                    <a:pt x="789" y="2902"/>
                    <a:pt x="0" y="2113"/>
                    <a:pt x="0" y="1144"/>
                  </a:cubicBezTo>
                  <a:cubicBezTo>
                    <a:pt x="0" y="742"/>
                    <a:pt x="133" y="364"/>
                    <a:pt x="381" y="51"/>
                  </a:cubicBezTo>
                  <a:cubicBezTo>
                    <a:pt x="416" y="7"/>
                    <a:pt x="479" y="0"/>
                    <a:pt x="522" y="34"/>
                  </a:cubicBezTo>
                  <a:cubicBezTo>
                    <a:pt x="565" y="69"/>
                    <a:pt x="573" y="132"/>
                    <a:pt x="538" y="175"/>
                  </a:cubicBezTo>
                  <a:cubicBezTo>
                    <a:pt x="318" y="453"/>
                    <a:pt x="201" y="788"/>
                    <a:pt x="201" y="1144"/>
                  </a:cubicBezTo>
                  <a:cubicBezTo>
                    <a:pt x="201" y="2003"/>
                    <a:pt x="900" y="2702"/>
                    <a:pt x="1759" y="2702"/>
                  </a:cubicBezTo>
                  <a:cubicBezTo>
                    <a:pt x="2619" y="2702"/>
                    <a:pt x="3318" y="2003"/>
                    <a:pt x="3318" y="1144"/>
                  </a:cubicBezTo>
                  <a:cubicBezTo>
                    <a:pt x="3318" y="789"/>
                    <a:pt x="3202" y="456"/>
                    <a:pt x="2984" y="178"/>
                  </a:cubicBezTo>
                  <a:cubicBezTo>
                    <a:pt x="2949" y="135"/>
                    <a:pt x="2956" y="72"/>
                    <a:pt x="3000" y="38"/>
                  </a:cubicBezTo>
                  <a:cubicBezTo>
                    <a:pt x="3044" y="4"/>
                    <a:pt x="3106" y="11"/>
                    <a:pt x="3140" y="54"/>
                  </a:cubicBezTo>
                  <a:cubicBezTo>
                    <a:pt x="3388" y="368"/>
                    <a:pt x="3518" y="744"/>
                    <a:pt x="3518" y="1144"/>
                  </a:cubicBezTo>
                  <a:cubicBezTo>
                    <a:pt x="3518" y="2113"/>
                    <a:pt x="2729" y="2902"/>
                    <a:pt x="1759" y="2902"/>
                  </a:cubicBezTo>
                </a:path>
              </a:pathLst>
            </a:custGeom>
            <a:solidFill>
              <a:srgbClr val="F2F2F2"/>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86" name="Google Shape;686;p15"/>
            <p:cNvSpPr/>
            <p:nvPr/>
          </p:nvSpPr>
          <p:spPr>
            <a:xfrm>
              <a:off x="1625813" y="4225410"/>
              <a:ext cx="310243" cy="232682"/>
            </a:xfrm>
            <a:custGeom>
              <a:rect b="b" l="l" r="r" t="t"/>
              <a:pathLst>
                <a:path extrusionOk="0" h="2103" w="2800">
                  <a:moveTo>
                    <a:pt x="2800" y="2103"/>
                  </a:moveTo>
                  <a:lnTo>
                    <a:pt x="2600" y="2103"/>
                  </a:lnTo>
                  <a:lnTo>
                    <a:pt x="2600" y="1280"/>
                  </a:lnTo>
                  <a:cubicBezTo>
                    <a:pt x="2600" y="685"/>
                    <a:pt x="2121" y="200"/>
                    <a:pt x="1532" y="200"/>
                  </a:cubicBezTo>
                  <a:lnTo>
                    <a:pt x="1322" y="200"/>
                  </a:lnTo>
                  <a:cubicBezTo>
                    <a:pt x="714" y="200"/>
                    <a:pt x="200" y="695"/>
                    <a:pt x="200" y="1280"/>
                  </a:cubicBezTo>
                  <a:lnTo>
                    <a:pt x="200" y="2084"/>
                  </a:lnTo>
                  <a:lnTo>
                    <a:pt x="0" y="2084"/>
                  </a:lnTo>
                  <a:lnTo>
                    <a:pt x="0" y="1280"/>
                  </a:lnTo>
                  <a:cubicBezTo>
                    <a:pt x="0" y="936"/>
                    <a:pt x="144" y="611"/>
                    <a:pt x="405" y="367"/>
                  </a:cubicBezTo>
                  <a:cubicBezTo>
                    <a:pt x="654" y="134"/>
                    <a:pt x="988" y="0"/>
                    <a:pt x="1322" y="0"/>
                  </a:cubicBezTo>
                  <a:lnTo>
                    <a:pt x="1532" y="0"/>
                  </a:lnTo>
                  <a:cubicBezTo>
                    <a:pt x="1869" y="0"/>
                    <a:pt x="2186" y="131"/>
                    <a:pt x="2424" y="369"/>
                  </a:cubicBezTo>
                  <a:cubicBezTo>
                    <a:pt x="2667" y="610"/>
                    <a:pt x="2800" y="934"/>
                    <a:pt x="2800" y="1280"/>
                  </a:cubicBezTo>
                  <a:lnTo>
                    <a:pt x="2800" y="2103"/>
                  </a:lnTo>
                </a:path>
              </a:pathLst>
            </a:custGeom>
            <a:solidFill>
              <a:srgbClr val="F2F2F2"/>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87" name="Google Shape;687;p15"/>
            <p:cNvSpPr/>
            <p:nvPr/>
          </p:nvSpPr>
          <p:spPr>
            <a:xfrm>
              <a:off x="1674289" y="4273885"/>
              <a:ext cx="213292" cy="150275"/>
            </a:xfrm>
            <a:custGeom>
              <a:rect b="b" l="l" r="r" t="t"/>
              <a:pathLst>
                <a:path extrusionOk="0" h="1333" w="1921">
                  <a:moveTo>
                    <a:pt x="100" y="1333"/>
                  </a:moveTo>
                  <a:cubicBezTo>
                    <a:pt x="45" y="1333"/>
                    <a:pt x="0" y="1288"/>
                    <a:pt x="0" y="1233"/>
                  </a:cubicBezTo>
                  <a:lnTo>
                    <a:pt x="0" y="1002"/>
                  </a:lnTo>
                  <a:cubicBezTo>
                    <a:pt x="0" y="459"/>
                    <a:pt x="439" y="0"/>
                    <a:pt x="961" y="0"/>
                  </a:cubicBezTo>
                  <a:cubicBezTo>
                    <a:pt x="1481" y="0"/>
                    <a:pt x="1921" y="459"/>
                    <a:pt x="1921" y="1002"/>
                  </a:cubicBezTo>
                  <a:lnTo>
                    <a:pt x="1921" y="1194"/>
                  </a:lnTo>
                  <a:cubicBezTo>
                    <a:pt x="1921" y="1250"/>
                    <a:pt x="1876" y="1294"/>
                    <a:pt x="1821" y="1294"/>
                  </a:cubicBezTo>
                  <a:cubicBezTo>
                    <a:pt x="1765" y="1294"/>
                    <a:pt x="1721" y="1250"/>
                    <a:pt x="1721" y="1194"/>
                  </a:cubicBezTo>
                  <a:lnTo>
                    <a:pt x="1721" y="1002"/>
                  </a:lnTo>
                  <a:cubicBezTo>
                    <a:pt x="1721" y="567"/>
                    <a:pt x="1372" y="200"/>
                    <a:pt x="961" y="200"/>
                  </a:cubicBezTo>
                  <a:cubicBezTo>
                    <a:pt x="548" y="200"/>
                    <a:pt x="199" y="567"/>
                    <a:pt x="199" y="1002"/>
                  </a:cubicBezTo>
                  <a:lnTo>
                    <a:pt x="199" y="1233"/>
                  </a:lnTo>
                  <a:cubicBezTo>
                    <a:pt x="199" y="1288"/>
                    <a:pt x="156" y="1333"/>
                    <a:pt x="100" y="1333"/>
                  </a:cubicBezTo>
                </a:path>
              </a:pathLst>
            </a:custGeom>
            <a:solidFill>
              <a:srgbClr val="F2F2F2"/>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88" name="Google Shape;688;p15"/>
            <p:cNvSpPr/>
            <p:nvPr/>
          </p:nvSpPr>
          <p:spPr>
            <a:xfrm>
              <a:off x="1674289" y="4375682"/>
              <a:ext cx="218141" cy="48475"/>
            </a:xfrm>
            <a:custGeom>
              <a:rect b="b" l="l" r="r" t="t"/>
              <a:pathLst>
                <a:path extrusionOk="0" h="458" w="1935">
                  <a:moveTo>
                    <a:pt x="114" y="458"/>
                  </a:moveTo>
                  <a:cubicBezTo>
                    <a:pt x="81" y="458"/>
                    <a:pt x="49" y="442"/>
                    <a:pt x="29" y="412"/>
                  </a:cubicBezTo>
                  <a:cubicBezTo>
                    <a:pt x="0" y="365"/>
                    <a:pt x="13" y="304"/>
                    <a:pt x="60" y="274"/>
                  </a:cubicBezTo>
                  <a:cubicBezTo>
                    <a:pt x="342" y="94"/>
                    <a:pt x="668" y="0"/>
                    <a:pt x="1003" y="0"/>
                  </a:cubicBezTo>
                  <a:cubicBezTo>
                    <a:pt x="1307" y="0"/>
                    <a:pt x="1608" y="79"/>
                    <a:pt x="1870" y="228"/>
                  </a:cubicBezTo>
                  <a:cubicBezTo>
                    <a:pt x="1918" y="255"/>
                    <a:pt x="1935" y="316"/>
                    <a:pt x="1908" y="364"/>
                  </a:cubicBezTo>
                  <a:cubicBezTo>
                    <a:pt x="1881" y="412"/>
                    <a:pt x="1820" y="429"/>
                    <a:pt x="1772" y="402"/>
                  </a:cubicBezTo>
                  <a:cubicBezTo>
                    <a:pt x="1539" y="270"/>
                    <a:pt x="1273" y="200"/>
                    <a:pt x="1003" y="200"/>
                  </a:cubicBezTo>
                  <a:cubicBezTo>
                    <a:pt x="706" y="200"/>
                    <a:pt x="417" y="284"/>
                    <a:pt x="167" y="443"/>
                  </a:cubicBezTo>
                  <a:cubicBezTo>
                    <a:pt x="150" y="453"/>
                    <a:pt x="133" y="458"/>
                    <a:pt x="114" y="458"/>
                  </a:cubicBezTo>
                </a:path>
              </a:pathLst>
            </a:custGeom>
            <a:solidFill>
              <a:srgbClr val="F2F2F2"/>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89" name="Google Shape;689;p15"/>
            <p:cNvSpPr/>
            <p:nvPr/>
          </p:nvSpPr>
          <p:spPr>
            <a:xfrm>
              <a:off x="1722764" y="4462938"/>
              <a:ext cx="126036" cy="227836"/>
            </a:xfrm>
            <a:custGeom>
              <a:rect b="b" l="l" r="r" t="t"/>
              <a:pathLst>
                <a:path extrusionOk="0" h="2050" w="1106">
                  <a:moveTo>
                    <a:pt x="559" y="200"/>
                  </a:moveTo>
                  <a:cubicBezTo>
                    <a:pt x="361" y="200"/>
                    <a:pt x="200" y="359"/>
                    <a:pt x="200" y="554"/>
                  </a:cubicBezTo>
                  <a:cubicBezTo>
                    <a:pt x="200" y="693"/>
                    <a:pt x="291" y="806"/>
                    <a:pt x="369" y="860"/>
                  </a:cubicBezTo>
                  <a:lnTo>
                    <a:pt x="412" y="890"/>
                  </a:lnTo>
                  <a:lnTo>
                    <a:pt x="412" y="1690"/>
                  </a:lnTo>
                  <a:cubicBezTo>
                    <a:pt x="412" y="1766"/>
                    <a:pt x="490" y="1850"/>
                    <a:pt x="562" y="1850"/>
                  </a:cubicBezTo>
                  <a:lnTo>
                    <a:pt x="568" y="1850"/>
                  </a:lnTo>
                  <a:cubicBezTo>
                    <a:pt x="639" y="1850"/>
                    <a:pt x="671" y="1757"/>
                    <a:pt x="671" y="1690"/>
                  </a:cubicBezTo>
                  <a:lnTo>
                    <a:pt x="671" y="884"/>
                  </a:lnTo>
                  <a:lnTo>
                    <a:pt x="725" y="856"/>
                  </a:lnTo>
                  <a:cubicBezTo>
                    <a:pt x="842" y="794"/>
                    <a:pt x="906" y="688"/>
                    <a:pt x="906" y="554"/>
                  </a:cubicBezTo>
                  <a:cubicBezTo>
                    <a:pt x="906" y="356"/>
                    <a:pt x="754" y="200"/>
                    <a:pt x="559" y="200"/>
                  </a:cubicBezTo>
                  <a:close/>
                  <a:moveTo>
                    <a:pt x="568" y="2050"/>
                  </a:moveTo>
                  <a:lnTo>
                    <a:pt x="562" y="2050"/>
                  </a:lnTo>
                  <a:cubicBezTo>
                    <a:pt x="382" y="2050"/>
                    <a:pt x="212" y="1875"/>
                    <a:pt x="212" y="1690"/>
                  </a:cubicBezTo>
                  <a:lnTo>
                    <a:pt x="212" y="991"/>
                  </a:lnTo>
                  <a:cubicBezTo>
                    <a:pt x="102" y="899"/>
                    <a:pt x="0" y="745"/>
                    <a:pt x="0" y="554"/>
                  </a:cubicBezTo>
                  <a:cubicBezTo>
                    <a:pt x="0" y="249"/>
                    <a:pt x="250" y="0"/>
                    <a:pt x="559" y="0"/>
                  </a:cubicBezTo>
                  <a:cubicBezTo>
                    <a:pt x="866" y="0"/>
                    <a:pt x="1106" y="243"/>
                    <a:pt x="1106" y="554"/>
                  </a:cubicBezTo>
                  <a:cubicBezTo>
                    <a:pt x="1106" y="738"/>
                    <a:pt x="1020" y="901"/>
                    <a:pt x="871" y="1001"/>
                  </a:cubicBezTo>
                  <a:lnTo>
                    <a:pt x="871" y="1690"/>
                  </a:lnTo>
                  <a:cubicBezTo>
                    <a:pt x="871" y="1865"/>
                    <a:pt x="765" y="2050"/>
                    <a:pt x="568" y="2050"/>
                  </a:cubicBezTo>
                  <a:close/>
                </a:path>
              </a:pathLst>
            </a:custGeom>
            <a:solidFill>
              <a:srgbClr val="F2F2F2"/>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grpSp>
      <p:grpSp>
        <p:nvGrpSpPr>
          <p:cNvPr descr="{&quot;Key&quot;:&quot;POWER_USER_SHAPE_ICON&quot;,&quot;Value&quot;:&quot;POWER_USER_SHAPE_ICON_STYLE_1&quot;}" id="690" name="Google Shape;690;p15"/>
          <p:cNvGrpSpPr/>
          <p:nvPr/>
        </p:nvGrpSpPr>
        <p:grpSpPr>
          <a:xfrm>
            <a:off x="4664012" y="3701763"/>
            <a:ext cx="452519" cy="762000"/>
            <a:chOff x="4791075" y="4333875"/>
            <a:chExt cx="276226" cy="465138"/>
          </a:xfrm>
        </p:grpSpPr>
        <p:sp>
          <p:nvSpPr>
            <p:cNvPr id="691" name="Google Shape;691;p15"/>
            <p:cNvSpPr/>
            <p:nvPr/>
          </p:nvSpPr>
          <p:spPr>
            <a:xfrm>
              <a:off x="4821238" y="4333875"/>
              <a:ext cx="246063" cy="222250"/>
            </a:xfrm>
            <a:custGeom>
              <a:rect b="b" l="l" r="r" t="t"/>
              <a:pathLst>
                <a:path extrusionOk="0" h="2192" w="2444">
                  <a:moveTo>
                    <a:pt x="2131" y="2192"/>
                  </a:moveTo>
                  <a:cubicBezTo>
                    <a:pt x="2118" y="2192"/>
                    <a:pt x="2104" y="2188"/>
                    <a:pt x="2092" y="2179"/>
                  </a:cubicBezTo>
                  <a:cubicBezTo>
                    <a:pt x="2062" y="2157"/>
                    <a:pt x="2056" y="2116"/>
                    <a:pt x="2077" y="2086"/>
                  </a:cubicBezTo>
                  <a:cubicBezTo>
                    <a:pt x="2230" y="1875"/>
                    <a:pt x="2310" y="1626"/>
                    <a:pt x="2310" y="1366"/>
                  </a:cubicBezTo>
                  <a:cubicBezTo>
                    <a:pt x="2310" y="686"/>
                    <a:pt x="1755" y="133"/>
                    <a:pt x="1073" y="133"/>
                  </a:cubicBezTo>
                  <a:cubicBezTo>
                    <a:pt x="707" y="133"/>
                    <a:pt x="362" y="293"/>
                    <a:pt x="126" y="572"/>
                  </a:cubicBezTo>
                  <a:cubicBezTo>
                    <a:pt x="102" y="600"/>
                    <a:pt x="60" y="604"/>
                    <a:pt x="32" y="580"/>
                  </a:cubicBezTo>
                  <a:cubicBezTo>
                    <a:pt x="4" y="556"/>
                    <a:pt x="0" y="514"/>
                    <a:pt x="24" y="486"/>
                  </a:cubicBezTo>
                  <a:cubicBezTo>
                    <a:pt x="285" y="177"/>
                    <a:pt x="668" y="0"/>
                    <a:pt x="1073" y="0"/>
                  </a:cubicBezTo>
                  <a:cubicBezTo>
                    <a:pt x="1829" y="0"/>
                    <a:pt x="2444" y="613"/>
                    <a:pt x="2444" y="1366"/>
                  </a:cubicBezTo>
                  <a:cubicBezTo>
                    <a:pt x="2444" y="1655"/>
                    <a:pt x="2354" y="1931"/>
                    <a:pt x="2185" y="2164"/>
                  </a:cubicBezTo>
                  <a:cubicBezTo>
                    <a:pt x="2172" y="2182"/>
                    <a:pt x="2152" y="2192"/>
                    <a:pt x="2131" y="2192"/>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2" name="Google Shape;692;p15"/>
            <p:cNvSpPr/>
            <p:nvPr/>
          </p:nvSpPr>
          <p:spPr>
            <a:xfrm>
              <a:off x="4806950" y="4395788"/>
              <a:ext cx="15875" cy="15875"/>
            </a:xfrm>
            <a:custGeom>
              <a:rect b="b" l="l" r="r" t="t"/>
              <a:pathLst>
                <a:path extrusionOk="0" h="151" w="157">
                  <a:moveTo>
                    <a:pt x="76" y="151"/>
                  </a:moveTo>
                  <a:cubicBezTo>
                    <a:pt x="64" y="151"/>
                    <a:pt x="51" y="147"/>
                    <a:pt x="40" y="140"/>
                  </a:cubicBezTo>
                  <a:cubicBezTo>
                    <a:pt x="9" y="120"/>
                    <a:pt x="0" y="79"/>
                    <a:pt x="20" y="48"/>
                  </a:cubicBezTo>
                  <a:lnTo>
                    <a:pt x="25" y="40"/>
                  </a:lnTo>
                  <a:cubicBezTo>
                    <a:pt x="45" y="9"/>
                    <a:pt x="87" y="0"/>
                    <a:pt x="118" y="21"/>
                  </a:cubicBezTo>
                  <a:cubicBezTo>
                    <a:pt x="148" y="41"/>
                    <a:pt x="157" y="82"/>
                    <a:pt x="137" y="113"/>
                  </a:cubicBezTo>
                  <a:lnTo>
                    <a:pt x="132" y="120"/>
                  </a:lnTo>
                  <a:cubicBezTo>
                    <a:pt x="119" y="140"/>
                    <a:pt x="98" y="151"/>
                    <a:pt x="76" y="151"/>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3" name="Google Shape;693;p15"/>
            <p:cNvSpPr/>
            <p:nvPr/>
          </p:nvSpPr>
          <p:spPr>
            <a:xfrm>
              <a:off x="4791075" y="4418013"/>
              <a:ext cx="34925" cy="133350"/>
            </a:xfrm>
            <a:custGeom>
              <a:rect b="b" l="l" r="r" t="t"/>
              <a:pathLst>
                <a:path extrusionOk="0" h="1307" w="355">
                  <a:moveTo>
                    <a:pt x="279" y="1307"/>
                  </a:moveTo>
                  <a:cubicBezTo>
                    <a:pt x="258" y="1307"/>
                    <a:pt x="236" y="1297"/>
                    <a:pt x="224" y="1277"/>
                  </a:cubicBezTo>
                  <a:cubicBezTo>
                    <a:pt x="77" y="1055"/>
                    <a:pt x="0" y="796"/>
                    <a:pt x="0" y="529"/>
                  </a:cubicBezTo>
                  <a:cubicBezTo>
                    <a:pt x="0" y="365"/>
                    <a:pt x="29" y="204"/>
                    <a:pt x="86" y="52"/>
                  </a:cubicBezTo>
                  <a:cubicBezTo>
                    <a:pt x="99" y="17"/>
                    <a:pt x="137" y="0"/>
                    <a:pt x="171" y="13"/>
                  </a:cubicBezTo>
                  <a:cubicBezTo>
                    <a:pt x="206" y="26"/>
                    <a:pt x="223" y="64"/>
                    <a:pt x="210" y="99"/>
                  </a:cubicBezTo>
                  <a:cubicBezTo>
                    <a:pt x="159" y="236"/>
                    <a:pt x="133" y="381"/>
                    <a:pt x="133" y="529"/>
                  </a:cubicBezTo>
                  <a:cubicBezTo>
                    <a:pt x="133" y="770"/>
                    <a:pt x="203" y="1003"/>
                    <a:pt x="335" y="1204"/>
                  </a:cubicBezTo>
                  <a:cubicBezTo>
                    <a:pt x="355" y="1235"/>
                    <a:pt x="347" y="1276"/>
                    <a:pt x="316" y="1296"/>
                  </a:cubicBezTo>
                  <a:cubicBezTo>
                    <a:pt x="305" y="1304"/>
                    <a:pt x="292" y="1307"/>
                    <a:pt x="279" y="1307"/>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4" name="Google Shape;694;p15"/>
            <p:cNvSpPr/>
            <p:nvPr/>
          </p:nvSpPr>
          <p:spPr>
            <a:xfrm>
              <a:off x="4811713" y="4538663"/>
              <a:ext cx="55563" cy="136525"/>
            </a:xfrm>
            <a:custGeom>
              <a:rect b="b" l="l" r="r" t="t"/>
              <a:pathLst>
                <a:path extrusionOk="0" h="1350" w="542">
                  <a:moveTo>
                    <a:pt x="467" y="1350"/>
                  </a:moveTo>
                  <a:cubicBezTo>
                    <a:pt x="454" y="1350"/>
                    <a:pt x="440" y="1346"/>
                    <a:pt x="429" y="1338"/>
                  </a:cubicBezTo>
                  <a:cubicBezTo>
                    <a:pt x="293" y="1244"/>
                    <a:pt x="289" y="1135"/>
                    <a:pt x="297" y="1023"/>
                  </a:cubicBezTo>
                  <a:cubicBezTo>
                    <a:pt x="306" y="897"/>
                    <a:pt x="282" y="761"/>
                    <a:pt x="258" y="643"/>
                  </a:cubicBezTo>
                  <a:cubicBezTo>
                    <a:pt x="227" y="490"/>
                    <a:pt x="164" y="375"/>
                    <a:pt x="90" y="241"/>
                  </a:cubicBezTo>
                  <a:cubicBezTo>
                    <a:pt x="66" y="198"/>
                    <a:pt x="41" y="153"/>
                    <a:pt x="17" y="106"/>
                  </a:cubicBezTo>
                  <a:cubicBezTo>
                    <a:pt x="0" y="73"/>
                    <a:pt x="13" y="33"/>
                    <a:pt x="46" y="16"/>
                  </a:cubicBezTo>
                  <a:cubicBezTo>
                    <a:pt x="79" y="0"/>
                    <a:pt x="119" y="13"/>
                    <a:pt x="136" y="45"/>
                  </a:cubicBezTo>
                  <a:cubicBezTo>
                    <a:pt x="159" y="91"/>
                    <a:pt x="183" y="134"/>
                    <a:pt x="206" y="177"/>
                  </a:cubicBezTo>
                  <a:cubicBezTo>
                    <a:pt x="282" y="314"/>
                    <a:pt x="354" y="444"/>
                    <a:pt x="389" y="616"/>
                  </a:cubicBezTo>
                  <a:cubicBezTo>
                    <a:pt x="414" y="743"/>
                    <a:pt x="441" y="890"/>
                    <a:pt x="430" y="1033"/>
                  </a:cubicBezTo>
                  <a:cubicBezTo>
                    <a:pt x="422" y="1137"/>
                    <a:pt x="432" y="1178"/>
                    <a:pt x="505" y="1229"/>
                  </a:cubicBezTo>
                  <a:cubicBezTo>
                    <a:pt x="535" y="1249"/>
                    <a:pt x="542" y="1291"/>
                    <a:pt x="522" y="1321"/>
                  </a:cubicBezTo>
                  <a:cubicBezTo>
                    <a:pt x="509" y="1340"/>
                    <a:pt x="488" y="1350"/>
                    <a:pt x="467" y="1350"/>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5" name="Google Shape;695;p15"/>
            <p:cNvSpPr/>
            <p:nvPr/>
          </p:nvSpPr>
          <p:spPr>
            <a:xfrm>
              <a:off x="4989513" y="4548188"/>
              <a:ext cx="49213" cy="127000"/>
            </a:xfrm>
            <a:custGeom>
              <a:rect b="b" l="l" r="r" t="t"/>
              <a:pathLst>
                <a:path extrusionOk="0" h="1247" w="487">
                  <a:moveTo>
                    <a:pt x="76" y="1247"/>
                  </a:moveTo>
                  <a:cubicBezTo>
                    <a:pt x="55" y="1247"/>
                    <a:pt x="34" y="1237"/>
                    <a:pt x="21" y="1218"/>
                  </a:cubicBezTo>
                  <a:cubicBezTo>
                    <a:pt x="0" y="1188"/>
                    <a:pt x="8" y="1146"/>
                    <a:pt x="38" y="1126"/>
                  </a:cubicBezTo>
                  <a:cubicBezTo>
                    <a:pt x="111" y="1075"/>
                    <a:pt x="120" y="1034"/>
                    <a:pt x="113" y="930"/>
                  </a:cubicBezTo>
                  <a:cubicBezTo>
                    <a:pt x="102" y="787"/>
                    <a:pt x="129" y="640"/>
                    <a:pt x="154" y="513"/>
                  </a:cubicBezTo>
                  <a:cubicBezTo>
                    <a:pt x="189" y="341"/>
                    <a:pt x="261" y="211"/>
                    <a:pt x="337" y="73"/>
                  </a:cubicBezTo>
                  <a:lnTo>
                    <a:pt x="353" y="44"/>
                  </a:lnTo>
                  <a:cubicBezTo>
                    <a:pt x="371" y="12"/>
                    <a:pt x="411" y="0"/>
                    <a:pt x="443" y="18"/>
                  </a:cubicBezTo>
                  <a:cubicBezTo>
                    <a:pt x="476" y="36"/>
                    <a:pt x="487" y="76"/>
                    <a:pt x="470" y="108"/>
                  </a:cubicBezTo>
                  <a:lnTo>
                    <a:pt x="453" y="138"/>
                  </a:lnTo>
                  <a:cubicBezTo>
                    <a:pt x="379" y="272"/>
                    <a:pt x="316" y="387"/>
                    <a:pt x="285" y="540"/>
                  </a:cubicBezTo>
                  <a:cubicBezTo>
                    <a:pt x="261" y="658"/>
                    <a:pt x="237" y="794"/>
                    <a:pt x="246" y="920"/>
                  </a:cubicBezTo>
                  <a:cubicBezTo>
                    <a:pt x="254" y="1032"/>
                    <a:pt x="250" y="1141"/>
                    <a:pt x="114" y="1235"/>
                  </a:cubicBezTo>
                  <a:cubicBezTo>
                    <a:pt x="103" y="1243"/>
                    <a:pt x="89" y="1247"/>
                    <a:pt x="76" y="1247"/>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6" name="Google Shape;696;p15"/>
            <p:cNvSpPr/>
            <p:nvPr/>
          </p:nvSpPr>
          <p:spPr>
            <a:xfrm>
              <a:off x="4860925" y="4665663"/>
              <a:ext cx="134938" cy="14288"/>
            </a:xfrm>
            <a:custGeom>
              <a:rect b="b" l="l" r="r" t="t"/>
              <a:pathLst>
                <a:path extrusionOk="0" h="133" w="1325">
                  <a:moveTo>
                    <a:pt x="1258" y="133"/>
                  </a:moveTo>
                  <a:lnTo>
                    <a:pt x="67" y="133"/>
                  </a:lnTo>
                  <a:cubicBezTo>
                    <a:pt x="30" y="133"/>
                    <a:pt x="0" y="103"/>
                    <a:pt x="0" y="67"/>
                  </a:cubicBezTo>
                  <a:cubicBezTo>
                    <a:pt x="0" y="30"/>
                    <a:pt x="30" y="0"/>
                    <a:pt x="67" y="0"/>
                  </a:cubicBezTo>
                  <a:lnTo>
                    <a:pt x="1258" y="0"/>
                  </a:lnTo>
                  <a:cubicBezTo>
                    <a:pt x="1295" y="0"/>
                    <a:pt x="1325" y="30"/>
                    <a:pt x="1325" y="67"/>
                  </a:cubicBezTo>
                  <a:cubicBezTo>
                    <a:pt x="1325" y="103"/>
                    <a:pt x="1295" y="133"/>
                    <a:pt x="1258" y="133"/>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7" name="Google Shape;697;p15"/>
            <p:cNvSpPr/>
            <p:nvPr/>
          </p:nvSpPr>
          <p:spPr>
            <a:xfrm>
              <a:off x="4856163" y="4684713"/>
              <a:ext cx="139700" cy="25400"/>
            </a:xfrm>
            <a:custGeom>
              <a:rect b="b" l="l" r="r" t="t"/>
              <a:pathLst>
                <a:path extrusionOk="0" h="254" w="1388">
                  <a:moveTo>
                    <a:pt x="136" y="254"/>
                  </a:moveTo>
                  <a:cubicBezTo>
                    <a:pt x="85" y="254"/>
                    <a:pt x="76" y="248"/>
                    <a:pt x="65" y="240"/>
                  </a:cubicBezTo>
                  <a:cubicBezTo>
                    <a:pt x="25" y="213"/>
                    <a:pt x="0" y="164"/>
                    <a:pt x="3" y="117"/>
                  </a:cubicBezTo>
                  <a:cubicBezTo>
                    <a:pt x="6" y="74"/>
                    <a:pt x="31" y="37"/>
                    <a:pt x="72" y="17"/>
                  </a:cubicBezTo>
                  <a:cubicBezTo>
                    <a:pt x="105" y="0"/>
                    <a:pt x="145" y="14"/>
                    <a:pt x="162" y="46"/>
                  </a:cubicBezTo>
                  <a:cubicBezTo>
                    <a:pt x="174" y="72"/>
                    <a:pt x="170" y="101"/>
                    <a:pt x="152" y="121"/>
                  </a:cubicBezTo>
                  <a:cubicBezTo>
                    <a:pt x="314" y="116"/>
                    <a:pt x="925" y="53"/>
                    <a:pt x="1310" y="10"/>
                  </a:cubicBezTo>
                  <a:cubicBezTo>
                    <a:pt x="1347" y="6"/>
                    <a:pt x="1380" y="32"/>
                    <a:pt x="1384" y="69"/>
                  </a:cubicBezTo>
                  <a:cubicBezTo>
                    <a:pt x="1388" y="106"/>
                    <a:pt x="1362" y="139"/>
                    <a:pt x="1325" y="143"/>
                  </a:cubicBezTo>
                  <a:cubicBezTo>
                    <a:pt x="1322" y="143"/>
                    <a:pt x="1026" y="176"/>
                    <a:pt x="729" y="205"/>
                  </a:cubicBezTo>
                  <a:cubicBezTo>
                    <a:pt x="364" y="242"/>
                    <a:pt x="208" y="254"/>
                    <a:pt x="136" y="254"/>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8" name="Google Shape;698;p15"/>
            <p:cNvSpPr/>
            <p:nvPr/>
          </p:nvSpPr>
          <p:spPr>
            <a:xfrm>
              <a:off x="4857750" y="4711700"/>
              <a:ext cx="139700" cy="26988"/>
            </a:xfrm>
            <a:custGeom>
              <a:rect b="b" l="l" r="r" t="t"/>
              <a:pathLst>
                <a:path extrusionOk="0" h="254" w="1388">
                  <a:moveTo>
                    <a:pt x="135" y="254"/>
                  </a:moveTo>
                  <a:cubicBezTo>
                    <a:pt x="85" y="254"/>
                    <a:pt x="76" y="248"/>
                    <a:pt x="64" y="240"/>
                  </a:cubicBezTo>
                  <a:cubicBezTo>
                    <a:pt x="24" y="213"/>
                    <a:pt x="0" y="164"/>
                    <a:pt x="3" y="117"/>
                  </a:cubicBezTo>
                  <a:cubicBezTo>
                    <a:pt x="5" y="74"/>
                    <a:pt x="31" y="37"/>
                    <a:pt x="72" y="17"/>
                  </a:cubicBezTo>
                  <a:cubicBezTo>
                    <a:pt x="105" y="0"/>
                    <a:pt x="145" y="13"/>
                    <a:pt x="161" y="46"/>
                  </a:cubicBezTo>
                  <a:cubicBezTo>
                    <a:pt x="174" y="72"/>
                    <a:pt x="169" y="101"/>
                    <a:pt x="151" y="121"/>
                  </a:cubicBezTo>
                  <a:cubicBezTo>
                    <a:pt x="313" y="116"/>
                    <a:pt x="925" y="53"/>
                    <a:pt x="1310" y="10"/>
                  </a:cubicBezTo>
                  <a:cubicBezTo>
                    <a:pt x="1347" y="6"/>
                    <a:pt x="1380" y="32"/>
                    <a:pt x="1384" y="69"/>
                  </a:cubicBezTo>
                  <a:cubicBezTo>
                    <a:pt x="1388" y="105"/>
                    <a:pt x="1361" y="138"/>
                    <a:pt x="1325" y="142"/>
                  </a:cubicBezTo>
                  <a:cubicBezTo>
                    <a:pt x="1322" y="143"/>
                    <a:pt x="1025" y="176"/>
                    <a:pt x="729" y="205"/>
                  </a:cubicBezTo>
                  <a:cubicBezTo>
                    <a:pt x="363" y="242"/>
                    <a:pt x="207" y="254"/>
                    <a:pt x="135" y="254"/>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699" name="Google Shape;699;p15"/>
            <p:cNvSpPr/>
            <p:nvPr/>
          </p:nvSpPr>
          <p:spPr>
            <a:xfrm>
              <a:off x="4857750" y="4737100"/>
              <a:ext cx="139700" cy="25400"/>
            </a:xfrm>
            <a:custGeom>
              <a:rect b="b" l="l" r="r" t="t"/>
              <a:pathLst>
                <a:path extrusionOk="0" h="254" w="1388">
                  <a:moveTo>
                    <a:pt x="135" y="254"/>
                  </a:moveTo>
                  <a:cubicBezTo>
                    <a:pt x="85" y="254"/>
                    <a:pt x="76" y="248"/>
                    <a:pt x="64" y="241"/>
                  </a:cubicBezTo>
                  <a:cubicBezTo>
                    <a:pt x="24" y="214"/>
                    <a:pt x="0" y="164"/>
                    <a:pt x="3" y="117"/>
                  </a:cubicBezTo>
                  <a:cubicBezTo>
                    <a:pt x="5" y="74"/>
                    <a:pt x="31" y="38"/>
                    <a:pt x="72" y="17"/>
                  </a:cubicBezTo>
                  <a:cubicBezTo>
                    <a:pt x="105" y="0"/>
                    <a:pt x="145" y="14"/>
                    <a:pt x="161" y="47"/>
                  </a:cubicBezTo>
                  <a:cubicBezTo>
                    <a:pt x="174" y="72"/>
                    <a:pt x="169" y="101"/>
                    <a:pt x="151" y="121"/>
                  </a:cubicBezTo>
                  <a:cubicBezTo>
                    <a:pt x="313" y="116"/>
                    <a:pt x="925" y="53"/>
                    <a:pt x="1310" y="10"/>
                  </a:cubicBezTo>
                  <a:cubicBezTo>
                    <a:pt x="1347" y="6"/>
                    <a:pt x="1380" y="32"/>
                    <a:pt x="1384" y="69"/>
                  </a:cubicBezTo>
                  <a:cubicBezTo>
                    <a:pt x="1388" y="106"/>
                    <a:pt x="1361" y="139"/>
                    <a:pt x="1325" y="143"/>
                  </a:cubicBezTo>
                  <a:cubicBezTo>
                    <a:pt x="1322" y="143"/>
                    <a:pt x="1025" y="176"/>
                    <a:pt x="729" y="206"/>
                  </a:cubicBezTo>
                  <a:cubicBezTo>
                    <a:pt x="363" y="242"/>
                    <a:pt x="207" y="254"/>
                    <a:pt x="135" y="254"/>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0" name="Google Shape;700;p15"/>
            <p:cNvSpPr/>
            <p:nvPr/>
          </p:nvSpPr>
          <p:spPr>
            <a:xfrm>
              <a:off x="4978400" y="4713288"/>
              <a:ext cx="22225" cy="22225"/>
            </a:xfrm>
            <a:custGeom>
              <a:rect b="b" l="l" r="r" t="t"/>
              <a:pathLst>
                <a:path extrusionOk="0" h="216" w="218">
                  <a:moveTo>
                    <a:pt x="73" y="216"/>
                  </a:moveTo>
                  <a:cubicBezTo>
                    <a:pt x="57" y="216"/>
                    <a:pt x="41" y="210"/>
                    <a:pt x="28" y="198"/>
                  </a:cubicBezTo>
                  <a:cubicBezTo>
                    <a:pt x="1" y="173"/>
                    <a:pt x="0" y="131"/>
                    <a:pt x="25" y="104"/>
                  </a:cubicBezTo>
                  <a:lnTo>
                    <a:pt x="95" y="28"/>
                  </a:lnTo>
                  <a:cubicBezTo>
                    <a:pt x="120" y="1"/>
                    <a:pt x="162" y="0"/>
                    <a:pt x="189" y="25"/>
                  </a:cubicBezTo>
                  <a:cubicBezTo>
                    <a:pt x="216" y="50"/>
                    <a:pt x="218" y="92"/>
                    <a:pt x="193" y="119"/>
                  </a:cubicBezTo>
                  <a:lnTo>
                    <a:pt x="122" y="195"/>
                  </a:lnTo>
                  <a:cubicBezTo>
                    <a:pt x="109" y="209"/>
                    <a:pt x="91" y="216"/>
                    <a:pt x="73" y="216"/>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1" name="Google Shape;701;p15"/>
            <p:cNvSpPr/>
            <p:nvPr/>
          </p:nvSpPr>
          <p:spPr>
            <a:xfrm>
              <a:off x="4978400" y="4686300"/>
              <a:ext cx="22225" cy="22225"/>
            </a:xfrm>
            <a:custGeom>
              <a:rect b="b" l="l" r="r" t="t"/>
              <a:pathLst>
                <a:path extrusionOk="0" h="216" w="218">
                  <a:moveTo>
                    <a:pt x="73" y="216"/>
                  </a:moveTo>
                  <a:cubicBezTo>
                    <a:pt x="57" y="216"/>
                    <a:pt x="41" y="210"/>
                    <a:pt x="28" y="198"/>
                  </a:cubicBezTo>
                  <a:cubicBezTo>
                    <a:pt x="1" y="173"/>
                    <a:pt x="0" y="131"/>
                    <a:pt x="25" y="104"/>
                  </a:cubicBezTo>
                  <a:lnTo>
                    <a:pt x="95" y="29"/>
                  </a:lnTo>
                  <a:cubicBezTo>
                    <a:pt x="120" y="2"/>
                    <a:pt x="162" y="0"/>
                    <a:pt x="189" y="25"/>
                  </a:cubicBezTo>
                  <a:cubicBezTo>
                    <a:pt x="216" y="50"/>
                    <a:pt x="218" y="92"/>
                    <a:pt x="193" y="119"/>
                  </a:cubicBezTo>
                  <a:lnTo>
                    <a:pt x="122" y="195"/>
                  </a:lnTo>
                  <a:cubicBezTo>
                    <a:pt x="109" y="209"/>
                    <a:pt x="91" y="216"/>
                    <a:pt x="73" y="216"/>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2" name="Google Shape;702;p15"/>
            <p:cNvSpPr/>
            <p:nvPr/>
          </p:nvSpPr>
          <p:spPr>
            <a:xfrm>
              <a:off x="4979988" y="4740275"/>
              <a:ext cx="22225" cy="22225"/>
            </a:xfrm>
            <a:custGeom>
              <a:rect b="b" l="l" r="r" t="t"/>
              <a:pathLst>
                <a:path extrusionOk="0" h="216" w="218">
                  <a:moveTo>
                    <a:pt x="74" y="216"/>
                  </a:moveTo>
                  <a:cubicBezTo>
                    <a:pt x="58" y="216"/>
                    <a:pt x="42" y="210"/>
                    <a:pt x="29" y="198"/>
                  </a:cubicBezTo>
                  <a:cubicBezTo>
                    <a:pt x="2" y="173"/>
                    <a:pt x="0" y="131"/>
                    <a:pt x="25" y="104"/>
                  </a:cubicBezTo>
                  <a:lnTo>
                    <a:pt x="96" y="28"/>
                  </a:lnTo>
                  <a:cubicBezTo>
                    <a:pt x="121" y="1"/>
                    <a:pt x="163" y="0"/>
                    <a:pt x="190" y="25"/>
                  </a:cubicBezTo>
                  <a:cubicBezTo>
                    <a:pt x="217" y="50"/>
                    <a:pt x="218" y="92"/>
                    <a:pt x="193" y="119"/>
                  </a:cubicBezTo>
                  <a:lnTo>
                    <a:pt x="123" y="195"/>
                  </a:lnTo>
                  <a:cubicBezTo>
                    <a:pt x="110" y="209"/>
                    <a:pt x="92" y="216"/>
                    <a:pt x="74" y="216"/>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3" name="Google Shape;703;p15"/>
            <p:cNvSpPr/>
            <p:nvPr/>
          </p:nvSpPr>
          <p:spPr>
            <a:xfrm>
              <a:off x="4870450" y="4762500"/>
              <a:ext cx="112713" cy="36513"/>
            </a:xfrm>
            <a:custGeom>
              <a:rect b="b" l="l" r="r" t="t"/>
              <a:pathLst>
                <a:path extrusionOk="0" h="369" w="1110">
                  <a:moveTo>
                    <a:pt x="867" y="369"/>
                  </a:moveTo>
                  <a:lnTo>
                    <a:pt x="282" y="369"/>
                  </a:lnTo>
                  <a:cubicBezTo>
                    <a:pt x="264" y="369"/>
                    <a:pt x="246" y="361"/>
                    <a:pt x="233" y="347"/>
                  </a:cubicBezTo>
                  <a:lnTo>
                    <a:pt x="25" y="119"/>
                  </a:lnTo>
                  <a:cubicBezTo>
                    <a:pt x="0" y="92"/>
                    <a:pt x="2" y="50"/>
                    <a:pt x="29" y="25"/>
                  </a:cubicBezTo>
                  <a:cubicBezTo>
                    <a:pt x="56" y="0"/>
                    <a:pt x="99" y="2"/>
                    <a:pt x="123" y="29"/>
                  </a:cubicBezTo>
                  <a:lnTo>
                    <a:pt x="312" y="236"/>
                  </a:lnTo>
                  <a:lnTo>
                    <a:pt x="834" y="236"/>
                  </a:lnTo>
                  <a:lnTo>
                    <a:pt x="982" y="46"/>
                  </a:lnTo>
                  <a:cubicBezTo>
                    <a:pt x="1005" y="17"/>
                    <a:pt x="1047" y="12"/>
                    <a:pt x="1076" y="34"/>
                  </a:cubicBezTo>
                  <a:cubicBezTo>
                    <a:pt x="1105" y="57"/>
                    <a:pt x="1110" y="99"/>
                    <a:pt x="1087" y="128"/>
                  </a:cubicBezTo>
                  <a:lnTo>
                    <a:pt x="919" y="343"/>
                  </a:lnTo>
                  <a:cubicBezTo>
                    <a:pt x="907" y="360"/>
                    <a:pt x="887" y="369"/>
                    <a:pt x="867" y="369"/>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4" name="Google Shape;704;p15"/>
            <p:cNvSpPr/>
            <p:nvPr/>
          </p:nvSpPr>
          <p:spPr>
            <a:xfrm>
              <a:off x="4868863" y="4471988"/>
              <a:ext cx="49213" cy="203200"/>
            </a:xfrm>
            <a:custGeom>
              <a:rect b="b" l="l" r="r" t="t"/>
              <a:pathLst>
                <a:path extrusionOk="0" h="2014" w="487">
                  <a:moveTo>
                    <a:pt x="419" y="2014"/>
                  </a:moveTo>
                  <a:cubicBezTo>
                    <a:pt x="384" y="2014"/>
                    <a:pt x="354" y="1987"/>
                    <a:pt x="352" y="1951"/>
                  </a:cubicBezTo>
                  <a:cubicBezTo>
                    <a:pt x="312" y="1253"/>
                    <a:pt x="197" y="888"/>
                    <a:pt x="112" y="621"/>
                  </a:cubicBezTo>
                  <a:cubicBezTo>
                    <a:pt x="49" y="422"/>
                    <a:pt x="0" y="265"/>
                    <a:pt x="13" y="64"/>
                  </a:cubicBezTo>
                  <a:cubicBezTo>
                    <a:pt x="15" y="28"/>
                    <a:pt x="47" y="0"/>
                    <a:pt x="84" y="2"/>
                  </a:cubicBezTo>
                  <a:cubicBezTo>
                    <a:pt x="120" y="5"/>
                    <a:pt x="148" y="36"/>
                    <a:pt x="146" y="73"/>
                  </a:cubicBezTo>
                  <a:cubicBezTo>
                    <a:pt x="134" y="249"/>
                    <a:pt x="178" y="388"/>
                    <a:pt x="240" y="581"/>
                  </a:cubicBezTo>
                  <a:cubicBezTo>
                    <a:pt x="326" y="854"/>
                    <a:pt x="444" y="1229"/>
                    <a:pt x="485" y="1944"/>
                  </a:cubicBezTo>
                  <a:cubicBezTo>
                    <a:pt x="487" y="1980"/>
                    <a:pt x="459" y="2012"/>
                    <a:pt x="422" y="2014"/>
                  </a:cubicBezTo>
                  <a:cubicBezTo>
                    <a:pt x="421" y="2014"/>
                    <a:pt x="420" y="2014"/>
                    <a:pt x="419" y="2014"/>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5" name="Google Shape;705;p15"/>
            <p:cNvSpPr/>
            <p:nvPr/>
          </p:nvSpPr>
          <p:spPr>
            <a:xfrm>
              <a:off x="4935538" y="4471988"/>
              <a:ext cx="49213" cy="203200"/>
            </a:xfrm>
            <a:custGeom>
              <a:rect b="b" l="l" r="r" t="t"/>
              <a:pathLst>
                <a:path extrusionOk="0" h="2013" w="487">
                  <a:moveTo>
                    <a:pt x="69" y="2013"/>
                  </a:moveTo>
                  <a:cubicBezTo>
                    <a:pt x="67" y="2013"/>
                    <a:pt x="66" y="2013"/>
                    <a:pt x="65" y="2013"/>
                  </a:cubicBezTo>
                  <a:cubicBezTo>
                    <a:pt x="28" y="2011"/>
                    <a:pt x="0" y="1979"/>
                    <a:pt x="2" y="1943"/>
                  </a:cubicBezTo>
                  <a:cubicBezTo>
                    <a:pt x="43" y="1228"/>
                    <a:pt x="161" y="853"/>
                    <a:pt x="248" y="580"/>
                  </a:cubicBezTo>
                  <a:cubicBezTo>
                    <a:pt x="309" y="387"/>
                    <a:pt x="353" y="248"/>
                    <a:pt x="341" y="73"/>
                  </a:cubicBezTo>
                  <a:cubicBezTo>
                    <a:pt x="339" y="36"/>
                    <a:pt x="367" y="5"/>
                    <a:pt x="404" y="2"/>
                  </a:cubicBezTo>
                  <a:cubicBezTo>
                    <a:pt x="441" y="0"/>
                    <a:pt x="472" y="28"/>
                    <a:pt x="474" y="65"/>
                  </a:cubicBezTo>
                  <a:cubicBezTo>
                    <a:pt x="487" y="265"/>
                    <a:pt x="438" y="422"/>
                    <a:pt x="375" y="620"/>
                  </a:cubicBezTo>
                  <a:cubicBezTo>
                    <a:pt x="290" y="887"/>
                    <a:pt x="175" y="1252"/>
                    <a:pt x="135" y="1950"/>
                  </a:cubicBezTo>
                  <a:cubicBezTo>
                    <a:pt x="133" y="1986"/>
                    <a:pt x="104" y="2013"/>
                    <a:pt x="69" y="2013"/>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6" name="Google Shape;706;p15"/>
            <p:cNvSpPr/>
            <p:nvPr/>
          </p:nvSpPr>
          <p:spPr>
            <a:xfrm>
              <a:off x="4886325" y="4446588"/>
              <a:ext cx="82550" cy="26988"/>
            </a:xfrm>
            <a:custGeom>
              <a:rect b="b" l="l" r="r" t="t"/>
              <a:pathLst>
                <a:path extrusionOk="0" h="265" w="804">
                  <a:moveTo>
                    <a:pt x="74" y="258"/>
                  </a:moveTo>
                  <a:cubicBezTo>
                    <a:pt x="59" y="258"/>
                    <a:pt x="43" y="253"/>
                    <a:pt x="30" y="242"/>
                  </a:cubicBezTo>
                  <a:cubicBezTo>
                    <a:pt x="3" y="218"/>
                    <a:pt x="0" y="175"/>
                    <a:pt x="24" y="148"/>
                  </a:cubicBezTo>
                  <a:lnTo>
                    <a:pt x="122" y="34"/>
                  </a:lnTo>
                  <a:cubicBezTo>
                    <a:pt x="135" y="19"/>
                    <a:pt x="153" y="11"/>
                    <a:pt x="172" y="11"/>
                  </a:cubicBezTo>
                  <a:lnTo>
                    <a:pt x="173" y="11"/>
                  </a:lnTo>
                  <a:cubicBezTo>
                    <a:pt x="192" y="11"/>
                    <a:pt x="210" y="20"/>
                    <a:pt x="223" y="34"/>
                  </a:cubicBezTo>
                  <a:lnTo>
                    <a:pt x="273" y="92"/>
                  </a:lnTo>
                  <a:lnTo>
                    <a:pt x="342" y="20"/>
                  </a:lnTo>
                  <a:cubicBezTo>
                    <a:pt x="354" y="7"/>
                    <a:pt x="372" y="0"/>
                    <a:pt x="390" y="0"/>
                  </a:cubicBezTo>
                  <a:lnTo>
                    <a:pt x="390" y="0"/>
                  </a:lnTo>
                  <a:cubicBezTo>
                    <a:pt x="408" y="0"/>
                    <a:pt x="425" y="7"/>
                    <a:pt x="438" y="20"/>
                  </a:cubicBezTo>
                  <a:lnTo>
                    <a:pt x="513" y="96"/>
                  </a:lnTo>
                  <a:lnTo>
                    <a:pt x="577" y="32"/>
                  </a:lnTo>
                  <a:cubicBezTo>
                    <a:pt x="589" y="19"/>
                    <a:pt x="607" y="12"/>
                    <a:pt x="625" y="13"/>
                  </a:cubicBezTo>
                  <a:cubicBezTo>
                    <a:pt x="643" y="13"/>
                    <a:pt x="660" y="20"/>
                    <a:pt x="672" y="33"/>
                  </a:cubicBezTo>
                  <a:lnTo>
                    <a:pt x="779" y="145"/>
                  </a:lnTo>
                  <a:cubicBezTo>
                    <a:pt x="804" y="172"/>
                    <a:pt x="803" y="214"/>
                    <a:pt x="777" y="239"/>
                  </a:cubicBezTo>
                  <a:cubicBezTo>
                    <a:pt x="750" y="265"/>
                    <a:pt x="708" y="264"/>
                    <a:pt x="683" y="237"/>
                  </a:cubicBezTo>
                  <a:lnTo>
                    <a:pt x="623" y="175"/>
                  </a:lnTo>
                  <a:lnTo>
                    <a:pt x="559" y="238"/>
                  </a:lnTo>
                  <a:cubicBezTo>
                    <a:pt x="547" y="251"/>
                    <a:pt x="530" y="258"/>
                    <a:pt x="512" y="258"/>
                  </a:cubicBezTo>
                  <a:lnTo>
                    <a:pt x="512" y="258"/>
                  </a:lnTo>
                  <a:cubicBezTo>
                    <a:pt x="494" y="258"/>
                    <a:pt x="477" y="251"/>
                    <a:pt x="465" y="238"/>
                  </a:cubicBezTo>
                  <a:lnTo>
                    <a:pt x="390" y="162"/>
                  </a:lnTo>
                  <a:lnTo>
                    <a:pt x="318" y="237"/>
                  </a:lnTo>
                  <a:cubicBezTo>
                    <a:pt x="305" y="251"/>
                    <a:pt x="287" y="258"/>
                    <a:pt x="268" y="258"/>
                  </a:cubicBezTo>
                  <a:cubicBezTo>
                    <a:pt x="249" y="257"/>
                    <a:pt x="231" y="249"/>
                    <a:pt x="219" y="235"/>
                  </a:cubicBezTo>
                  <a:lnTo>
                    <a:pt x="172" y="180"/>
                  </a:lnTo>
                  <a:lnTo>
                    <a:pt x="124" y="235"/>
                  </a:lnTo>
                  <a:cubicBezTo>
                    <a:pt x="111" y="250"/>
                    <a:pt x="93" y="258"/>
                    <a:pt x="74" y="258"/>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7" name="Google Shape;707;p15"/>
            <p:cNvSpPr/>
            <p:nvPr/>
          </p:nvSpPr>
          <p:spPr>
            <a:xfrm>
              <a:off x="4983163" y="4398963"/>
              <a:ext cx="44450" cy="130175"/>
            </a:xfrm>
            <a:custGeom>
              <a:rect b="b" l="l" r="r" t="t"/>
              <a:pathLst>
                <a:path extrusionOk="0" h="1294" w="453">
                  <a:moveTo>
                    <a:pt x="250" y="1294"/>
                  </a:moveTo>
                  <a:cubicBezTo>
                    <a:pt x="238" y="1294"/>
                    <a:pt x="225" y="1291"/>
                    <a:pt x="214" y="1284"/>
                  </a:cubicBezTo>
                  <a:cubicBezTo>
                    <a:pt x="183" y="1264"/>
                    <a:pt x="174" y="1223"/>
                    <a:pt x="193" y="1192"/>
                  </a:cubicBezTo>
                  <a:cubicBezTo>
                    <a:pt x="276" y="1060"/>
                    <a:pt x="320" y="908"/>
                    <a:pt x="320" y="752"/>
                  </a:cubicBezTo>
                  <a:cubicBezTo>
                    <a:pt x="320" y="511"/>
                    <a:pt x="214" y="282"/>
                    <a:pt x="31" y="125"/>
                  </a:cubicBezTo>
                  <a:cubicBezTo>
                    <a:pt x="3" y="101"/>
                    <a:pt x="0" y="59"/>
                    <a:pt x="24" y="31"/>
                  </a:cubicBezTo>
                  <a:cubicBezTo>
                    <a:pt x="48" y="3"/>
                    <a:pt x="90" y="0"/>
                    <a:pt x="118" y="24"/>
                  </a:cubicBezTo>
                  <a:cubicBezTo>
                    <a:pt x="331" y="206"/>
                    <a:pt x="453" y="472"/>
                    <a:pt x="453" y="752"/>
                  </a:cubicBezTo>
                  <a:cubicBezTo>
                    <a:pt x="453" y="934"/>
                    <a:pt x="402" y="1110"/>
                    <a:pt x="306" y="1263"/>
                  </a:cubicBezTo>
                  <a:cubicBezTo>
                    <a:pt x="294" y="1283"/>
                    <a:pt x="272" y="1294"/>
                    <a:pt x="250" y="1294"/>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sp>
          <p:nvSpPr>
            <p:cNvPr id="708" name="Google Shape;708;p15"/>
            <p:cNvSpPr/>
            <p:nvPr/>
          </p:nvSpPr>
          <p:spPr>
            <a:xfrm>
              <a:off x="4957763" y="4383088"/>
              <a:ext cx="15875" cy="15875"/>
            </a:xfrm>
            <a:custGeom>
              <a:rect b="b" l="l" r="r" t="t"/>
              <a:pathLst>
                <a:path extrusionOk="0" h="147" w="166">
                  <a:moveTo>
                    <a:pt x="91" y="147"/>
                  </a:moveTo>
                  <a:cubicBezTo>
                    <a:pt x="84" y="147"/>
                    <a:pt x="77" y="146"/>
                    <a:pt x="69" y="143"/>
                  </a:cubicBezTo>
                  <a:cubicBezTo>
                    <a:pt x="65" y="142"/>
                    <a:pt x="60" y="140"/>
                    <a:pt x="55" y="138"/>
                  </a:cubicBezTo>
                  <a:cubicBezTo>
                    <a:pt x="20" y="127"/>
                    <a:pt x="0" y="90"/>
                    <a:pt x="11" y="55"/>
                  </a:cubicBezTo>
                  <a:cubicBezTo>
                    <a:pt x="22" y="20"/>
                    <a:pt x="60" y="0"/>
                    <a:pt x="95" y="11"/>
                  </a:cubicBezTo>
                  <a:cubicBezTo>
                    <a:pt x="101" y="13"/>
                    <a:pt x="107" y="15"/>
                    <a:pt x="113" y="17"/>
                  </a:cubicBezTo>
                  <a:cubicBezTo>
                    <a:pt x="148" y="29"/>
                    <a:pt x="166" y="67"/>
                    <a:pt x="154" y="102"/>
                  </a:cubicBezTo>
                  <a:cubicBezTo>
                    <a:pt x="145" y="130"/>
                    <a:pt x="119" y="147"/>
                    <a:pt x="91" y="147"/>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Play"/>
                <a:ea typeface="Play"/>
                <a:cs typeface="Play"/>
                <a:sym typeface="Play"/>
              </a:endParaRPr>
            </a:p>
          </p:txBody>
        </p:sp>
      </p:grpSp>
      <p:grpSp>
        <p:nvGrpSpPr>
          <p:cNvPr descr="{&quot;Key&quot;:&quot;POWER_USER_SHAPE_ICON&quot;,&quot;Value&quot;:&quot;POWER_USER_SHAPE_ICON_STYLE_1&quot;}" id="709" name="Google Shape;709;p15"/>
          <p:cNvGrpSpPr/>
          <p:nvPr/>
        </p:nvGrpSpPr>
        <p:grpSpPr>
          <a:xfrm>
            <a:off x="3301581" y="2641165"/>
            <a:ext cx="751746" cy="431800"/>
            <a:chOff x="8759826" y="2562225"/>
            <a:chExt cx="458788" cy="263526"/>
          </a:xfrm>
        </p:grpSpPr>
        <p:sp>
          <p:nvSpPr>
            <p:cNvPr id="710" name="Google Shape;710;p15"/>
            <p:cNvSpPr/>
            <p:nvPr/>
          </p:nvSpPr>
          <p:spPr>
            <a:xfrm>
              <a:off x="8928101" y="2676525"/>
              <a:ext cx="66675" cy="90488"/>
            </a:xfrm>
            <a:custGeom>
              <a:rect b="b" l="l" r="r" t="t"/>
              <a:pathLst>
                <a:path extrusionOk="0" h="99" w="74">
                  <a:moveTo>
                    <a:pt x="46" y="99"/>
                  </a:moveTo>
                  <a:lnTo>
                    <a:pt x="28" y="99"/>
                  </a:lnTo>
                  <a:cubicBezTo>
                    <a:pt x="13" y="99"/>
                    <a:pt x="0" y="87"/>
                    <a:pt x="0" y="71"/>
                  </a:cubicBezTo>
                  <a:cubicBezTo>
                    <a:pt x="0" y="67"/>
                    <a:pt x="3" y="64"/>
                    <a:pt x="7" y="64"/>
                  </a:cubicBezTo>
                  <a:cubicBezTo>
                    <a:pt x="11" y="64"/>
                    <a:pt x="14" y="67"/>
                    <a:pt x="14" y="71"/>
                  </a:cubicBezTo>
                  <a:cubicBezTo>
                    <a:pt x="14" y="79"/>
                    <a:pt x="21" y="85"/>
                    <a:pt x="28" y="85"/>
                  </a:cubicBezTo>
                  <a:lnTo>
                    <a:pt x="46" y="85"/>
                  </a:lnTo>
                  <a:cubicBezTo>
                    <a:pt x="54" y="85"/>
                    <a:pt x="60" y="79"/>
                    <a:pt x="60" y="71"/>
                  </a:cubicBezTo>
                  <a:cubicBezTo>
                    <a:pt x="60" y="63"/>
                    <a:pt x="54" y="57"/>
                    <a:pt x="46" y="57"/>
                  </a:cubicBezTo>
                  <a:lnTo>
                    <a:pt x="28" y="57"/>
                  </a:lnTo>
                  <a:cubicBezTo>
                    <a:pt x="13" y="57"/>
                    <a:pt x="0" y="44"/>
                    <a:pt x="0" y="29"/>
                  </a:cubicBezTo>
                  <a:cubicBezTo>
                    <a:pt x="0" y="13"/>
                    <a:pt x="13" y="0"/>
                    <a:pt x="28" y="0"/>
                  </a:cubicBezTo>
                  <a:lnTo>
                    <a:pt x="46" y="0"/>
                  </a:lnTo>
                  <a:cubicBezTo>
                    <a:pt x="62" y="0"/>
                    <a:pt x="74" y="13"/>
                    <a:pt x="74" y="29"/>
                  </a:cubicBezTo>
                  <a:cubicBezTo>
                    <a:pt x="74" y="33"/>
                    <a:pt x="71" y="36"/>
                    <a:pt x="67" y="36"/>
                  </a:cubicBezTo>
                  <a:cubicBezTo>
                    <a:pt x="63" y="36"/>
                    <a:pt x="60" y="33"/>
                    <a:pt x="60" y="29"/>
                  </a:cubicBezTo>
                  <a:cubicBezTo>
                    <a:pt x="60" y="21"/>
                    <a:pt x="54" y="15"/>
                    <a:pt x="46" y="15"/>
                  </a:cubicBezTo>
                  <a:lnTo>
                    <a:pt x="28" y="15"/>
                  </a:lnTo>
                  <a:cubicBezTo>
                    <a:pt x="21" y="15"/>
                    <a:pt x="14" y="21"/>
                    <a:pt x="14" y="29"/>
                  </a:cubicBezTo>
                  <a:cubicBezTo>
                    <a:pt x="14" y="36"/>
                    <a:pt x="21" y="43"/>
                    <a:pt x="28" y="43"/>
                  </a:cubicBezTo>
                  <a:lnTo>
                    <a:pt x="46" y="43"/>
                  </a:lnTo>
                  <a:cubicBezTo>
                    <a:pt x="62" y="43"/>
                    <a:pt x="74" y="55"/>
                    <a:pt x="74" y="71"/>
                  </a:cubicBezTo>
                  <a:cubicBezTo>
                    <a:pt x="74" y="87"/>
                    <a:pt x="62" y="99"/>
                    <a:pt x="46" y="99"/>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1" name="Google Shape;711;p15"/>
            <p:cNvSpPr/>
            <p:nvPr/>
          </p:nvSpPr>
          <p:spPr>
            <a:xfrm>
              <a:off x="8955089" y="2659063"/>
              <a:ext cx="12700" cy="30163"/>
            </a:xfrm>
            <a:custGeom>
              <a:rect b="b" l="l" r="r" t="t"/>
              <a:pathLst>
                <a:path extrusionOk="0" h="34" w="14">
                  <a:moveTo>
                    <a:pt x="7" y="34"/>
                  </a:moveTo>
                  <a:cubicBezTo>
                    <a:pt x="3" y="34"/>
                    <a:pt x="0" y="31"/>
                    <a:pt x="0" y="27"/>
                  </a:cubicBezTo>
                  <a:lnTo>
                    <a:pt x="0" y="7"/>
                  </a:lnTo>
                  <a:cubicBezTo>
                    <a:pt x="0" y="3"/>
                    <a:pt x="3" y="0"/>
                    <a:pt x="7" y="0"/>
                  </a:cubicBezTo>
                  <a:cubicBezTo>
                    <a:pt x="11" y="0"/>
                    <a:pt x="14" y="3"/>
                    <a:pt x="14" y="7"/>
                  </a:cubicBezTo>
                  <a:lnTo>
                    <a:pt x="14" y="27"/>
                  </a:lnTo>
                  <a:cubicBezTo>
                    <a:pt x="14" y="31"/>
                    <a:pt x="11" y="34"/>
                    <a:pt x="7" y="34"/>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2" name="Google Shape;712;p15"/>
            <p:cNvSpPr/>
            <p:nvPr/>
          </p:nvSpPr>
          <p:spPr>
            <a:xfrm>
              <a:off x="8955089" y="2754313"/>
              <a:ext cx="12700" cy="30163"/>
            </a:xfrm>
            <a:custGeom>
              <a:rect b="b" l="l" r="r" t="t"/>
              <a:pathLst>
                <a:path extrusionOk="0" h="34" w="14">
                  <a:moveTo>
                    <a:pt x="7" y="34"/>
                  </a:moveTo>
                  <a:cubicBezTo>
                    <a:pt x="3" y="34"/>
                    <a:pt x="0" y="31"/>
                    <a:pt x="0" y="26"/>
                  </a:cubicBezTo>
                  <a:lnTo>
                    <a:pt x="0" y="7"/>
                  </a:lnTo>
                  <a:cubicBezTo>
                    <a:pt x="0" y="3"/>
                    <a:pt x="3" y="0"/>
                    <a:pt x="7" y="0"/>
                  </a:cubicBezTo>
                  <a:cubicBezTo>
                    <a:pt x="11" y="0"/>
                    <a:pt x="14" y="3"/>
                    <a:pt x="14" y="7"/>
                  </a:cubicBezTo>
                  <a:lnTo>
                    <a:pt x="14" y="26"/>
                  </a:lnTo>
                  <a:cubicBezTo>
                    <a:pt x="14" y="31"/>
                    <a:pt x="11" y="34"/>
                    <a:pt x="7" y="34"/>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3" name="Google Shape;713;p15"/>
            <p:cNvSpPr/>
            <p:nvPr/>
          </p:nvSpPr>
          <p:spPr>
            <a:xfrm>
              <a:off x="8759826" y="2617788"/>
              <a:ext cx="403225" cy="207963"/>
            </a:xfrm>
            <a:custGeom>
              <a:rect b="b" l="l" r="r" t="t"/>
              <a:pathLst>
                <a:path extrusionOk="0" h="228" w="442">
                  <a:moveTo>
                    <a:pt x="14" y="213"/>
                  </a:moveTo>
                  <a:lnTo>
                    <a:pt x="428" y="213"/>
                  </a:lnTo>
                  <a:lnTo>
                    <a:pt x="428" y="15"/>
                  </a:lnTo>
                  <a:lnTo>
                    <a:pt x="14" y="15"/>
                  </a:lnTo>
                  <a:lnTo>
                    <a:pt x="14" y="213"/>
                  </a:lnTo>
                  <a:close/>
                  <a:moveTo>
                    <a:pt x="435" y="228"/>
                  </a:moveTo>
                  <a:lnTo>
                    <a:pt x="7" y="228"/>
                  </a:lnTo>
                  <a:cubicBezTo>
                    <a:pt x="3" y="228"/>
                    <a:pt x="0" y="224"/>
                    <a:pt x="0" y="220"/>
                  </a:cubicBezTo>
                  <a:lnTo>
                    <a:pt x="0" y="7"/>
                  </a:lnTo>
                  <a:cubicBezTo>
                    <a:pt x="0" y="3"/>
                    <a:pt x="3" y="0"/>
                    <a:pt x="7" y="0"/>
                  </a:cubicBezTo>
                  <a:lnTo>
                    <a:pt x="435" y="0"/>
                  </a:lnTo>
                  <a:cubicBezTo>
                    <a:pt x="439" y="0"/>
                    <a:pt x="442" y="3"/>
                    <a:pt x="442" y="7"/>
                  </a:cubicBezTo>
                  <a:lnTo>
                    <a:pt x="442" y="220"/>
                  </a:lnTo>
                  <a:cubicBezTo>
                    <a:pt x="442" y="224"/>
                    <a:pt x="439" y="228"/>
                    <a:pt x="435" y="228"/>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4" name="Google Shape;714;p15"/>
            <p:cNvSpPr/>
            <p:nvPr/>
          </p:nvSpPr>
          <p:spPr>
            <a:xfrm>
              <a:off x="8759826" y="2617788"/>
              <a:ext cx="82550" cy="82550"/>
            </a:xfrm>
            <a:custGeom>
              <a:rect b="b" l="l" r="r" t="t"/>
              <a:pathLst>
                <a:path extrusionOk="0" h="90" w="90">
                  <a:moveTo>
                    <a:pt x="14" y="15"/>
                  </a:moveTo>
                  <a:lnTo>
                    <a:pt x="14" y="75"/>
                  </a:lnTo>
                  <a:cubicBezTo>
                    <a:pt x="46" y="72"/>
                    <a:pt x="71" y="46"/>
                    <a:pt x="75" y="15"/>
                  </a:cubicBezTo>
                  <a:lnTo>
                    <a:pt x="14" y="15"/>
                  </a:lnTo>
                  <a:close/>
                  <a:moveTo>
                    <a:pt x="7" y="90"/>
                  </a:moveTo>
                  <a:cubicBezTo>
                    <a:pt x="3" y="90"/>
                    <a:pt x="0" y="87"/>
                    <a:pt x="0" y="83"/>
                  </a:cubicBezTo>
                  <a:lnTo>
                    <a:pt x="0" y="7"/>
                  </a:lnTo>
                  <a:cubicBezTo>
                    <a:pt x="0" y="3"/>
                    <a:pt x="3" y="0"/>
                    <a:pt x="7" y="0"/>
                  </a:cubicBezTo>
                  <a:lnTo>
                    <a:pt x="82" y="0"/>
                  </a:lnTo>
                  <a:cubicBezTo>
                    <a:pt x="87" y="0"/>
                    <a:pt x="90" y="3"/>
                    <a:pt x="90" y="7"/>
                  </a:cubicBezTo>
                  <a:cubicBezTo>
                    <a:pt x="90" y="53"/>
                    <a:pt x="53" y="90"/>
                    <a:pt x="7" y="90"/>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5" name="Google Shape;715;p15"/>
            <p:cNvSpPr/>
            <p:nvPr/>
          </p:nvSpPr>
          <p:spPr>
            <a:xfrm>
              <a:off x="8759826" y="2743200"/>
              <a:ext cx="82550" cy="82550"/>
            </a:xfrm>
            <a:custGeom>
              <a:rect b="b" l="l" r="r" t="t"/>
              <a:pathLst>
                <a:path extrusionOk="0" h="90" w="90">
                  <a:moveTo>
                    <a:pt x="14" y="75"/>
                  </a:moveTo>
                  <a:lnTo>
                    <a:pt x="75" y="75"/>
                  </a:lnTo>
                  <a:cubicBezTo>
                    <a:pt x="71" y="43"/>
                    <a:pt x="46" y="18"/>
                    <a:pt x="14" y="15"/>
                  </a:cubicBezTo>
                  <a:lnTo>
                    <a:pt x="14" y="75"/>
                  </a:lnTo>
                  <a:close/>
                  <a:moveTo>
                    <a:pt x="82" y="90"/>
                  </a:moveTo>
                  <a:lnTo>
                    <a:pt x="7" y="90"/>
                  </a:lnTo>
                  <a:cubicBezTo>
                    <a:pt x="3" y="90"/>
                    <a:pt x="0" y="86"/>
                    <a:pt x="0" y="82"/>
                  </a:cubicBezTo>
                  <a:lnTo>
                    <a:pt x="0" y="7"/>
                  </a:lnTo>
                  <a:cubicBezTo>
                    <a:pt x="0" y="3"/>
                    <a:pt x="3" y="0"/>
                    <a:pt x="7" y="0"/>
                  </a:cubicBezTo>
                  <a:cubicBezTo>
                    <a:pt x="53" y="0"/>
                    <a:pt x="90" y="37"/>
                    <a:pt x="90" y="82"/>
                  </a:cubicBezTo>
                  <a:cubicBezTo>
                    <a:pt x="90" y="86"/>
                    <a:pt x="87" y="90"/>
                    <a:pt x="82" y="90"/>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6" name="Google Shape;716;p15"/>
            <p:cNvSpPr/>
            <p:nvPr/>
          </p:nvSpPr>
          <p:spPr>
            <a:xfrm>
              <a:off x="9080501" y="2617788"/>
              <a:ext cx="82550" cy="82550"/>
            </a:xfrm>
            <a:custGeom>
              <a:rect b="b" l="l" r="r" t="t"/>
              <a:pathLst>
                <a:path extrusionOk="0" h="90" w="90">
                  <a:moveTo>
                    <a:pt x="15" y="15"/>
                  </a:moveTo>
                  <a:cubicBezTo>
                    <a:pt x="19" y="46"/>
                    <a:pt x="44" y="72"/>
                    <a:pt x="76" y="75"/>
                  </a:cubicBezTo>
                  <a:lnTo>
                    <a:pt x="76" y="15"/>
                  </a:lnTo>
                  <a:lnTo>
                    <a:pt x="15" y="15"/>
                  </a:lnTo>
                  <a:close/>
                  <a:moveTo>
                    <a:pt x="83" y="90"/>
                  </a:moveTo>
                  <a:cubicBezTo>
                    <a:pt x="38" y="90"/>
                    <a:pt x="0" y="53"/>
                    <a:pt x="0" y="7"/>
                  </a:cubicBezTo>
                  <a:cubicBezTo>
                    <a:pt x="0" y="3"/>
                    <a:pt x="4" y="0"/>
                    <a:pt x="8" y="0"/>
                  </a:cubicBezTo>
                  <a:lnTo>
                    <a:pt x="83" y="0"/>
                  </a:lnTo>
                  <a:cubicBezTo>
                    <a:pt x="87" y="0"/>
                    <a:pt x="90" y="3"/>
                    <a:pt x="90" y="7"/>
                  </a:cubicBezTo>
                  <a:lnTo>
                    <a:pt x="90" y="83"/>
                  </a:lnTo>
                  <a:cubicBezTo>
                    <a:pt x="90" y="87"/>
                    <a:pt x="87" y="90"/>
                    <a:pt x="83" y="90"/>
                  </a:cubicBezTo>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7" name="Google Shape;717;p15"/>
            <p:cNvSpPr/>
            <p:nvPr/>
          </p:nvSpPr>
          <p:spPr>
            <a:xfrm>
              <a:off x="9080501" y="2743200"/>
              <a:ext cx="82550" cy="82550"/>
            </a:xfrm>
            <a:custGeom>
              <a:rect b="b" l="l" r="r" t="t"/>
              <a:pathLst>
                <a:path extrusionOk="0" h="90" w="90">
                  <a:moveTo>
                    <a:pt x="15" y="75"/>
                  </a:moveTo>
                  <a:lnTo>
                    <a:pt x="76" y="75"/>
                  </a:lnTo>
                  <a:lnTo>
                    <a:pt x="76" y="15"/>
                  </a:lnTo>
                  <a:cubicBezTo>
                    <a:pt x="44" y="18"/>
                    <a:pt x="19" y="43"/>
                    <a:pt x="15" y="75"/>
                  </a:cubicBezTo>
                  <a:close/>
                  <a:moveTo>
                    <a:pt x="83" y="90"/>
                  </a:moveTo>
                  <a:lnTo>
                    <a:pt x="8" y="90"/>
                  </a:lnTo>
                  <a:cubicBezTo>
                    <a:pt x="4" y="90"/>
                    <a:pt x="0" y="86"/>
                    <a:pt x="0" y="82"/>
                  </a:cubicBezTo>
                  <a:cubicBezTo>
                    <a:pt x="0" y="37"/>
                    <a:pt x="38" y="0"/>
                    <a:pt x="83" y="0"/>
                  </a:cubicBezTo>
                  <a:cubicBezTo>
                    <a:pt x="87" y="0"/>
                    <a:pt x="90" y="3"/>
                    <a:pt x="90" y="7"/>
                  </a:cubicBezTo>
                  <a:lnTo>
                    <a:pt x="90" y="82"/>
                  </a:lnTo>
                  <a:cubicBezTo>
                    <a:pt x="90" y="86"/>
                    <a:pt x="87" y="90"/>
                    <a:pt x="83" y="90"/>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8" name="Google Shape;718;p15"/>
            <p:cNvSpPr/>
            <p:nvPr/>
          </p:nvSpPr>
          <p:spPr>
            <a:xfrm>
              <a:off x="8788401" y="2590800"/>
              <a:ext cx="403225" cy="206375"/>
            </a:xfrm>
            <a:custGeom>
              <a:rect b="b" l="l" r="r" t="t"/>
              <a:pathLst>
                <a:path extrusionOk="0" h="227" w="443">
                  <a:moveTo>
                    <a:pt x="435" y="227"/>
                  </a:moveTo>
                  <a:cubicBezTo>
                    <a:pt x="431" y="227"/>
                    <a:pt x="428" y="224"/>
                    <a:pt x="428" y="220"/>
                  </a:cubicBezTo>
                  <a:lnTo>
                    <a:pt x="428" y="14"/>
                  </a:lnTo>
                  <a:lnTo>
                    <a:pt x="7" y="14"/>
                  </a:lnTo>
                  <a:cubicBezTo>
                    <a:pt x="3" y="14"/>
                    <a:pt x="0" y="11"/>
                    <a:pt x="0" y="7"/>
                  </a:cubicBezTo>
                  <a:cubicBezTo>
                    <a:pt x="0" y="3"/>
                    <a:pt x="3" y="0"/>
                    <a:pt x="7" y="0"/>
                  </a:cubicBezTo>
                  <a:lnTo>
                    <a:pt x="435" y="0"/>
                  </a:lnTo>
                  <a:cubicBezTo>
                    <a:pt x="439" y="0"/>
                    <a:pt x="443" y="3"/>
                    <a:pt x="443" y="7"/>
                  </a:cubicBezTo>
                  <a:lnTo>
                    <a:pt x="443" y="220"/>
                  </a:lnTo>
                  <a:cubicBezTo>
                    <a:pt x="443" y="224"/>
                    <a:pt x="439" y="227"/>
                    <a:pt x="435" y="227"/>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sp>
          <p:nvSpPr>
            <p:cNvPr id="719" name="Google Shape;719;p15"/>
            <p:cNvSpPr/>
            <p:nvPr/>
          </p:nvSpPr>
          <p:spPr>
            <a:xfrm>
              <a:off x="8815389" y="2562225"/>
              <a:ext cx="403225" cy="207963"/>
            </a:xfrm>
            <a:custGeom>
              <a:rect b="b" l="l" r="r" t="t"/>
              <a:pathLst>
                <a:path extrusionOk="0" h="228" w="443">
                  <a:moveTo>
                    <a:pt x="436" y="228"/>
                  </a:moveTo>
                  <a:cubicBezTo>
                    <a:pt x="432" y="228"/>
                    <a:pt x="428" y="225"/>
                    <a:pt x="428" y="221"/>
                  </a:cubicBezTo>
                  <a:lnTo>
                    <a:pt x="428" y="15"/>
                  </a:lnTo>
                  <a:lnTo>
                    <a:pt x="8" y="15"/>
                  </a:lnTo>
                  <a:cubicBezTo>
                    <a:pt x="4" y="15"/>
                    <a:pt x="0" y="12"/>
                    <a:pt x="0" y="8"/>
                  </a:cubicBezTo>
                  <a:cubicBezTo>
                    <a:pt x="0" y="4"/>
                    <a:pt x="4" y="0"/>
                    <a:pt x="8" y="0"/>
                  </a:cubicBezTo>
                  <a:lnTo>
                    <a:pt x="436" y="0"/>
                  </a:lnTo>
                  <a:cubicBezTo>
                    <a:pt x="440" y="0"/>
                    <a:pt x="443" y="4"/>
                    <a:pt x="443" y="8"/>
                  </a:cubicBezTo>
                  <a:lnTo>
                    <a:pt x="443" y="221"/>
                  </a:lnTo>
                  <a:cubicBezTo>
                    <a:pt x="443" y="225"/>
                    <a:pt x="440" y="228"/>
                    <a:pt x="436" y="228"/>
                  </a:cubicBezTo>
                  <a:close/>
                </a:path>
              </a:pathLst>
            </a:custGeom>
            <a:solidFill>
              <a:srgbClr val="F2F2F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lay"/>
                <a:ea typeface="Play"/>
                <a:cs typeface="Play"/>
                <a:sym typeface="Play"/>
              </a:endParaRPr>
            </a:p>
          </p:txBody>
        </p:sp>
      </p:grpSp>
      <p:sp>
        <p:nvSpPr>
          <p:cNvPr id="720" name="Google Shape;720;p15"/>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lay"/>
                <a:ea typeface="Play"/>
                <a:cs typeface="Play"/>
                <a:sym typeface="Play"/>
              </a:rPr>
              <a:t>‹#›</a:t>
            </a:fld>
            <a:endParaRPr>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20"/>
          <p:cNvSpPr txBox="1"/>
          <p:nvPr>
            <p:ph type="ctrTitle"/>
          </p:nvPr>
        </p:nvSpPr>
        <p:spPr>
          <a:xfrm>
            <a:off x="7858094" y="2670135"/>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Hands on Activity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21"/>
          <p:cNvSpPr txBox="1"/>
          <p:nvPr>
            <p:ph type="title"/>
          </p:nvPr>
        </p:nvSpPr>
        <p:spPr>
          <a:xfrm>
            <a:off x="404867" y="266891"/>
            <a:ext cx="10515600" cy="89445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68B5"/>
              </a:buClr>
              <a:buSzPts val="3600"/>
              <a:buFont typeface="Play"/>
              <a:buNone/>
            </a:pPr>
            <a:r>
              <a:rPr lang="en-US">
                <a:solidFill>
                  <a:srgbClr val="0068B5"/>
                </a:solidFill>
              </a:rPr>
              <a:t>Let’s Recall the AI Project Cycle</a:t>
            </a:r>
            <a:endParaRPr/>
          </a:p>
        </p:txBody>
      </p:sp>
      <p:sp>
        <p:nvSpPr>
          <p:cNvPr id="734" name="Google Shape;734;p21"/>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grpSp>
        <p:nvGrpSpPr>
          <p:cNvPr id="735" name="Google Shape;735;p21"/>
          <p:cNvGrpSpPr/>
          <p:nvPr/>
        </p:nvGrpSpPr>
        <p:grpSpPr>
          <a:xfrm>
            <a:off x="404867" y="1934188"/>
            <a:ext cx="1765300" cy="1731093"/>
            <a:chOff x="571500" y="2117006"/>
            <a:chExt cx="1765300" cy="1731093"/>
          </a:xfrm>
        </p:grpSpPr>
        <p:sp>
          <p:nvSpPr>
            <p:cNvPr id="736" name="Google Shape;736;p21"/>
            <p:cNvSpPr/>
            <p:nvPr/>
          </p:nvSpPr>
          <p:spPr>
            <a:xfrm>
              <a:off x="571500" y="2117006"/>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37" name="Google Shape;737;p21"/>
            <p:cNvSpPr txBox="1"/>
            <p:nvPr/>
          </p:nvSpPr>
          <p:spPr>
            <a:xfrm>
              <a:off x="841265" y="2675480"/>
              <a:ext cx="1225770" cy="61555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Problem Scoping</a:t>
              </a:r>
              <a:endParaRPr b="0" i="0" sz="2000" u="none" cap="none" strike="noStrike">
                <a:solidFill>
                  <a:srgbClr val="FFFFFF"/>
                </a:solidFill>
                <a:latin typeface="Arial"/>
                <a:ea typeface="Arial"/>
                <a:cs typeface="Arial"/>
                <a:sym typeface="Arial"/>
              </a:endParaRPr>
            </a:p>
          </p:txBody>
        </p:sp>
      </p:grpSp>
      <p:grpSp>
        <p:nvGrpSpPr>
          <p:cNvPr id="738" name="Google Shape;738;p21"/>
          <p:cNvGrpSpPr/>
          <p:nvPr/>
        </p:nvGrpSpPr>
        <p:grpSpPr>
          <a:xfrm>
            <a:off x="2170167" y="3574693"/>
            <a:ext cx="1765300" cy="1731093"/>
            <a:chOff x="571500" y="2117006"/>
            <a:chExt cx="1765300" cy="1731093"/>
          </a:xfrm>
        </p:grpSpPr>
        <p:sp>
          <p:nvSpPr>
            <p:cNvPr id="739" name="Google Shape;739;p21"/>
            <p:cNvSpPr/>
            <p:nvPr/>
          </p:nvSpPr>
          <p:spPr>
            <a:xfrm>
              <a:off x="571500" y="2117006"/>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40" name="Google Shape;740;p21"/>
            <p:cNvSpPr txBox="1"/>
            <p:nvPr/>
          </p:nvSpPr>
          <p:spPr>
            <a:xfrm>
              <a:off x="706382" y="2641315"/>
              <a:ext cx="1495536" cy="615553"/>
            </a:xfrm>
            <a:prstGeom prst="rect">
              <a:avLst/>
            </a:prstGeom>
            <a:solidFill>
              <a:schemeClr val="accent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Data Acquisition</a:t>
              </a:r>
              <a:endParaRPr b="0" i="0" sz="2000" u="none" cap="none" strike="noStrike">
                <a:solidFill>
                  <a:srgbClr val="FFFFFF"/>
                </a:solidFill>
                <a:latin typeface="Arial"/>
                <a:ea typeface="Arial"/>
                <a:cs typeface="Arial"/>
                <a:sym typeface="Arial"/>
              </a:endParaRPr>
            </a:p>
          </p:txBody>
        </p:sp>
      </p:grpSp>
      <p:sp>
        <p:nvSpPr>
          <p:cNvPr id="741" name="Google Shape;741;p21"/>
          <p:cNvSpPr/>
          <p:nvPr/>
        </p:nvSpPr>
        <p:spPr>
          <a:xfrm>
            <a:off x="3935467" y="1934188"/>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grpSp>
        <p:nvGrpSpPr>
          <p:cNvPr id="742" name="Google Shape;742;p21"/>
          <p:cNvGrpSpPr/>
          <p:nvPr/>
        </p:nvGrpSpPr>
        <p:grpSpPr>
          <a:xfrm>
            <a:off x="7392795" y="1944425"/>
            <a:ext cx="1765300" cy="1731093"/>
            <a:chOff x="571500" y="2117006"/>
            <a:chExt cx="1765300" cy="1731093"/>
          </a:xfrm>
        </p:grpSpPr>
        <p:sp>
          <p:nvSpPr>
            <p:cNvPr id="743" name="Google Shape;743;p21"/>
            <p:cNvSpPr/>
            <p:nvPr/>
          </p:nvSpPr>
          <p:spPr>
            <a:xfrm>
              <a:off x="571500" y="2117006"/>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44" name="Google Shape;744;p21"/>
            <p:cNvSpPr txBox="1"/>
            <p:nvPr/>
          </p:nvSpPr>
          <p:spPr>
            <a:xfrm>
              <a:off x="841265" y="2818426"/>
              <a:ext cx="122577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Evaluation</a:t>
              </a:r>
              <a:endParaRPr b="0" i="0" sz="2000" u="none" cap="none" strike="noStrike">
                <a:solidFill>
                  <a:srgbClr val="FFFFFF"/>
                </a:solidFill>
                <a:latin typeface="Arial"/>
                <a:ea typeface="Arial"/>
                <a:cs typeface="Arial"/>
                <a:sym typeface="Arial"/>
              </a:endParaRPr>
            </a:p>
          </p:txBody>
        </p:sp>
      </p:grpSp>
      <p:grpSp>
        <p:nvGrpSpPr>
          <p:cNvPr id="745" name="Google Shape;745;p21"/>
          <p:cNvGrpSpPr/>
          <p:nvPr/>
        </p:nvGrpSpPr>
        <p:grpSpPr>
          <a:xfrm>
            <a:off x="9284071" y="3431618"/>
            <a:ext cx="1765300" cy="1731093"/>
            <a:chOff x="571500" y="2117006"/>
            <a:chExt cx="1765300" cy="1731093"/>
          </a:xfrm>
        </p:grpSpPr>
        <p:sp>
          <p:nvSpPr>
            <p:cNvPr id="746" name="Google Shape;746;p21"/>
            <p:cNvSpPr/>
            <p:nvPr/>
          </p:nvSpPr>
          <p:spPr>
            <a:xfrm>
              <a:off x="571500" y="2117006"/>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47" name="Google Shape;747;p21"/>
            <p:cNvSpPr txBox="1"/>
            <p:nvPr/>
          </p:nvSpPr>
          <p:spPr>
            <a:xfrm>
              <a:off x="706382" y="2827164"/>
              <a:ext cx="1495535" cy="307777"/>
            </a:xfrm>
            <a:prstGeom prst="rect">
              <a:avLst/>
            </a:prstGeom>
            <a:solidFill>
              <a:schemeClr val="accent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Deployment</a:t>
              </a:r>
              <a:endParaRPr b="0" i="0" sz="2000" u="none" cap="none" strike="noStrike">
                <a:solidFill>
                  <a:srgbClr val="FFFFFF"/>
                </a:solidFill>
                <a:latin typeface="Arial"/>
                <a:ea typeface="Arial"/>
                <a:cs typeface="Arial"/>
                <a:sym typeface="Arial"/>
              </a:endParaRPr>
            </a:p>
          </p:txBody>
        </p:sp>
      </p:grpSp>
      <p:sp>
        <p:nvSpPr>
          <p:cNvPr id="748" name="Google Shape;748;p21"/>
          <p:cNvSpPr/>
          <p:nvPr/>
        </p:nvSpPr>
        <p:spPr>
          <a:xfrm rot="2995995">
            <a:off x="1815590" y="3533034"/>
            <a:ext cx="457200" cy="460960"/>
          </a:xfrm>
          <a:prstGeom prst="rightArrow">
            <a:avLst>
              <a:gd fmla="val 50000" name="adj1"/>
              <a:gd fmla="val 50000" name="adj2"/>
            </a:avLst>
          </a:prstGeom>
          <a:solidFill>
            <a:schemeClr val="lt1"/>
          </a:solidFill>
          <a:ln cap="flat" cmpd="sng" w="34925">
            <a:solidFill>
              <a:schemeClr val="accent1"/>
            </a:solidFill>
            <a:prstDash val="solid"/>
            <a:miter lim="400000"/>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49" name="Google Shape;749;p21"/>
          <p:cNvSpPr/>
          <p:nvPr/>
        </p:nvSpPr>
        <p:spPr>
          <a:xfrm rot="2995995">
            <a:off x="5535896" y="3380459"/>
            <a:ext cx="457200" cy="460960"/>
          </a:xfrm>
          <a:prstGeom prst="rightArrow">
            <a:avLst>
              <a:gd fmla="val 50000" name="adj1"/>
              <a:gd fmla="val 50000" name="adj2"/>
            </a:avLst>
          </a:prstGeom>
          <a:solidFill>
            <a:schemeClr val="lt1"/>
          </a:solidFill>
          <a:ln cap="flat" cmpd="sng" w="34925">
            <a:solidFill>
              <a:schemeClr val="accent1"/>
            </a:solidFill>
            <a:prstDash val="solid"/>
            <a:miter lim="400000"/>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50" name="Google Shape;750;p21"/>
          <p:cNvSpPr/>
          <p:nvPr/>
        </p:nvSpPr>
        <p:spPr>
          <a:xfrm rot="2995995">
            <a:off x="8992483" y="3380459"/>
            <a:ext cx="457200" cy="460960"/>
          </a:xfrm>
          <a:prstGeom prst="rightArrow">
            <a:avLst>
              <a:gd fmla="val 50000" name="adj1"/>
              <a:gd fmla="val 50000" name="adj2"/>
            </a:avLst>
          </a:prstGeom>
          <a:solidFill>
            <a:schemeClr val="lt1"/>
          </a:solidFill>
          <a:ln cap="flat" cmpd="sng" w="34925">
            <a:solidFill>
              <a:schemeClr val="accent1"/>
            </a:solidFill>
            <a:prstDash val="solid"/>
            <a:miter lim="400000"/>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51" name="Google Shape;751;p21"/>
          <p:cNvSpPr/>
          <p:nvPr/>
        </p:nvSpPr>
        <p:spPr>
          <a:xfrm rot="-2438747">
            <a:off x="3788321" y="3445037"/>
            <a:ext cx="457200" cy="460960"/>
          </a:xfrm>
          <a:prstGeom prst="rightArrow">
            <a:avLst>
              <a:gd fmla="val 50000" name="adj1"/>
              <a:gd fmla="val 50000" name="adj2"/>
            </a:avLst>
          </a:prstGeom>
          <a:solidFill>
            <a:schemeClr val="lt1"/>
          </a:solidFill>
          <a:ln cap="flat" cmpd="sng" w="34925">
            <a:solidFill>
              <a:schemeClr val="accent1"/>
            </a:solidFill>
            <a:prstDash val="solid"/>
            <a:miter lim="400000"/>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52" name="Google Shape;752;p21"/>
          <p:cNvSpPr/>
          <p:nvPr/>
        </p:nvSpPr>
        <p:spPr>
          <a:xfrm rot="-2438747">
            <a:off x="7384272" y="3533515"/>
            <a:ext cx="457200" cy="460960"/>
          </a:xfrm>
          <a:prstGeom prst="rightArrow">
            <a:avLst>
              <a:gd fmla="val 50000" name="adj1"/>
              <a:gd fmla="val 50000" name="adj2"/>
            </a:avLst>
          </a:prstGeom>
          <a:solidFill>
            <a:schemeClr val="lt1"/>
          </a:solidFill>
          <a:ln cap="flat" cmpd="sng" w="34925">
            <a:solidFill>
              <a:schemeClr val="accent1"/>
            </a:solidFill>
            <a:prstDash val="solid"/>
            <a:miter lim="400000"/>
            <a:headEnd len="sm" w="sm" type="none"/>
            <a:tailEnd len="sm" w="sm" type="none"/>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53" name="Google Shape;753;p21"/>
          <p:cNvSpPr txBox="1"/>
          <p:nvPr/>
        </p:nvSpPr>
        <p:spPr>
          <a:xfrm>
            <a:off x="4140199" y="2492662"/>
            <a:ext cx="1355835" cy="61555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Data Exploration</a:t>
            </a:r>
            <a:endParaRPr b="0" i="0" sz="2000" u="none" cap="none" strike="noStrike">
              <a:solidFill>
                <a:srgbClr val="FFFFFF"/>
              </a:solidFill>
              <a:latin typeface="Arial"/>
              <a:ea typeface="Arial"/>
              <a:cs typeface="Arial"/>
              <a:sym typeface="Arial"/>
            </a:endParaRPr>
          </a:p>
        </p:txBody>
      </p:sp>
      <p:sp>
        <p:nvSpPr>
          <p:cNvPr id="754" name="Google Shape;754;p21"/>
          <p:cNvSpPr/>
          <p:nvPr/>
        </p:nvSpPr>
        <p:spPr>
          <a:xfrm>
            <a:off x="5669237" y="3571318"/>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55" name="Google Shape;755;p21"/>
          <p:cNvSpPr txBox="1"/>
          <p:nvPr/>
        </p:nvSpPr>
        <p:spPr>
          <a:xfrm>
            <a:off x="5939002" y="4297164"/>
            <a:ext cx="122577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Modeling</a:t>
            </a:r>
            <a:endParaRPr b="0" i="0" sz="2000" u="none" cap="none" strike="noStrike">
              <a:solidFill>
                <a:srgbClr val="FFFF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22"/>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763" name="Google Shape;763;p22"/>
          <p:cNvSpPr txBox="1"/>
          <p:nvPr>
            <p:ph idx="1" type="body"/>
          </p:nvPr>
        </p:nvSpPr>
        <p:spPr>
          <a:xfrm>
            <a:off x="431802" y="2313992"/>
            <a:ext cx="4522584"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Train a model that tells OK cast parts from defective ones.</a:t>
            </a:r>
          </a:p>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Download casting_data.zip from the course GitHub page and unzip it.</a:t>
            </a:r>
          </a:p>
        </p:txBody>
      </p:sp>
      <p:sp>
        <p:nvSpPr>
          <p:cNvPr id="764" name="Google Shape;764;p22"/>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765" name="Google Shape;765;p22"/>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sp>
        <p:nvSpPr>
          <p:cNvPr id="766" name="Google Shape;766;p22"/>
          <p:cNvSpPr/>
          <p:nvPr/>
        </p:nvSpPr>
        <p:spPr>
          <a:xfrm>
            <a:off x="9586238" y="407019"/>
            <a:ext cx="1770000" cy="1331999"/>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Play"/>
              <a:buNone/>
            </a:pPr>
            <a:r>
              <a:rPr b="0" i="0" lang="en-US" sz="1800" u="none" cap="none" strike="noStrike">
                <a:solidFill>
                  <a:srgbClr val="FFFFFF"/>
                </a:solidFill>
                <a:latin typeface="Play"/>
                <a:ea typeface="Play"/>
                <a:cs typeface="Play"/>
                <a:sym typeface="Play"/>
              </a:rPr>
              <a:t>Problem </a:t>
            </a:r>
            <a:endParaRPr/>
          </a:p>
          <a:p>
            <a:pPr indent="0" lvl="0" marL="0" marR="0" rtl="0" algn="ctr">
              <a:lnSpc>
                <a:spcPct val="100000"/>
              </a:lnSpc>
              <a:spcBef>
                <a:spcPts val="0"/>
              </a:spcBef>
              <a:spcAft>
                <a:spcPts val="0"/>
              </a:spcAft>
              <a:buClr>
                <a:srgbClr val="FFFFFF"/>
              </a:buClr>
              <a:buSzPts val="1800"/>
              <a:buFont typeface="Play"/>
              <a:buNone/>
            </a:pPr>
            <a:r>
              <a:rPr b="0" i="0" lang="en-US" sz="1800" u="none" cap="none" strike="noStrike">
                <a:solidFill>
                  <a:srgbClr val="FFFFFF"/>
                </a:solidFill>
                <a:latin typeface="Play"/>
                <a:ea typeface="Play"/>
                <a:cs typeface="Play"/>
                <a:sym typeface="Play"/>
              </a:rPr>
              <a:t>Scoping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23"/>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774" name="Google Shape;774;p23"/>
          <p:cNvSpPr txBox="1"/>
          <p:nvPr>
            <p:ph idx="1" type="body"/>
          </p:nvPr>
        </p:nvSpPr>
        <p:spPr>
          <a:xfrm>
            <a:off x="431802" y="2313992"/>
            <a:ext cx="3824314"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Click the pencil icon and rename Class 1 to OK.</a:t>
            </a:r>
          </a:p>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Upload the images from train/ok_front.</a:t>
            </a:r>
          </a:p>
        </p:txBody>
      </p:sp>
      <p:sp>
        <p:nvSpPr>
          <p:cNvPr id="775" name="Google Shape;775;p23"/>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776" name="Google Shape;776;p23"/>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pic>
        <p:nvPicPr>
          <p:cNvPr descr="A screenshot of a computer&#10;&#10;AI-generated content may be incorrect." id="777" name="Google Shape;777;p23"/>
          <p:cNvPicPr preferRelativeResize="0"/>
          <p:nvPr/>
        </p:nvPicPr>
        <p:blipFill rotWithShape="1">
          <a:blip r:embed="rId3">
            <a:alphaModFix/>
          </a:blip>
          <a:srcRect b="0" l="0" r="0" t="0"/>
          <a:stretch/>
        </p:blipFill>
        <p:spPr>
          <a:xfrm>
            <a:off x="4770781" y="2055488"/>
            <a:ext cx="5359399" cy="4367758"/>
          </a:xfrm>
          <a:prstGeom prst="rect">
            <a:avLst/>
          </a:prstGeom>
          <a:noFill/>
          <a:ln>
            <a:noFill/>
          </a:ln>
        </p:spPr>
      </p:pic>
      <p:grpSp>
        <p:nvGrpSpPr>
          <p:cNvPr id="778" name="Google Shape;778;p23"/>
          <p:cNvGrpSpPr/>
          <p:nvPr/>
        </p:nvGrpSpPr>
        <p:grpSpPr>
          <a:xfrm>
            <a:off x="8670529" y="516091"/>
            <a:ext cx="1765300" cy="1731093"/>
            <a:chOff x="571500" y="2117006"/>
            <a:chExt cx="1765300" cy="1731093"/>
          </a:xfrm>
        </p:grpSpPr>
        <p:sp>
          <p:nvSpPr>
            <p:cNvPr id="779" name="Google Shape;779;p23"/>
            <p:cNvSpPr/>
            <p:nvPr/>
          </p:nvSpPr>
          <p:spPr>
            <a:xfrm>
              <a:off x="571500" y="2117006"/>
              <a:ext cx="1765300" cy="1731093"/>
            </a:xfrm>
            <a:prstGeom prst="flowChartConnector">
              <a:avLst/>
            </a:prstGeom>
            <a:solidFill>
              <a:schemeClr val="accent1"/>
            </a:solid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Helvetica Neue"/>
                <a:ea typeface="Helvetica Neue"/>
                <a:cs typeface="Helvetica Neue"/>
                <a:sym typeface="Helvetica Neue"/>
              </a:endParaRPr>
            </a:p>
          </p:txBody>
        </p:sp>
        <p:sp>
          <p:nvSpPr>
            <p:cNvPr id="780" name="Google Shape;780;p23"/>
            <p:cNvSpPr txBox="1"/>
            <p:nvPr/>
          </p:nvSpPr>
          <p:spPr>
            <a:xfrm>
              <a:off x="706382" y="2641315"/>
              <a:ext cx="1495536" cy="615553"/>
            </a:xfrm>
            <a:prstGeom prst="rect">
              <a:avLst/>
            </a:prstGeom>
            <a:solidFill>
              <a:schemeClr val="accent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Data Acquisition</a:t>
              </a:r>
              <a:endParaRPr b="0" i="0" sz="2000" u="none" cap="none" strike="noStrike">
                <a:solidFill>
                  <a:srgbClr val="FFFFFF"/>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24"/>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787" name="Google Shape;787;p24"/>
          <p:cNvSpPr txBox="1"/>
          <p:nvPr>
            <p:ph idx="1" type="body"/>
          </p:nvPr>
        </p:nvSpPr>
        <p:spPr>
          <a:xfrm>
            <a:off x="431802" y="2313992"/>
            <a:ext cx="3824314"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Rename Class 2 to Defective.</a:t>
            </a:r>
          </a:p>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Click Upload and add the images from train/def_front.</a:t>
            </a:r>
          </a:p>
        </p:txBody>
      </p:sp>
      <p:sp>
        <p:nvSpPr>
          <p:cNvPr id="788" name="Google Shape;788;p24"/>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789" name="Google Shape;789;p24"/>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pic>
        <p:nvPicPr>
          <p:cNvPr id="791" name="Google Shape;791;p24"/>
          <p:cNvPicPr preferRelativeResize="0"/>
          <p:nvPr/>
        </p:nvPicPr>
        <p:blipFill rotWithShape="1">
          <a:blip r:embed="rId3">
            <a:alphaModFix/>
          </a:blip>
          <a:srcRect b="0" l="0" r="0" t="0"/>
          <a:stretch/>
        </p:blipFill>
        <p:spPr>
          <a:xfrm>
            <a:off x="4333705" y="2114572"/>
            <a:ext cx="6325400" cy="35073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25"/>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798" name="Google Shape;798;p25"/>
          <p:cNvSpPr txBox="1"/>
          <p:nvPr>
            <p:ph idx="1" type="body"/>
          </p:nvPr>
        </p:nvSpPr>
        <p:spPr>
          <a:xfrm>
            <a:off x="431802" y="2313992"/>
            <a:ext cx="3824314"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Click Train Model.</a:t>
            </a:r>
          </a:p>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Keep the browser tab open while it trains.</a:t>
            </a:r>
          </a:p>
        </p:txBody>
      </p:sp>
      <p:sp>
        <p:nvSpPr>
          <p:cNvPr id="799" name="Google Shape;799;p25"/>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800" name="Google Shape;800;p25"/>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sp>
        <p:nvSpPr>
          <p:cNvPr id="801" name="Google Shape;801;p25"/>
          <p:cNvSpPr/>
          <p:nvPr/>
        </p:nvSpPr>
        <p:spPr>
          <a:xfrm>
            <a:off x="9326574" y="427296"/>
            <a:ext cx="1875325" cy="1331999"/>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Play"/>
              <a:buNone/>
            </a:pPr>
            <a:r>
              <a:rPr b="0" i="0" lang="en-US" sz="1800" u="none" cap="none" strike="noStrike">
                <a:solidFill>
                  <a:srgbClr val="FFFFFF"/>
                </a:solidFill>
                <a:latin typeface="Play"/>
                <a:ea typeface="Play"/>
                <a:cs typeface="Play"/>
                <a:sym typeface="Play"/>
              </a:rPr>
              <a:t>Modeling</a:t>
            </a:r>
            <a:endParaRPr/>
          </a:p>
        </p:txBody>
      </p:sp>
      <p:pic>
        <p:nvPicPr>
          <p:cNvPr descr="A screenshot of a computer&#10;&#10;AI-generated content may be incorrect." id="803" name="Google Shape;803;p25"/>
          <p:cNvPicPr preferRelativeResize="0"/>
          <p:nvPr/>
        </p:nvPicPr>
        <p:blipFill rotWithShape="1">
          <a:blip r:embed="rId3">
            <a:alphaModFix/>
          </a:blip>
          <a:srcRect b="0" l="0" r="0" t="0"/>
          <a:stretch/>
        </p:blipFill>
        <p:spPr>
          <a:xfrm>
            <a:off x="4797699" y="2117642"/>
            <a:ext cx="5851657" cy="394841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26"/>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810" name="Google Shape;810;p26"/>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811" name="Google Shape;811;p26"/>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sp>
        <p:nvSpPr>
          <p:cNvPr id="812" name="Google Shape;812;p26"/>
          <p:cNvSpPr/>
          <p:nvPr/>
        </p:nvSpPr>
        <p:spPr>
          <a:xfrm>
            <a:off x="9326574" y="427296"/>
            <a:ext cx="1875325" cy="1331999"/>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Play"/>
              <a:buNone/>
            </a:pPr>
            <a:r>
              <a:rPr b="0" i="0" lang="en-US" sz="1800" u="none" cap="none" strike="noStrike">
                <a:solidFill>
                  <a:srgbClr val="FFFFFF"/>
                </a:solidFill>
                <a:latin typeface="Play"/>
                <a:ea typeface="Play"/>
                <a:cs typeface="Play"/>
                <a:sym typeface="Play"/>
              </a:rPr>
              <a:t>Evaluate</a:t>
            </a:r>
            <a:endParaRPr/>
          </a:p>
        </p:txBody>
      </p:sp>
      <p:pic>
        <p:nvPicPr>
          <p:cNvPr descr="A screenshot of a computer&#10;&#10;AI-generated content may be incorrect." id="814" name="Google Shape;814;p26"/>
          <p:cNvPicPr preferRelativeResize="0"/>
          <p:nvPr/>
        </p:nvPicPr>
        <p:blipFill rotWithShape="1">
          <a:blip r:embed="rId3">
            <a:alphaModFix/>
          </a:blip>
          <a:srcRect b="0" l="0" r="0" t="0"/>
          <a:stretch/>
        </p:blipFill>
        <p:spPr>
          <a:xfrm>
            <a:off x="1926456" y="1991110"/>
            <a:ext cx="7772400" cy="443959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7"/>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821" name="Google Shape;821;p27"/>
          <p:cNvSpPr txBox="1"/>
          <p:nvPr>
            <p:ph idx="1" type="body"/>
          </p:nvPr>
        </p:nvSpPr>
        <p:spPr>
          <a:xfrm>
            <a:off x="431802" y="2313992"/>
            <a:ext cx="3824314" cy="3470988"/>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Click Export Model, then Upload my model.</a:t>
            </a:r>
          </a:p>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Copy the shareable link.</a:t>
            </a:r>
          </a:p>
          <a:p>
            <a:pPr indent="-342900" lvl="0" marL="342900" rtl="0" algn="l">
              <a:lnSpc>
                <a:spcPct val="100000"/>
              </a:lnSpc>
              <a:spcBef>
                <a:spcPts val="0"/>
              </a:spcBef>
              <a:spcAft>
                <a:spcPts val="0"/>
              </a:spcAft>
              <a:buClr>
                <a:schemeClr val="dk1"/>
              </a:buClr>
              <a:buSzPts val="2400"/>
              <a:buFont typeface="Noto Sans Symbols"/>
              <a:buChar char="§"/>
            </a:pPr>
            <a:r>
              <a:rPr lang="en-US">
                <a:latin typeface="Play"/>
                <a:ea typeface="Play"/>
                <a:cs typeface="Play"/>
                <a:sym typeface="Play"/>
              </a:rPr>
              <a:t>Paste it into the Codespaces demo to test with your webcam.</a:t>
            </a:r>
          </a:p>
        </p:txBody>
      </p:sp>
      <p:sp>
        <p:nvSpPr>
          <p:cNvPr id="822" name="Google Shape;822;p27"/>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823" name="Google Shape;823;p27"/>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pic>
        <p:nvPicPr>
          <p:cNvPr id="824" name="Google Shape;824;p27"/>
          <p:cNvPicPr preferRelativeResize="0"/>
          <p:nvPr/>
        </p:nvPicPr>
        <p:blipFill rotWithShape="1">
          <a:blip r:embed="rId3">
            <a:alphaModFix/>
          </a:blip>
          <a:srcRect b="0" l="0" r="0" t="0"/>
          <a:stretch/>
        </p:blipFill>
        <p:spPr>
          <a:xfrm>
            <a:off x="5068731" y="2313991"/>
            <a:ext cx="5878669" cy="3307933"/>
          </a:xfrm>
          <a:prstGeom prst="rect">
            <a:avLst/>
          </a:prstGeom>
          <a:noFill/>
          <a:ln>
            <a:noFill/>
          </a:ln>
        </p:spPr>
      </p:pic>
      <p:sp>
        <p:nvSpPr>
          <p:cNvPr id="825" name="Google Shape;825;p27"/>
          <p:cNvSpPr/>
          <p:nvPr/>
        </p:nvSpPr>
        <p:spPr>
          <a:xfrm>
            <a:off x="9013143" y="438281"/>
            <a:ext cx="2202433" cy="1695590"/>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Play"/>
              <a:buNone/>
            </a:pPr>
            <a:r>
              <a:rPr b="0" i="0" lang="en-US" sz="1800" u="none" cap="none" strike="noStrike">
                <a:solidFill>
                  <a:srgbClr val="FFFFFF"/>
                </a:solidFill>
                <a:latin typeface="Play"/>
                <a:ea typeface="Play"/>
                <a:cs typeface="Play"/>
                <a:sym typeface="Play"/>
              </a:rPr>
              <a:t>Deployment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32"/>
          <p:cNvSpPr txBox="1"/>
          <p:nvPr>
            <p:ph type="ctrTitle"/>
          </p:nvPr>
        </p:nvSpPr>
        <p:spPr>
          <a:xfrm>
            <a:off x="7858094" y="2670135"/>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Reflection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28"/>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Hands - On Activity</a:t>
            </a:r>
            <a:endParaRPr/>
          </a:p>
        </p:txBody>
      </p:sp>
      <p:sp>
        <p:nvSpPr>
          <p:cNvPr id="839" name="Google Shape;839;p28"/>
          <p:cNvSpPr txBox="1"/>
          <p:nvPr>
            <p:ph idx="1" type="body"/>
          </p:nvPr>
        </p:nvSpPr>
        <p:spPr>
          <a:xfrm>
            <a:off x="431801" y="2313992"/>
            <a:ext cx="8804963" cy="3755504"/>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457200" lvl="0" marL="457200" rtl="0" algn="l">
              <a:lnSpc>
                <a:spcPct val="90000"/>
              </a:lnSpc>
              <a:spcBef>
                <a:spcPts val="0"/>
              </a:spcBef>
              <a:spcAft>
                <a:spcPts val="0"/>
              </a:spcAft>
              <a:buClr>
                <a:schemeClr val="dk1"/>
              </a:buClr>
              <a:buSzPct val="100000"/>
              <a:buFont typeface="Arial"/>
              <a:buChar char="•"/>
            </a:pPr>
            <a:r>
              <a:rPr b="1" lang="en-US" sz="3600"/>
              <a:t>Debrief</a:t>
            </a:r>
            <a:endParaRPr/>
          </a:p>
          <a:p>
            <a:pPr indent="-457200" lvl="0" marL="457200" rtl="0" algn="l">
              <a:lnSpc>
                <a:spcPct val="90000"/>
              </a:lnSpc>
              <a:spcBef>
                <a:spcPts val="1000"/>
              </a:spcBef>
              <a:spcAft>
                <a:spcPts val="0"/>
              </a:spcAft>
              <a:buClr>
                <a:schemeClr val="dk1"/>
              </a:buClr>
              <a:buSzPct val="100000"/>
              <a:buFont typeface="Arial"/>
              <a:buChar char="•"/>
            </a:pPr>
            <a:r>
              <a:rPr lang="en-US" sz="3600"/>
              <a:t>What did your model get right—and wrong?</a:t>
            </a:r>
            <a:endParaRPr/>
          </a:p>
          <a:p>
            <a:pPr indent="-457200" lvl="0" marL="457200" rtl="0" algn="l">
              <a:lnSpc>
                <a:spcPct val="90000"/>
              </a:lnSpc>
              <a:spcBef>
                <a:spcPts val="1000"/>
              </a:spcBef>
              <a:spcAft>
                <a:spcPts val="0"/>
              </a:spcAft>
              <a:buClr>
                <a:schemeClr val="dk1"/>
              </a:buClr>
              <a:buSzPct val="100000"/>
              <a:buFont typeface="Arial"/>
              <a:buChar char="•"/>
            </a:pPr>
            <a:r>
              <a:rPr lang="en-US" sz="3600"/>
              <a:t>Which defects were easiest?</a:t>
            </a:r>
            <a:endParaRPr/>
          </a:p>
          <a:p>
            <a:pPr indent="-457200" lvl="0" marL="457200" rtl="0" algn="l">
              <a:lnSpc>
                <a:spcPct val="90000"/>
              </a:lnSpc>
              <a:spcBef>
                <a:spcPts val="1000"/>
              </a:spcBef>
              <a:spcAft>
                <a:spcPts val="0"/>
              </a:spcAft>
              <a:buClr>
                <a:schemeClr val="dk1"/>
              </a:buClr>
              <a:buSzPct val="100000"/>
              <a:buFont typeface="Arial"/>
              <a:buChar char="•"/>
            </a:pPr>
            <a:r>
              <a:rPr lang="en-US" sz="3600"/>
              <a:t>Which cases confused the model?</a:t>
            </a:r>
            <a:endParaRPr/>
          </a:p>
          <a:p>
            <a:pPr indent="-457200" lvl="0" marL="457200" rtl="0" algn="l">
              <a:lnSpc>
                <a:spcPct val="90000"/>
              </a:lnSpc>
              <a:spcBef>
                <a:spcPts val="1000"/>
              </a:spcBef>
              <a:spcAft>
                <a:spcPts val="0"/>
              </a:spcAft>
              <a:buClr>
                <a:schemeClr val="dk1"/>
              </a:buClr>
              <a:buSzPct val="100000"/>
              <a:buFont typeface="Arial"/>
              <a:buChar char="•"/>
            </a:pPr>
            <a:r>
              <a:rPr lang="en-US" sz="3600"/>
              <a:t>Did lighting matter?</a:t>
            </a:r>
            <a:endParaRPr/>
          </a:p>
          <a:p>
            <a:pPr indent="-457200" lvl="0" marL="457200" rtl="0" algn="l">
              <a:lnSpc>
                <a:spcPct val="90000"/>
              </a:lnSpc>
              <a:spcBef>
                <a:spcPts val="1000"/>
              </a:spcBef>
              <a:spcAft>
                <a:spcPts val="0"/>
              </a:spcAft>
              <a:buClr>
                <a:schemeClr val="dk1"/>
              </a:buClr>
              <a:buSzPct val="100000"/>
              <a:buFont typeface="Arial"/>
              <a:buChar char="•"/>
            </a:pPr>
            <a:r>
              <a:rPr lang="en-US" sz="3600"/>
              <a:t>Did data balance matter?</a:t>
            </a:r>
            <a:endParaRPr/>
          </a:p>
          <a:p>
            <a:pPr indent="-201930" lvl="0" marL="342900" rtl="0" algn="l">
              <a:lnSpc>
                <a:spcPct val="100000"/>
              </a:lnSpc>
              <a:spcBef>
                <a:spcPts val="0"/>
              </a:spcBef>
              <a:spcAft>
                <a:spcPts val="0"/>
              </a:spcAft>
              <a:buClr>
                <a:schemeClr val="dk1"/>
              </a:buClr>
              <a:buSzPct val="100000"/>
              <a:buFont typeface="Noto Sans Symbols"/>
              <a:buNone/>
            </a:pPr>
            <a:r>
              <a:t/>
            </a:r>
            <a:endParaRPr>
              <a:solidFill>
                <a:schemeClr val="accent1"/>
              </a:solidFill>
              <a:latin typeface="Play"/>
              <a:ea typeface="Play"/>
              <a:cs typeface="Play"/>
              <a:sym typeface="Play"/>
            </a:endParaRPr>
          </a:p>
        </p:txBody>
      </p:sp>
      <p:sp>
        <p:nvSpPr>
          <p:cNvPr id="840" name="Google Shape;840;p28"/>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
        <p:nvSpPr>
          <p:cNvPr id="841" name="Google Shape;841;p28"/>
          <p:cNvSpPr txBox="1"/>
          <p:nvPr/>
        </p:nvSpPr>
        <p:spPr>
          <a:xfrm>
            <a:off x="431799" y="1236075"/>
            <a:ext cx="780381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Play"/>
                <a:ea typeface="Play"/>
                <a:cs typeface="Play"/>
                <a:sym typeface="Play"/>
              </a:rPr>
              <a:t>Teachable Machine Image Project Development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Technology Adoption Gap</a:t>
            </a:r>
            <a:endParaRP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Questions for a first pilot</a:t>
            </a:r>
            <a:endParaRPr/>
          </a:p>
          <a:p>
            <a:pPr indent="-228600" lvl="0" marL="228600" rtl="0" algn="l">
              <a:lnSpc>
                <a:spcPct val="90000"/>
              </a:lnSpc>
              <a:spcBef>
                <a:spcPts val="1000"/>
              </a:spcBef>
              <a:spcAft>
                <a:spcPts val="0"/>
              </a:spcAft>
              <a:buClr>
                <a:schemeClr val="dk1"/>
              </a:buClr>
              <a:buSzPts val="2800"/>
              <a:buChar char="▪"/>
            </a:pPr>
            <a:r>
              <a:rPr lang="en-US"/>
              <a:t>Which defect matters most?</a:t>
            </a:r>
            <a:endParaRPr/>
          </a:p>
          <a:p>
            <a:pPr indent="-228600" lvl="0" marL="228600" rtl="0" algn="l">
              <a:lnSpc>
                <a:spcPct val="90000"/>
              </a:lnSpc>
              <a:spcBef>
                <a:spcPts val="1000"/>
              </a:spcBef>
              <a:spcAft>
                <a:spcPts val="0"/>
              </a:spcAft>
              <a:buClr>
                <a:schemeClr val="dk1"/>
              </a:buClr>
              <a:buSzPts val="2800"/>
              <a:buChar char="▪"/>
            </a:pPr>
            <a:r>
              <a:rPr lang="en-US"/>
              <a:t>What images do we already have?</a:t>
            </a:r>
            <a:endParaRPr/>
          </a:p>
          <a:p>
            <a:pPr indent="-228600" lvl="0" marL="228600" rtl="0" algn="l">
              <a:lnSpc>
                <a:spcPct val="90000"/>
              </a:lnSpc>
              <a:spcBef>
                <a:spcPts val="1000"/>
              </a:spcBef>
              <a:spcAft>
                <a:spcPts val="0"/>
              </a:spcAft>
              <a:buClr>
                <a:schemeClr val="dk1"/>
              </a:buClr>
              <a:buSzPts val="2800"/>
              <a:buChar char="▪"/>
            </a:pPr>
            <a:r>
              <a:rPr lang="en-US"/>
              <a:t>What decision will the system trigger?</a:t>
            </a:r>
            <a:endParaRPr/>
          </a:p>
          <a:p>
            <a:pPr indent="-228600" lvl="0" marL="228600" rtl="0" algn="l">
              <a:lnSpc>
                <a:spcPct val="90000"/>
              </a:lnSpc>
              <a:spcBef>
                <a:spcPts val="1000"/>
              </a:spcBef>
              <a:spcAft>
                <a:spcPts val="0"/>
              </a:spcAft>
              <a:buClr>
                <a:schemeClr val="dk1"/>
              </a:buClr>
              <a:buSzPts val="2800"/>
              <a:buChar char="▪"/>
            </a:pPr>
            <a:r>
              <a:rPr lang="en-US"/>
              <a:t>What error is more costly: miss or false alarm?</a:t>
            </a:r>
            <a:endParaRPr/>
          </a:p>
          <a:p>
            <a:pPr indent="-228600" lvl="0" marL="228600" rtl="0" algn="l">
              <a:lnSpc>
                <a:spcPct val="90000"/>
              </a:lnSpc>
              <a:spcBef>
                <a:spcPts val="1000"/>
              </a:spcBef>
              <a:spcAft>
                <a:spcPts val="0"/>
              </a:spcAft>
              <a:buClr>
                <a:schemeClr val="dk1"/>
              </a:buClr>
              <a:buSzPts val="2800"/>
              <a:buChar char="▪"/>
            </a:pPr>
            <a:r>
              <a:rPr lang="en-US"/>
              <a:t>Who owns data, labeling, and validation?</a:t>
            </a:r>
            <a:endParaRPr/>
          </a:p>
          <a:p>
            <a:pPr indent="-228600" lvl="0" marL="228600" rtl="0" algn="l">
              <a:lnSpc>
                <a:spcPct val="90000"/>
              </a:lnSpc>
              <a:spcBef>
                <a:spcPts val="1000"/>
              </a:spcBef>
              <a:spcAft>
                <a:spcPts val="0"/>
              </a:spcAft>
              <a:buClr>
                <a:schemeClr val="dk1"/>
              </a:buClr>
              <a:buSzPts val="2800"/>
              <a:buChar char="▪"/>
            </a:pPr>
            <a:r>
              <a:rPr lang="en-US"/>
              <a:t>How will we measure pilot success?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Key Takeaways</a:t>
            </a:r>
            <a:endParaRPr/>
          </a:p>
        </p:txBody>
      </p:sp>
      <p:sp>
        <p:nvSpPr>
          <p:cNvPr id="856" name="Google Shape;856;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Start small, learn fast, scale what works</a:t>
            </a:r>
            <a:endParaRPr/>
          </a:p>
          <a:p>
            <a:pPr indent="-228600" lvl="0" marL="228600" rtl="0" algn="l">
              <a:lnSpc>
                <a:spcPct val="90000"/>
              </a:lnSpc>
              <a:spcBef>
                <a:spcPts val="1000"/>
              </a:spcBef>
              <a:spcAft>
                <a:spcPts val="0"/>
              </a:spcAft>
              <a:buClr>
                <a:schemeClr val="dk1"/>
              </a:buClr>
              <a:buSzPts val="2800"/>
              <a:buChar char="▪"/>
            </a:pPr>
            <a:r>
              <a:rPr lang="en-US"/>
              <a:t>Don’t begin with enterprise-wide transformation</a:t>
            </a:r>
            <a:endParaRPr/>
          </a:p>
          <a:p>
            <a:pPr indent="-228600" lvl="0" marL="228600" rtl="0" algn="l">
              <a:lnSpc>
                <a:spcPct val="90000"/>
              </a:lnSpc>
              <a:spcBef>
                <a:spcPts val="1000"/>
              </a:spcBef>
              <a:spcAft>
                <a:spcPts val="0"/>
              </a:spcAft>
              <a:buClr>
                <a:schemeClr val="dk1"/>
              </a:buClr>
              <a:buSzPts val="2800"/>
              <a:buChar char="▪"/>
            </a:pPr>
            <a:r>
              <a:rPr lang="en-US"/>
              <a:t>Begin with one painful inspection point</a:t>
            </a:r>
            <a:endParaRPr/>
          </a:p>
          <a:p>
            <a:pPr indent="-228600" lvl="0" marL="228600" rtl="0" algn="l">
              <a:lnSpc>
                <a:spcPct val="90000"/>
              </a:lnSpc>
              <a:spcBef>
                <a:spcPts val="1000"/>
              </a:spcBef>
              <a:spcAft>
                <a:spcPts val="0"/>
              </a:spcAft>
              <a:buClr>
                <a:schemeClr val="dk1"/>
              </a:buClr>
              <a:buSzPts val="2800"/>
              <a:buChar char="▪"/>
            </a:pPr>
            <a:r>
              <a:rPr lang="en-US"/>
              <a:t>Use data discipline</a:t>
            </a:r>
            <a:endParaRPr/>
          </a:p>
          <a:p>
            <a:pPr indent="-228600" lvl="0" marL="228600" rtl="0" algn="l">
              <a:lnSpc>
                <a:spcPct val="90000"/>
              </a:lnSpc>
              <a:spcBef>
                <a:spcPts val="1000"/>
              </a:spcBef>
              <a:spcAft>
                <a:spcPts val="0"/>
              </a:spcAft>
              <a:buClr>
                <a:schemeClr val="dk1"/>
              </a:buClr>
              <a:buSzPts val="2800"/>
              <a:buChar char="▪"/>
            </a:pPr>
            <a:r>
              <a:rPr lang="en-US"/>
              <a:t>Build confidence with a pilot</a:t>
            </a:r>
            <a:endParaRPr/>
          </a:p>
          <a:p>
            <a:pPr indent="-228600" lvl="0" marL="228600" rtl="0" algn="l">
              <a:lnSpc>
                <a:spcPct val="90000"/>
              </a:lnSpc>
              <a:spcBef>
                <a:spcPts val="1000"/>
              </a:spcBef>
              <a:spcAft>
                <a:spcPts val="0"/>
              </a:spcAft>
              <a:buClr>
                <a:schemeClr val="dk1"/>
              </a:buClr>
              <a:buSzPts val="2800"/>
              <a:buChar char="▪"/>
            </a:pPr>
            <a:r>
              <a:rPr lang="en-US"/>
              <a:t>Let operations lead the use case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36"/>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00"/>
              </a:buClr>
              <a:buSzPts val="4800"/>
              <a:buFont typeface="Play"/>
              <a:buNone/>
            </a:pPr>
            <a:r>
              <a:rPr lang="en-US" sz="4800">
                <a:solidFill>
                  <a:srgbClr val="000000"/>
                </a:solidFill>
              </a:rPr>
              <a:t>Questions?</a:t>
            </a:r>
            <a:endParaRPr/>
          </a:p>
        </p:txBody>
      </p:sp>
      <p:sp>
        <p:nvSpPr>
          <p:cNvPr id="862" name="Google Shape;862;p36"/>
          <p:cNvSpPr txBox="1"/>
          <p:nvPr/>
        </p:nvSpPr>
        <p:spPr>
          <a:xfrm>
            <a:off x="11734801" y="6423246"/>
            <a:ext cx="457200" cy="43475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000">
                <a:solidFill>
                  <a:schemeClr val="dk1"/>
                </a:solidFill>
                <a:latin typeface="Play"/>
                <a:ea typeface="Play"/>
                <a:cs typeface="Play"/>
                <a:sym typeface="Play"/>
              </a:rPr>
              <a:t>‹#›</a:t>
            </a:fld>
            <a:endParaRPr sz="10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7" name="Shape 867"/>
        <p:cNvGrpSpPr/>
        <p:nvPr/>
      </p:nvGrpSpPr>
      <p:grpSpPr>
        <a:xfrm>
          <a:off x="0" y="0"/>
          <a:ext cx="0" cy="0"/>
          <a:chOff x="0" y="0"/>
          <a:chExt cx="0" cy="0"/>
        </a:xfrm>
      </p:grpSpPr>
      <p:pic>
        <p:nvPicPr>
          <p:cNvPr descr="Graphical user interface&#10;&#10;Description automatically generated" id="868" name="Google Shape;868;p37"/>
          <p:cNvPicPr preferRelativeResize="0"/>
          <p:nvPr/>
        </p:nvPicPr>
        <p:blipFill rotWithShape="1">
          <a:blip r:embed="rId4">
            <a:alphaModFix/>
          </a:blip>
          <a:srcRect b="0" l="0" r="0" t="0"/>
          <a:stretch/>
        </p:blipFill>
        <p:spPr>
          <a:xfrm>
            <a:off x="-136633" y="432187"/>
            <a:ext cx="7567992" cy="4255427"/>
          </a:xfrm>
          <a:prstGeom prst="rect">
            <a:avLst/>
          </a:prstGeom>
          <a:noFill/>
          <a:ln>
            <a:noFill/>
          </a:ln>
        </p:spPr>
      </p:pic>
      <p:sp>
        <p:nvSpPr>
          <p:cNvPr id="869" name="Google Shape;869;p37"/>
          <p:cNvSpPr/>
          <p:nvPr/>
        </p:nvSpPr>
        <p:spPr>
          <a:xfrm>
            <a:off x="0" y="5698067"/>
            <a:ext cx="1140542" cy="1159933"/>
          </a:xfrm>
          <a:prstGeom prst="rect">
            <a:avLst/>
          </a:prstGeom>
          <a:solidFill>
            <a:srgbClr val="FEC9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20"/>
          <p:cNvSpPr txBox="1"/>
          <p:nvPr>
            <p:ph type="ctrTitle"/>
          </p:nvPr>
        </p:nvSpPr>
        <p:spPr>
          <a:xfrm>
            <a:off x="7858094" y="2670135"/>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Vibe Coding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What Is Vibe Coding?</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400"/>
              </a:spcBef>
              <a:spcAft>
                <a:spcPts val="0"/>
              </a:spcAft>
              <a:buClr>
                <a:schemeClr val="dk1"/>
              </a:buClr>
              <a:buSzPts val="2800"/>
              <a:buChar char="▪"/>
            </a:pPr>
            <a:r>
              <a:rPr sz="2800" lang="en-US"/>
              <a:t>You describe the app in plain language.</a:t>
            </a:r>
          </a:p>
          <a:p>
            <a:pPr indent="-228600" lvl="0" marL="228600" rtl="0" algn="l">
              <a:lnSpc>
                <a:spcPct val="90000"/>
              </a:lnSpc>
              <a:spcBef>
                <a:spcPts val="1400"/>
              </a:spcBef>
              <a:spcAft>
                <a:spcPts val="0"/>
              </a:spcAft>
              <a:buClr>
                <a:schemeClr val="dk1"/>
              </a:buClr>
              <a:buSzPts val="2800"/>
              <a:buChar char="▪"/>
            </a:pPr>
            <a:r>
              <a:rPr sz="2800" lang="en-US"/>
              <a:t>The AI writes the code and shows you a working preview.</a:t>
            </a:r>
          </a:p>
          <a:p>
            <a:pPr indent="-228600" lvl="0" marL="228600" rtl="0" algn="l">
              <a:lnSpc>
                <a:spcPct val="90000"/>
              </a:lnSpc>
              <a:spcBef>
                <a:spcPts val="1400"/>
              </a:spcBef>
              <a:spcAft>
                <a:spcPts val="0"/>
              </a:spcAft>
              <a:buClr>
                <a:schemeClr val="dk1"/>
              </a:buClr>
              <a:buSzPts val="2800"/>
              <a:buChar char="▪"/>
            </a:pPr>
            <a:r>
              <a:rPr sz="2800" lang="en-US"/>
              <a:t>You test it and ask for changes until it does the job.</a:t>
            </a:r>
          </a:p>
          <a:p>
            <a:pPr indent="-228600" lvl="0" marL="228600" rtl="0" algn="l">
              <a:lnSpc>
                <a:spcPct val="90000"/>
              </a:lnSpc>
              <a:spcBef>
                <a:spcPts val="1400"/>
              </a:spcBef>
              <a:spcAft>
                <a:spcPts val="0"/>
              </a:spcAft>
              <a:buClr>
                <a:schemeClr val="dk1"/>
              </a:buClr>
              <a:buSzPts val="2800"/>
              <a:buChar char="▪"/>
            </a:pPr>
            <a:r>
              <a:rPr sz="2800" lang="en-US"/>
              <a:t>Great for quick prototypes. Not a replacement for IT or production software.</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Prompt, Skill, or App?</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400"/>
              </a:spcBef>
              <a:spcAft>
                <a:spcPts val="0"/>
              </a:spcAft>
              <a:buClr>
                <a:schemeClr val="dk1"/>
              </a:buClr>
              <a:buSzPts val="2800"/>
              <a:buChar char="▪"/>
            </a:pPr>
            <a:r>
              <a:rPr b="1" sz="2800" lang="en-US"/>
              <a:t>Prompt: </a:t>
            </a:r>
            <a:r>
              <a:rPr sz="2800" lang="en-US"/>
              <a:t xml:space="preserve">a one time question or task</a:t>
            </a:r>
          </a:p>
          <a:p>
            <a:pPr indent="-228600" lvl="0" marL="228600" rtl="0" algn="l">
              <a:lnSpc>
                <a:spcPct val="90000"/>
              </a:lnSpc>
              <a:spcBef>
                <a:spcPts val="1400"/>
              </a:spcBef>
              <a:spcAft>
                <a:spcPts val="0"/>
              </a:spcAft>
              <a:buClr>
                <a:schemeClr val="dk1"/>
              </a:buClr>
              <a:buSzPts val="2800"/>
              <a:buChar char="▪"/>
            </a:pPr>
            <a:r>
              <a:rPr b="1" sz="2800" lang="en-US"/>
              <a:t>Skill: </a:t>
            </a:r>
            <a:r>
              <a:rPr sz="2800" lang="en-US"/>
              <a:t xml:space="preserve">the same question again and again, using your documents</a:t>
            </a:r>
          </a:p>
          <a:p>
            <a:pPr indent="-228600" lvl="0" marL="228600" rtl="0" algn="l">
              <a:lnSpc>
                <a:spcPct val="90000"/>
              </a:lnSpc>
              <a:spcBef>
                <a:spcPts val="1400"/>
              </a:spcBef>
              <a:spcAft>
                <a:spcPts val="0"/>
              </a:spcAft>
              <a:buClr>
                <a:schemeClr val="dk1"/>
              </a:buClr>
              <a:buSzPts val="2800"/>
              <a:buChar char="▪"/>
            </a:pPr>
            <a:r>
              <a:rPr b="1" sz="2800" lang="en-US"/>
              <a:t>App: </a:t>
            </a:r>
            <a:r>
              <a:rPr sz="2800" lang="en-US"/>
              <a:t xml:space="preserve">a repeated workflow with data in and a result out, like a dashboard</a:t>
            </a:r>
          </a:p>
          <a:p>
            <a:pPr indent="-228600" lvl="0" marL="228600" rtl="0" algn="l">
              <a:lnSpc>
                <a:spcPct val="90000"/>
              </a:lnSpc>
              <a:spcBef>
                <a:spcPts val="1400"/>
              </a:spcBef>
              <a:spcAft>
                <a:spcPts val="0"/>
              </a:spcAft>
              <a:buClr>
                <a:schemeClr val="dk1"/>
              </a:buClr>
              <a:buSzPts val="2800"/>
              <a:buChar char="▪"/>
            </a:pPr>
            <a:r>
              <a:rPr sz="2800" lang="en-US"/>
              <a:t>Start with the simplest one that solves the problem.</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Demo: Defect and Downtime Dashboard</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400"/>
              </a:spcBef>
              <a:spcAft>
                <a:spcPts val="0"/>
              </a:spcAft>
              <a:buClr>
                <a:schemeClr val="dk1"/>
              </a:buClr>
              <a:buSzPts val="2800"/>
              <a:buChar char="▪"/>
            </a:pPr>
            <a:r>
              <a:rPr b="1" sz="2600" lang="en-US"/>
              <a:t>Data: </a:t>
            </a:r>
            <a:r>
              <a:rPr sz="2600" lang="en-US"/>
              <a:t xml:space="preserve">manufacturing_data_export_2026-05-01.csv (course GitHub page)</a:t>
            </a:r>
          </a:p>
          <a:p>
            <a:pPr indent="-228600" lvl="0" marL="228600" rtl="0" algn="l">
              <a:lnSpc>
                <a:spcPct val="90000"/>
              </a:lnSpc>
              <a:spcBef>
                <a:spcPts val="1400"/>
              </a:spcBef>
              <a:spcAft>
                <a:spcPts val="0"/>
              </a:spcAft>
              <a:buClr>
                <a:schemeClr val="dk1"/>
              </a:buClr>
              <a:buSzPts val="2800"/>
              <a:buChar char="▪"/>
            </a:pPr>
            <a:r>
              <a:rPr b="1" sz="2600" lang="en-US"/>
              <a:t>Columns: </a:t>
            </a:r>
            <a:r>
              <a:rPr sz="2600" lang="en-US"/>
              <a:t xml:space="preserve">date, machine, quantity, defects, downtime, energy, operator, shift, revenue, cost</a:t>
            </a:r>
          </a:p>
          <a:p>
            <a:pPr indent="-228600" lvl="0" marL="228600" rtl="0" algn="l">
              <a:lnSpc>
                <a:spcPct val="90000"/>
              </a:lnSpc>
              <a:spcBef>
                <a:spcPts val="1400"/>
              </a:spcBef>
              <a:spcAft>
                <a:spcPts val="0"/>
              </a:spcAft>
              <a:buClr>
                <a:schemeClr val="dk1"/>
              </a:buClr>
              <a:buSzPts val="2800"/>
              <a:buChar char="▪"/>
            </a:pPr>
            <a:r>
              <a:rPr b="1" sz="2600" lang="en-US"/>
              <a:t>Goal: </a:t>
            </a:r>
            <a:r>
              <a:rPr sz="2600" lang="en-US"/>
              <a:t xml:space="preserve">see which machine and shift lose the most time and parts</a:t>
            </a:r>
          </a:p>
          <a:p>
            <a:pPr indent="-228600" lvl="0" marL="228600" rtl="0" algn="l">
              <a:lnSpc>
                <a:spcPct val="90000"/>
              </a:lnSpc>
              <a:spcBef>
                <a:spcPts val="1400"/>
              </a:spcBef>
              <a:spcAft>
                <a:spcPts val="0"/>
              </a:spcAft>
              <a:buClr>
                <a:schemeClr val="dk1"/>
              </a:buClr>
              <a:buSzPts val="2800"/>
              <a:buChar char="▪"/>
            </a:pPr>
            <a:r>
              <a:rPr b="1" sz="2600" lang="en-US"/>
              <a:t>Tool: </a:t>
            </a:r>
            <a:r>
              <a:rPr sz="2600" lang="en-US"/>
              <a:t xml:space="preserve">Google AI Studio, Build mode (aistudio.google.com/apps)</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The Prompt</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000"/>
              </a:spcBef>
              <a:spcAft>
                <a:spcPts val="0"/>
              </a:spcAft>
              <a:buClr>
                <a:schemeClr val="dk1"/>
              </a:buClr>
              <a:buSzPts val="2800"/>
              <a:buChar char="▪"/>
            </a:pPr>
            <a:r>
              <a:rPr sz="2400" lang="en-US"/>
              <a:t>Build a web app for a manufacturing supervisor.</a:t>
            </a:r>
          </a:p>
          <a:p>
            <a:pPr indent="-228600" lvl="0" marL="228600" rtl="0" algn="l">
              <a:lnSpc>
                <a:spcPct val="90000"/>
              </a:lnSpc>
              <a:spcBef>
                <a:spcPts val="1000"/>
              </a:spcBef>
              <a:spcAft>
                <a:spcPts val="0"/>
              </a:spcAft>
              <a:buClr>
                <a:schemeClr val="dk1"/>
              </a:buClr>
              <a:buSzPts val="2800"/>
              <a:buChar char="▪"/>
            </a:pPr>
            <a:r>
              <a:rPr sz="2400" lang="en-US"/>
              <a:t>Let me upload a CSV with these columns: date, machineId, productionQuantity, defects, downtimeMinutes, energyConsumption, operator, shift, revenue, cost.</a:t>
            </a:r>
          </a:p>
          <a:p>
            <a:pPr indent="-228600" lvl="0" marL="228600" rtl="0" algn="l">
              <a:lnSpc>
                <a:spcPct val="90000"/>
              </a:lnSpc>
              <a:spcBef>
                <a:spcPts val="1000"/>
              </a:spcBef>
              <a:spcAft>
                <a:spcPts val="0"/>
              </a:spcAft>
              <a:buClr>
                <a:schemeClr val="dk1"/>
              </a:buClr>
              <a:buSzPts val="2800"/>
              <a:buChar char="▪"/>
            </a:pPr>
            <a:r>
              <a:rPr sz="2400" lang="en-US"/>
              <a:t>Show defect rate and downtime by machine and by shift as bar charts.</a:t>
            </a:r>
          </a:p>
          <a:p>
            <a:pPr indent="-228600" lvl="0" marL="228600" rtl="0" algn="l">
              <a:lnSpc>
                <a:spcPct val="90000"/>
              </a:lnSpc>
              <a:spcBef>
                <a:spcPts val="1000"/>
              </a:spcBef>
              <a:spcAft>
                <a:spcPts val="0"/>
              </a:spcAft>
              <a:buClr>
                <a:schemeClr val="dk1"/>
              </a:buClr>
              <a:buSzPts val="2800"/>
              <a:buChar char="▪"/>
            </a:pPr>
            <a:r>
              <a:rPr sz="2400" lang="en-US"/>
              <a:t>List the top 3 problems in plain language with one suggested action each.</a:t>
            </a:r>
          </a:p>
          <a:p>
            <a:pPr indent="-228600" lvl="0" marL="228600" rtl="0" algn="l">
              <a:lnSpc>
                <a:spcPct val="90000"/>
              </a:lnSpc>
              <a:spcBef>
                <a:spcPts val="1000"/>
              </a:spcBef>
              <a:spcAft>
                <a:spcPts val="0"/>
              </a:spcAft>
              <a:buClr>
                <a:schemeClr val="dk1"/>
              </a:buClr>
              <a:buSzPts val="2800"/>
              <a:buChar char="▪"/>
            </a:pPr>
            <a:r>
              <a:rPr sz="2400" lang="en-US"/>
              <a:t>Keep it simple, one page, large text.</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Build It in Google AI Studio</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200"/>
              </a:spcBef>
              <a:spcAft>
                <a:spcPts val="0"/>
              </a:spcAft>
              <a:buClr>
                <a:schemeClr val="dk1"/>
              </a:buClr>
              <a:buSzPts val="2800"/>
              <a:buChar char="▪"/>
            </a:pPr>
            <a:r>
              <a:rPr sz="2600" lang="en-US"/>
              <a:t>Go to aistudio.google.com/apps and sign in with a Google account.</a:t>
            </a:r>
          </a:p>
          <a:p>
            <a:pPr indent="-228600" lvl="0" marL="228600" rtl="0" algn="l">
              <a:lnSpc>
                <a:spcPct val="90000"/>
              </a:lnSpc>
              <a:spcBef>
                <a:spcPts val="1200"/>
              </a:spcBef>
              <a:spcAft>
                <a:spcPts val="0"/>
              </a:spcAft>
              <a:buClr>
                <a:schemeClr val="dk1"/>
              </a:buClr>
              <a:buSzPts val="2800"/>
              <a:buChar char="▪"/>
            </a:pPr>
            <a:r>
              <a:rPr sz="2600" lang="en-US"/>
              <a:t>Paste the prompt and run it. The code and a live preview appear.</a:t>
            </a:r>
          </a:p>
          <a:p>
            <a:pPr indent="-228600" lvl="0" marL="228600" rtl="0" algn="l">
              <a:lnSpc>
                <a:spcPct val="90000"/>
              </a:lnSpc>
              <a:spcBef>
                <a:spcPts val="1200"/>
              </a:spcBef>
              <a:spcAft>
                <a:spcPts val="0"/>
              </a:spcAft>
              <a:buClr>
                <a:schemeClr val="dk1"/>
              </a:buClr>
              <a:buSzPts val="2800"/>
              <a:buChar char="▪"/>
            </a:pPr>
            <a:r>
              <a:rPr sz="2600" lang="en-US"/>
              <a:t>Upload the CSV in the preview and check the numbers.</a:t>
            </a:r>
          </a:p>
          <a:p>
            <a:pPr indent="-228600" lvl="0" marL="228600" rtl="0" algn="l">
              <a:lnSpc>
                <a:spcPct val="90000"/>
              </a:lnSpc>
              <a:spcBef>
                <a:spcPts val="1200"/>
              </a:spcBef>
              <a:spcAft>
                <a:spcPts val="0"/>
              </a:spcAft>
              <a:buClr>
                <a:schemeClr val="dk1"/>
              </a:buClr>
              <a:buSzPts val="2800"/>
              <a:buChar char="▪"/>
            </a:pPr>
            <a:r>
              <a:rPr sz="2600" lang="en-US"/>
              <a:t>Ask for one change in the chat, for example: add a filter by date.</a:t>
            </a:r>
          </a:p>
          <a:p>
            <a:pPr indent="-228600" lvl="0" marL="228600" rtl="0" algn="l">
              <a:lnSpc>
                <a:spcPct val="90000"/>
              </a:lnSpc>
              <a:spcBef>
                <a:spcPts val="1200"/>
              </a:spcBef>
              <a:spcAft>
                <a:spcPts val="0"/>
              </a:spcAft>
              <a:buClr>
                <a:schemeClr val="dk1"/>
              </a:buClr>
              <a:buSzPts val="2800"/>
              <a:buChar char="▪"/>
            </a:pPr>
            <a:r>
              <a:rPr sz="2600" lang="en-US"/>
              <a:t>Claude, ChatGPT, and Gemini can also build small apps right in the chat.</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Map Your Workflow</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200"/>
              </a:spcBef>
              <a:spcAft>
                <a:spcPts val="0"/>
              </a:spcAft>
              <a:buClr>
                <a:schemeClr val="dk1"/>
              </a:buClr>
              <a:buSzPts val="2800"/>
              <a:buChar char="▪"/>
            </a:pPr>
            <a:r>
              <a:rPr sz="2600" lang="en-US"/>
              <a:t>Is the task part of a bigger workflow?</a:t>
            </a:r>
          </a:p>
          <a:p>
            <a:pPr indent="-228600" lvl="0" marL="228600" rtl="0" algn="l">
              <a:lnSpc>
                <a:spcPct val="90000"/>
              </a:lnSpc>
              <a:spcBef>
                <a:spcPts val="1200"/>
              </a:spcBef>
              <a:spcAft>
                <a:spcPts val="0"/>
              </a:spcAft>
              <a:buClr>
                <a:schemeClr val="dk1"/>
              </a:buClr>
              <a:buSzPts val="2800"/>
              <a:buChar char="▪"/>
            </a:pPr>
            <a:r>
              <a:rPr sz="2600" lang="en-US"/>
              <a:t>Can you write the steps down clearly?</a:t>
            </a:r>
          </a:p>
          <a:p>
            <a:pPr indent="-228600" lvl="0" marL="228600" rtl="0" algn="l">
              <a:lnSpc>
                <a:spcPct val="90000"/>
              </a:lnSpc>
              <a:spcBef>
                <a:spcPts val="1200"/>
              </a:spcBef>
              <a:spcAft>
                <a:spcPts val="0"/>
              </a:spcAft>
              <a:buClr>
                <a:schemeClr val="dk1"/>
              </a:buClr>
              <a:buSzPts val="2800"/>
              <a:buChar char="▪"/>
            </a:pPr>
            <a:r>
              <a:rPr sz="2600" lang="en-US"/>
              <a:t>Are the inputs and outputs the same every time?</a:t>
            </a:r>
          </a:p>
          <a:p>
            <a:pPr indent="-228600" lvl="0" marL="228600" rtl="0" algn="l">
              <a:lnSpc>
                <a:spcPct val="90000"/>
              </a:lnSpc>
              <a:spcBef>
                <a:spcPts val="1200"/>
              </a:spcBef>
              <a:spcAft>
                <a:spcPts val="0"/>
              </a:spcAft>
              <a:buClr>
                <a:schemeClr val="dk1"/>
              </a:buClr>
              <a:buSzPts val="2800"/>
              <a:buChar char="▪"/>
            </a:pPr>
            <a:r>
              <a:rPr sz="2600" lang="en-US"/>
              <a:t>Is it simple enough to build without IT help?</a:t>
            </a:r>
          </a:p>
          <a:p>
            <a:pPr indent="-228600" lvl="0" marL="228600" rtl="0" algn="l">
              <a:lnSpc>
                <a:spcPct val="90000"/>
              </a:lnSpc>
              <a:spcBef>
                <a:spcPts val="1200"/>
              </a:spcBef>
              <a:spcAft>
                <a:spcPts val="0"/>
              </a:spcAft>
              <a:buClr>
                <a:schemeClr val="dk1"/>
              </a:buClr>
              <a:buSzPts val="2800"/>
              <a:buChar char="▪"/>
            </a:pPr>
            <a:r>
              <a:rPr sz="2600" lang="en-US"/>
              <a:t>Rate your tasks on time spent, frequency, and repetition. High on all three is your best app idea.</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Build Your Own</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400"/>
              </a:spcBef>
              <a:spcAft>
                <a:spcPts val="0"/>
              </a:spcAft>
              <a:buClr>
                <a:schemeClr val="dk1"/>
              </a:buClr>
              <a:buSzPts val="2800"/>
              <a:buChar char="▪"/>
            </a:pPr>
            <a:r>
              <a:rPr sz="2600" lang="en-US"/>
              <a:t>Pick one task from your worksheet.</a:t>
            </a:r>
          </a:p>
          <a:p>
            <a:pPr indent="-228600" lvl="0" marL="228600" rtl="0" algn="l">
              <a:lnSpc>
                <a:spcPct val="90000"/>
              </a:lnSpc>
              <a:spcBef>
                <a:spcPts val="1400"/>
              </a:spcBef>
              <a:spcAft>
                <a:spcPts val="0"/>
              </a:spcAft>
              <a:buClr>
                <a:schemeClr val="dk1"/>
              </a:buClr>
              <a:buSzPts val="2800"/>
              <a:buChar char="▪"/>
            </a:pPr>
            <a:r>
              <a:rPr sz="2600" lang="en-US"/>
              <a:t>Write the prompt with RTFC: who it is for, what it does, what it shows, and the limits.</a:t>
            </a:r>
          </a:p>
          <a:p>
            <a:pPr indent="-228600" lvl="0" marL="228600" rtl="0" algn="l">
              <a:lnSpc>
                <a:spcPct val="90000"/>
              </a:lnSpc>
              <a:spcBef>
                <a:spcPts val="1400"/>
              </a:spcBef>
              <a:spcAft>
                <a:spcPts val="0"/>
              </a:spcAft>
              <a:buClr>
                <a:schemeClr val="dk1"/>
              </a:buClr>
              <a:buSzPts val="2800"/>
              <a:buChar char="▪"/>
            </a:pPr>
            <a:r>
              <a:rPr sz="2600" lang="en-US"/>
              <a:t>Use made up or sample data. Never upload confidential company data.</a:t>
            </a:r>
          </a:p>
          <a:p>
            <a:pPr indent="-228600" lvl="0" marL="228600" rtl="0" algn="l">
              <a:lnSpc>
                <a:spcPct val="90000"/>
              </a:lnSpc>
              <a:spcBef>
                <a:spcPts val="1400"/>
              </a:spcBef>
              <a:spcAft>
                <a:spcPts val="0"/>
              </a:spcAft>
              <a:buClr>
                <a:schemeClr val="dk1"/>
              </a:buClr>
              <a:buSzPts val="2800"/>
              <a:buChar char="▪"/>
            </a:pPr>
            <a:r>
              <a:rPr sz="2600" lang="en-US"/>
              <a:t>Start small, test with real questions, and ask for one change at a time.</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Prototype Is Not Production</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400"/>
              </a:spcBef>
              <a:spcAft>
                <a:spcPts val="0"/>
              </a:spcAft>
              <a:buClr>
                <a:schemeClr val="dk1"/>
              </a:buClr>
              <a:buSzPts val="2800"/>
              <a:buChar char="▪"/>
            </a:pPr>
            <a:r>
              <a:rPr sz="2600" lang="en-US"/>
              <a:t>Check the results against the real numbers.</a:t>
            </a:r>
          </a:p>
          <a:p>
            <a:pPr indent="-228600" lvl="0" marL="228600" rtl="0" algn="l">
              <a:lnSpc>
                <a:spcPct val="90000"/>
              </a:lnSpc>
              <a:spcBef>
                <a:spcPts val="1400"/>
              </a:spcBef>
              <a:spcAft>
                <a:spcPts val="0"/>
              </a:spcAft>
              <a:buClr>
                <a:schemeClr val="dk1"/>
              </a:buClr>
              <a:buSzPts val="2800"/>
              <a:buChar char="▪"/>
            </a:pPr>
            <a:r>
              <a:rPr sz="2600" lang="en-US"/>
              <a:t>Ask who will maintain it and where the data lives.</a:t>
            </a:r>
          </a:p>
          <a:p>
            <a:pPr indent="-228600" lvl="0" marL="228600" rtl="0" algn="l">
              <a:lnSpc>
                <a:spcPct val="90000"/>
              </a:lnSpc>
              <a:spcBef>
                <a:spcPts val="1400"/>
              </a:spcBef>
              <a:spcAft>
                <a:spcPts val="0"/>
              </a:spcAft>
              <a:buClr>
                <a:schemeClr val="dk1"/>
              </a:buClr>
              <a:buSzPts val="2800"/>
              <a:buChar char="▪"/>
            </a:pPr>
            <a:r>
              <a:rPr sz="2600" lang="en-US"/>
              <a:t>Bring IT in before real company data goes in.</a:t>
            </a:r>
          </a:p>
          <a:p>
            <a:pPr indent="-228600" lvl="0" marL="228600" rtl="0" algn="l">
              <a:lnSpc>
                <a:spcPct val="90000"/>
              </a:lnSpc>
              <a:spcBef>
                <a:spcPts val="1400"/>
              </a:spcBef>
              <a:spcAft>
                <a:spcPts val="0"/>
              </a:spcAft>
              <a:buClr>
                <a:schemeClr val="dk1"/>
              </a:buClr>
              <a:buSzPts val="2800"/>
              <a:buChar char="▪"/>
            </a:pPr>
            <a:r>
              <a:rPr sz="2600" lang="en-US"/>
              <a:t>A working prototype is a great way to start that conversation.</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Next Session: Predictive Maintenance</a:t>
            </a:r>
          </a:p>
        </p:txBody>
      </p:sp>
      <p:sp>
        <p:nvSpPr>
          <p:cNvPr id="849" name="Google Shape;84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1600"/>
              </a:spcBef>
              <a:spcAft>
                <a:spcPts val="0"/>
              </a:spcAft>
              <a:buClr>
                <a:schemeClr val="dk1"/>
              </a:buClr>
              <a:buSzPts val="2800"/>
              <a:buChar char="▪"/>
            </a:pPr>
            <a:r>
              <a:rPr sz="2600" lang="en-US"/>
              <a:t>You will predict machine failures from sensor data.</a:t>
            </a:r>
          </a:p>
          <a:p>
            <a:pPr indent="-228600" lvl="0" marL="228600" rtl="0" algn="l">
              <a:lnSpc>
                <a:spcPct val="90000"/>
              </a:lnSpc>
              <a:spcBef>
                <a:spcPts val="1600"/>
              </a:spcBef>
              <a:spcAft>
                <a:spcPts val="0"/>
              </a:spcAft>
              <a:buClr>
                <a:schemeClr val="dk1"/>
              </a:buClr>
              <a:buSzPts val="2800"/>
              <a:buChar char="▪"/>
            </a:pPr>
            <a:r>
              <a:rPr sz="2600" lang="en-US"/>
              <a:t>You will build the model in Orange, no coding needed.</a:t>
            </a:r>
          </a:p>
          <a:p>
            <a:pPr indent="-228600" lvl="0" marL="228600" rtl="0" algn="l">
              <a:lnSpc>
                <a:spcPct val="90000"/>
              </a:lnSpc>
              <a:spcBef>
                <a:spcPts val="1600"/>
              </a:spcBef>
              <a:spcAft>
                <a:spcPts val="0"/>
              </a:spcAft>
              <a:buClr>
                <a:schemeClr val="dk1"/>
              </a:buClr>
              <a:buSzPts val="2800"/>
              <a:buChar char="▪"/>
            </a:pPr>
            <a:r>
              <a:rPr sz="2600" lang="en-US"/>
              <a:t>You will plan your first AI pilot.</a:t>
            </a: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2021-05-25T09:09:29Z</dcterms:created>
  <dc:creator>Varun Shukla</dc:creator>
</cp:coreProperties>
</file>