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Masters/slideMaster3.xml" ContentType="application/vnd.openxmlformats-officedocument.presentationml.slideMaster+xml"/>
  <Override PartName="/ppt/notesSlides/notesSlide147.xml" ContentType="application/vnd.openxmlformats-officedocument.presentationml.notesSlide+xml"/>
  <Override PartName="/ppt/slides/slide47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  <p:sldMasterId id="2147483685" r:id="rId4"/>
    <p:sldMasterId id="2147483800" r:id="rId300"/>
  </p:sldMasterIdLst>
  <p:notesMasterIdLst>
    <p:notesMasterId r:id="rId5"/>
  </p:notesMasterIdLst>
  <p:sldIdLst>
    <p:sldId id="410" r:id="rId247"/>
  </p:sldIdLst>
  <p:sldSz cy="6858000" cx="12192000"/>
  <p:notesSz cx="6858000" cy="9144000"/>
  <p:embeddedFontLst>
    <p:embeddedFont>
      <p:font typeface="Play"/>
      <p:regular r:id="rId45"/>
      <p:bold r:id="rId46"/>
    </p:embeddedFont>
    <p:embeddedFont>
      <p:font typeface="Instrument Sans Medium"/>
      <p:regular r:id="rId47"/>
      <p:bold r:id="rId48"/>
      <p:italic r:id="rId49"/>
      <p:boldItalic r:id="rId50"/>
    </p:embeddedFont>
    <p:embeddedFont>
      <p:font typeface="Quattrocento Sans"/>
      <p:regular r:id="rId51"/>
      <p:bold r:id="rId52"/>
      <p:italic r:id="rId53"/>
      <p:boldItalic r:id="rId54"/>
    </p:embeddedFont>
    <p:embeddedFont>
      <p:font typeface="Helvetica Neue"/>
      <p:regular r:id="rId55"/>
      <p:bold r:id="rId56"/>
      <p:italic r:id="rId57"/>
      <p:boldItalic r:id="rId58"/>
    </p:embeddedFont>
    <p:embeddedFont>
      <p:font typeface="Open Sans"/>
      <p:regular r:id="rId59"/>
      <p:bold r:id="rId60"/>
      <p:italic r:id="rId61"/>
      <p:boldItalic r:id="rId6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63" roundtripDataSignature="AMtx7mjEZ3avSO2br10BRwhPd8Iql27eD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?><Relationships xmlns="http://schemas.openxmlformats.org/package/2006/relationships"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5" Type="http://schemas.openxmlformats.org/officeDocument/2006/relationships/notesMaster" Target="notesMasters/notesMaster1.xml"/><Relationship Id="rId45" Type="http://schemas.openxmlformats.org/officeDocument/2006/relationships/font" Target="fonts/Play-regular.fntdata"/><Relationship Id="rId46" Type="http://schemas.openxmlformats.org/officeDocument/2006/relationships/font" Target="fonts/Play-bold.fntdata"/><Relationship Id="rId47" Type="http://schemas.openxmlformats.org/officeDocument/2006/relationships/font" Target="fonts/InstrumentSansMedium-regular.fntdata"/><Relationship Id="rId48" Type="http://schemas.openxmlformats.org/officeDocument/2006/relationships/font" Target="fonts/InstrumentSansMedium-bold.fntdata"/><Relationship Id="rId49" Type="http://schemas.openxmlformats.org/officeDocument/2006/relationships/font" Target="fonts/InstrumentSansMedium-italic.fntdata"/><Relationship Id="rId50" Type="http://schemas.openxmlformats.org/officeDocument/2006/relationships/font" Target="fonts/InstrumentSansMedium-boldItalic.fntdata"/><Relationship Id="rId51" Type="http://schemas.openxmlformats.org/officeDocument/2006/relationships/font" Target="fonts/QuattrocentoSans-regular.fntdata"/><Relationship Id="rId52" Type="http://schemas.openxmlformats.org/officeDocument/2006/relationships/font" Target="fonts/QuattrocentoSans-bold.fntdata"/><Relationship Id="rId53" Type="http://schemas.openxmlformats.org/officeDocument/2006/relationships/font" Target="fonts/QuattrocentoSans-italic.fntdata"/><Relationship Id="rId54" Type="http://schemas.openxmlformats.org/officeDocument/2006/relationships/font" Target="fonts/QuattrocentoSans-boldItalic.fntdata"/><Relationship Id="rId55" Type="http://schemas.openxmlformats.org/officeDocument/2006/relationships/font" Target="fonts/HelveticaNeue-regular.fntdata"/><Relationship Id="rId56" Type="http://schemas.openxmlformats.org/officeDocument/2006/relationships/font" Target="fonts/HelveticaNeue-bold.fntdata"/><Relationship Id="rId57" Type="http://schemas.openxmlformats.org/officeDocument/2006/relationships/font" Target="fonts/HelveticaNeue-italic.fntdata"/><Relationship Id="rId58" Type="http://schemas.openxmlformats.org/officeDocument/2006/relationships/font" Target="fonts/HelveticaNeue-boldItalic.fntdata"/><Relationship Id="rId59" Type="http://schemas.openxmlformats.org/officeDocument/2006/relationships/font" Target="fonts/OpenSans-regular.fntdata"/><Relationship Id="rId60" Type="http://schemas.openxmlformats.org/officeDocument/2006/relationships/font" Target="fonts/OpenSans-bold.fntdata"/><Relationship Id="rId61" Type="http://schemas.openxmlformats.org/officeDocument/2006/relationships/font" Target="fonts/OpenSans-italic.fntdata"/><Relationship Id="rId62" Type="http://schemas.openxmlformats.org/officeDocument/2006/relationships/font" Target="fonts/OpenSans-boldItalic.fntdata"/><Relationship Id="rId63" Type="http://customschemas.google.com/relationships/presentationmetadata" Target="metadata"/><Relationship Id="rId247" Type="http://schemas.openxmlformats.org/officeDocument/2006/relationships/slide" Target="slides/slide47.xml"/><Relationship Id="rId300" Type="http://schemas.openxmlformats.org/officeDocument/2006/relationships/slideMaster" Target="slideMasters/slideMaster3.xml"/>  
  
  
  
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notesSlide1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Clayton: add your LM Studio slides after this one. When you update this deck, also export a PDF and upload both to the repo.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jp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jp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jpg"/><Relationship Id="rId3" Type="http://schemas.openxmlformats.org/officeDocument/2006/relationships/image" Target="../media/image20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jp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32.pn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png"/><Relationship Id="rId3" Type="http://schemas.openxmlformats.org/officeDocument/2006/relationships/image" Target="../media/image17.png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png"/><Relationship Id="rId3" Type="http://schemas.openxmlformats.org/officeDocument/2006/relationships/image" Target="../media/image9.pn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4.png"/><Relationship Id="rId3" Type="http://schemas.openxmlformats.org/officeDocument/2006/relationships/image" Target="../media/image17.pn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7.png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png"/><Relationship Id="rId3" Type="http://schemas.openxmlformats.org/officeDocument/2006/relationships/image" Target="../media/image17.pn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png"/><Relationship Id="rId3" Type="http://schemas.openxmlformats.org/officeDocument/2006/relationships/image" Target="../media/image17.png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png"/><Relationship Id="rId3" Type="http://schemas.openxmlformats.org/officeDocument/2006/relationships/image" Target="../media/image35.png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png"/><Relationship Id="rId3" Type="http://schemas.openxmlformats.org/officeDocument/2006/relationships/image" Target="../media/image17.png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png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png"/><Relationship Id="rId3" Type="http://schemas.openxmlformats.org/officeDocument/2006/relationships/image" Target="../media/image39.png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png"/><Relationship Id="rId3" Type="http://schemas.openxmlformats.org/officeDocument/2006/relationships/image" Target="../media/image17.png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png"/><Relationship Id="rId3" Type="http://schemas.openxmlformats.org/officeDocument/2006/relationships/image" Target="../media/image52.png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1.png"/><Relationship Id="rId3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7.png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png"/><Relationship Id="rId3" Type="http://schemas.openxmlformats.org/officeDocument/2006/relationships/image" Target="../media/image21.png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3.png"/><Relationship Id="rId3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png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6.png"/><Relationship Id="rId3" Type="http://schemas.openxmlformats.org/officeDocument/2006/relationships/image" Target="../media/image17.png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3.png"/><Relationship Id="rId3" Type="http://schemas.openxmlformats.org/officeDocument/2006/relationships/image" Target="../media/image25.png"/><Relationship Id="rId4" Type="http://schemas.openxmlformats.org/officeDocument/2006/relationships/image" Target="../media/image17.png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7.png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32.png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2.png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4.png"/><Relationship Id="rId3" Type="http://schemas.openxmlformats.org/officeDocument/2006/relationships/image" Target="../media/image17.png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2.png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7.png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7.png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7.png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7.png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0.png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d1_image23.png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d1_image23.png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d1_image23.png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d1_image23.png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d1_image23.png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d1_image23.png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d1_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Section Breaker">
  <p:cSld name="1_Section Break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4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-3174"/>
            <a:ext cx="12202447" cy="6861174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42"/>
          <p:cNvSpPr txBox="1"/>
          <p:nvPr>
            <p:ph type="title"/>
          </p:nvPr>
        </p:nvSpPr>
        <p:spPr>
          <a:xfrm>
            <a:off x="1833785" y="1743334"/>
            <a:ext cx="8781661" cy="18748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42"/>
          <p:cNvSpPr txBox="1"/>
          <p:nvPr>
            <p:ph idx="1" type="body"/>
          </p:nvPr>
        </p:nvSpPr>
        <p:spPr>
          <a:xfrm>
            <a:off x="1833563" y="3710273"/>
            <a:ext cx="5176837" cy="649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2_divider">
  <p:cSld name="12_divider">
    <p:bg>
      <p:bgPr>
        <a:solidFill>
          <a:srgbClr val="FFE27A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3"/>
          <p:cNvSpPr txBox="1"/>
          <p:nvPr>
            <p:ph type="ctrTitle"/>
          </p:nvPr>
        </p:nvSpPr>
        <p:spPr>
          <a:xfrm>
            <a:off x="8017438" y="1842906"/>
            <a:ext cx="3598410" cy="187485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Play"/>
              <a:buNone/>
              <a:defRPr sz="4500">
                <a:solidFill>
                  <a:srgbClr val="00000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3"/>
          <p:cNvSpPr txBox="1"/>
          <p:nvPr>
            <p:ph idx="1" type="subTitle"/>
          </p:nvPr>
        </p:nvSpPr>
        <p:spPr>
          <a:xfrm>
            <a:off x="8017438" y="3809833"/>
            <a:ext cx="3598410" cy="9306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  <a:defRPr sz="2400">
                <a:solidFill>
                  <a:srgbClr val="000000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2" name="Google Shape;22;p43"/>
          <p:cNvSpPr/>
          <p:nvPr>
            <p:ph idx="2" type="pic"/>
          </p:nvPr>
        </p:nvSpPr>
        <p:spPr>
          <a:xfrm>
            <a:off x="874642" y="-695294"/>
            <a:ext cx="6678652" cy="6678652"/>
          </a:xfrm>
          <a:prstGeom prst="flowChartDelay">
            <a:avLst/>
          </a:prstGeom>
          <a:noFill/>
          <a:ln>
            <a:noFill/>
          </a:ln>
        </p:spPr>
      </p:sp>
      <p:sp>
        <p:nvSpPr>
          <p:cNvPr id="23" name="Google Shape;23;p43"/>
          <p:cNvSpPr/>
          <p:nvPr/>
        </p:nvSpPr>
        <p:spPr>
          <a:xfrm>
            <a:off x="0" y="5983356"/>
            <a:ext cx="874643" cy="874643"/>
          </a:xfrm>
          <a:prstGeom prst="rect">
            <a:avLst/>
          </a:prstGeom>
          <a:solidFill>
            <a:srgbClr val="EEB2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" name="Google Shape;24;p4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352747" y="6253214"/>
            <a:ext cx="1352277" cy="3564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ormal Page">
  <p:cSld name="Normal Page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4"/>
          <p:cNvSpPr/>
          <p:nvPr/>
        </p:nvSpPr>
        <p:spPr>
          <a:xfrm>
            <a:off x="0" y="6400800"/>
            <a:ext cx="11734800" cy="457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44"/>
          <p:cNvSpPr/>
          <p:nvPr/>
        </p:nvSpPr>
        <p:spPr>
          <a:xfrm>
            <a:off x="11734800" y="0"/>
            <a:ext cx="457200" cy="64008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44"/>
          <p:cNvSpPr txBox="1"/>
          <p:nvPr>
            <p:ph idx="1" type="body"/>
          </p:nvPr>
        </p:nvSpPr>
        <p:spPr>
          <a:xfrm>
            <a:off x="386557" y="1665697"/>
            <a:ext cx="10515600" cy="399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810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810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44"/>
          <p:cNvSpPr txBox="1"/>
          <p:nvPr>
            <p:ph idx="12" type="sldNum"/>
          </p:nvPr>
        </p:nvSpPr>
        <p:spPr>
          <a:xfrm>
            <a:off x="11734800" y="6423246"/>
            <a:ext cx="501073" cy="43475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0" lvl="1" marL="0" algn="ct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0" lvl="2" marL="0" algn="ct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0" lvl="3" marL="0" algn="ct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4pPr>
            <a:lvl5pPr indent="0" lvl="4" marL="0" algn="ct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5pPr>
            <a:lvl6pPr indent="0" lvl="5" marL="0" algn="ct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6pPr>
            <a:lvl7pPr indent="0" lvl="6" marL="0" algn="ct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7pPr>
            <a:lvl8pPr indent="0" lvl="7" marL="0" algn="ct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8pPr>
            <a:lvl9pPr indent="0" lvl="8" marL="0" algn="ct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0" name="Google Shape;30;p4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79394" y="6487319"/>
            <a:ext cx="1080977" cy="290623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44"/>
          <p:cNvSpPr txBox="1"/>
          <p:nvPr>
            <p:ph type="title"/>
          </p:nvPr>
        </p:nvSpPr>
        <p:spPr>
          <a:xfrm>
            <a:off x="386557" y="25361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"/>
              <a:buNone/>
              <a:defRPr sz="36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" name="Google Shape;35;p4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45"/>
          <p:cNvSpPr txBox="1"/>
          <p:nvPr>
            <p:ph idx="12" type="sldNum"/>
          </p:nvPr>
        </p:nvSpPr>
        <p:spPr>
          <a:xfrm>
            <a:off x="11690927" y="6492875"/>
            <a:ext cx="5010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8 master">
  <p:cSld name="Slide 8 master">
    <p:bg>
      <p:bgPr>
        <a:solidFill>
          <a:srgbClr val="000000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4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0 master">
  <p:cSld name="Slide 10 master">
    <p:bg>
      <p:bgPr>
        <a:solidFill>
          <a:srgbClr val="000000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4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1 master">
  <p:cSld name="Slide 11 master">
    <p:bg>
      <p:bgPr>
        <a:solidFill>
          <a:srgbClr val="000000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4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2 master">
  <p:cSld name="Slide 12 master">
    <p:bg>
      <p:bgPr>
        <a:solidFill>
          <a:srgbClr val="000000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4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5 master">
  <p:cSld name="Slide 15 master">
    <p:bg>
      <p:bgPr>
        <a:solidFill>
          <a:srgbClr val="000000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5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5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bg>
      <p:bgPr>
        <a:solidFill>
          <a:srgbClr val="000000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5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5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bg>
      <p:bgPr>
        <a:solidFill>
          <a:srgbClr val="000000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5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Highlight Activity">
  <p:cSld name="2_Highlight Activity">
    <p:bg>
      <p:bgPr>
        <a:solidFill>
          <a:schemeClr val="lt1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53"/>
          <p:cNvSpPr/>
          <p:nvPr/>
        </p:nvSpPr>
        <p:spPr>
          <a:xfrm>
            <a:off x="11734800" y="6393067"/>
            <a:ext cx="457199" cy="4649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53"/>
          <p:cNvSpPr txBox="1"/>
          <p:nvPr>
            <p:ph type="title"/>
          </p:nvPr>
        </p:nvSpPr>
        <p:spPr>
          <a:xfrm>
            <a:off x="838200" y="2766218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lay"/>
              <a:buNone/>
              <a:defRPr sz="48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53"/>
          <p:cNvSpPr/>
          <p:nvPr/>
        </p:nvSpPr>
        <p:spPr>
          <a:xfrm>
            <a:off x="0" y="6400800"/>
            <a:ext cx="11734800" cy="457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53"/>
          <p:cNvSpPr/>
          <p:nvPr/>
        </p:nvSpPr>
        <p:spPr>
          <a:xfrm>
            <a:off x="11734800" y="0"/>
            <a:ext cx="457200" cy="64008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53"/>
          <p:cNvSpPr txBox="1"/>
          <p:nvPr>
            <p:ph idx="1" type="body"/>
          </p:nvPr>
        </p:nvSpPr>
        <p:spPr>
          <a:xfrm>
            <a:off x="838200" y="4196482"/>
            <a:ext cx="10515600" cy="1724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5" name="Google Shape;65;p53"/>
          <p:cNvSpPr/>
          <p:nvPr/>
        </p:nvSpPr>
        <p:spPr>
          <a:xfrm>
            <a:off x="0" y="0"/>
            <a:ext cx="457200" cy="64008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3"/>
          <p:cNvSpPr/>
          <p:nvPr/>
        </p:nvSpPr>
        <p:spPr>
          <a:xfrm>
            <a:off x="457200" y="4618"/>
            <a:ext cx="11734800" cy="457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53"/>
          <p:cNvSpPr txBox="1"/>
          <p:nvPr>
            <p:ph idx="12" type="sldNum"/>
          </p:nvPr>
        </p:nvSpPr>
        <p:spPr>
          <a:xfrm>
            <a:off x="11734799" y="6497493"/>
            <a:ext cx="457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0" lvl="1" marL="0" algn="ct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0" lvl="2" marL="0" algn="ct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0" lvl="3" marL="0" algn="ct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4pPr>
            <a:lvl5pPr indent="0" lvl="4" marL="0" algn="ct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5pPr>
            <a:lvl6pPr indent="0" lvl="5" marL="0" algn="ct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6pPr>
            <a:lvl7pPr indent="0" lvl="6" marL="0" algn="ct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7pPr>
            <a:lvl8pPr indent="0" lvl="7" marL="0" algn="ct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8pPr>
            <a:lvl9pPr indent="0" lvl="8" marL="0" algn="ct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8" name="Google Shape;68;p5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79394" y="6487319"/>
            <a:ext cx="1080977" cy="2906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96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96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72" name="Google Shape;72;p96"/>
          <p:cNvSpPr/>
          <p:nvPr/>
        </p:nvSpPr>
        <p:spPr>
          <a:xfrm>
            <a:off x="0" y="6400800"/>
            <a:ext cx="11734800" cy="457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96"/>
          <p:cNvSpPr/>
          <p:nvPr/>
        </p:nvSpPr>
        <p:spPr>
          <a:xfrm>
            <a:off x="11734800" y="0"/>
            <a:ext cx="457200" cy="64008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4" name="Google Shape;74;p9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79394" y="6487319"/>
            <a:ext cx="1080977" cy="290623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96"/>
          <p:cNvSpPr txBox="1"/>
          <p:nvPr>
            <p:ph idx="12" type="sldNum"/>
          </p:nvPr>
        </p:nvSpPr>
        <p:spPr>
          <a:xfrm>
            <a:off x="11734800" y="6423246"/>
            <a:ext cx="501073" cy="43475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0" lvl="1" marL="0" algn="ct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0" lvl="2" marL="0" algn="ct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0" lvl="3" marL="0" algn="ct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4pPr>
            <a:lvl5pPr indent="0" lvl="4" marL="0" algn="ct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5pPr>
            <a:lvl6pPr indent="0" lvl="5" marL="0" algn="ct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6pPr>
            <a:lvl7pPr indent="0" lvl="6" marL="0" algn="ct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7pPr>
            <a:lvl8pPr indent="0" lvl="7" marL="0" algn="ct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8pPr>
            <a:lvl9pPr indent="0" lvl="8" marL="0" algn="ct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iddle Layout">
  <p:cSld name="Middle Layou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97"/>
          <p:cNvSpPr/>
          <p:nvPr/>
        </p:nvSpPr>
        <p:spPr>
          <a:xfrm>
            <a:off x="0" y="6400800"/>
            <a:ext cx="11734800" cy="457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97"/>
          <p:cNvSpPr/>
          <p:nvPr/>
        </p:nvSpPr>
        <p:spPr>
          <a:xfrm>
            <a:off x="11734800" y="0"/>
            <a:ext cx="457200" cy="64008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97"/>
          <p:cNvSpPr txBox="1"/>
          <p:nvPr>
            <p:ph type="title"/>
          </p:nvPr>
        </p:nvSpPr>
        <p:spPr>
          <a:xfrm>
            <a:off x="394855" y="2766218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lay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97"/>
          <p:cNvSpPr txBox="1"/>
          <p:nvPr>
            <p:ph idx="1" type="body"/>
          </p:nvPr>
        </p:nvSpPr>
        <p:spPr>
          <a:xfrm>
            <a:off x="395288" y="4202113"/>
            <a:ext cx="909002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97"/>
          <p:cNvSpPr txBox="1"/>
          <p:nvPr>
            <p:ph idx="12" type="sldNum"/>
          </p:nvPr>
        </p:nvSpPr>
        <p:spPr>
          <a:xfrm>
            <a:off x="11734800" y="6423246"/>
            <a:ext cx="501073" cy="43475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0" lvl="1" marL="0" algn="ct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0" lvl="2" marL="0" algn="ct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0" lvl="3" marL="0" algn="ct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4pPr>
            <a:lvl5pPr indent="0" lvl="4" marL="0" algn="ct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5pPr>
            <a:lvl6pPr indent="0" lvl="5" marL="0" algn="ct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6pPr>
            <a:lvl7pPr indent="0" lvl="6" marL="0" algn="ct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7pPr>
            <a:lvl8pPr indent="0" lvl="7" marL="0" algn="ct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8pPr>
            <a:lvl9pPr indent="0" lvl="8" marL="0" algn="ct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82" name="Google Shape;82;p9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79394" y="6487319"/>
            <a:ext cx="1080977" cy="2906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/ Review">
  <p:cSld name="Agenda / Review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98"/>
          <p:cNvSpPr txBox="1"/>
          <p:nvPr>
            <p:ph type="title"/>
          </p:nvPr>
        </p:nvSpPr>
        <p:spPr>
          <a:xfrm>
            <a:off x="386557" y="25361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"/>
              <a:buNone/>
              <a:defRPr sz="36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98"/>
          <p:cNvSpPr/>
          <p:nvPr/>
        </p:nvSpPr>
        <p:spPr>
          <a:xfrm>
            <a:off x="0" y="6400800"/>
            <a:ext cx="11734800" cy="457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98"/>
          <p:cNvSpPr/>
          <p:nvPr/>
        </p:nvSpPr>
        <p:spPr>
          <a:xfrm>
            <a:off x="11734800" y="0"/>
            <a:ext cx="457200" cy="64008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98"/>
          <p:cNvSpPr txBox="1"/>
          <p:nvPr>
            <p:ph idx="1" type="body"/>
          </p:nvPr>
        </p:nvSpPr>
        <p:spPr>
          <a:xfrm>
            <a:off x="386557" y="1579178"/>
            <a:ext cx="10069513" cy="3473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88" name="Google Shape;88;p9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79394" y="6487319"/>
            <a:ext cx="1080977" cy="290623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98"/>
          <p:cNvSpPr txBox="1"/>
          <p:nvPr>
            <p:ph idx="12" type="sldNum"/>
          </p:nvPr>
        </p:nvSpPr>
        <p:spPr>
          <a:xfrm>
            <a:off x="11734800" y="6423246"/>
            <a:ext cx="501073" cy="43475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0" lvl="1" marL="0" algn="ct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0" lvl="2" marL="0" algn="ct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0" lvl="3" marL="0" algn="ct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4pPr>
            <a:lvl5pPr indent="0" lvl="4" marL="0" algn="ct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5pPr>
            <a:lvl6pPr indent="0" lvl="5" marL="0" algn="ct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6pPr>
            <a:lvl7pPr indent="0" lvl="6" marL="0" algn="ct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7pPr>
            <a:lvl8pPr indent="0" lvl="7" marL="0" algn="ct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8pPr>
            <a:lvl9pPr indent="0" lvl="8" marL="0" algn="ct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Breaker">
  <p:cSld name="Section Breaker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hape&#10;&#10;Description automatically generated" id="91" name="Google Shape;91;p9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-3174"/>
            <a:ext cx="12207250" cy="6861174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99"/>
          <p:cNvSpPr txBox="1"/>
          <p:nvPr>
            <p:ph type="title"/>
          </p:nvPr>
        </p:nvSpPr>
        <p:spPr>
          <a:xfrm>
            <a:off x="1833785" y="1743334"/>
            <a:ext cx="8781661" cy="18748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99"/>
          <p:cNvSpPr txBox="1"/>
          <p:nvPr>
            <p:ph idx="1" type="body"/>
          </p:nvPr>
        </p:nvSpPr>
        <p:spPr>
          <a:xfrm>
            <a:off x="1833563" y="3617913"/>
            <a:ext cx="5176837" cy="649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4" name="Google Shape;94;p99"/>
          <p:cNvSpPr/>
          <p:nvPr/>
        </p:nvSpPr>
        <p:spPr>
          <a:xfrm>
            <a:off x="11734800" y="6393067"/>
            <a:ext cx="457199" cy="464933"/>
          </a:xfrm>
          <a:prstGeom prst="rect">
            <a:avLst/>
          </a:prstGeom>
          <a:solidFill>
            <a:srgbClr val="8BAE4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ighlight Activity">
  <p:cSld name="Highlight Activity">
    <p:bg>
      <p:bgPr>
        <a:solidFill>
          <a:schemeClr val="lt1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00"/>
          <p:cNvSpPr txBox="1"/>
          <p:nvPr>
            <p:ph type="title"/>
          </p:nvPr>
        </p:nvSpPr>
        <p:spPr>
          <a:xfrm>
            <a:off x="838200" y="2766218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lay"/>
              <a:buNone/>
              <a:defRPr sz="48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100"/>
          <p:cNvSpPr/>
          <p:nvPr/>
        </p:nvSpPr>
        <p:spPr>
          <a:xfrm>
            <a:off x="0" y="6400800"/>
            <a:ext cx="11734800" cy="457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00"/>
          <p:cNvSpPr/>
          <p:nvPr/>
        </p:nvSpPr>
        <p:spPr>
          <a:xfrm>
            <a:off x="11734800" y="0"/>
            <a:ext cx="457200" cy="64008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00"/>
          <p:cNvSpPr txBox="1"/>
          <p:nvPr>
            <p:ph idx="1" type="body"/>
          </p:nvPr>
        </p:nvSpPr>
        <p:spPr>
          <a:xfrm>
            <a:off x="838200" y="4196482"/>
            <a:ext cx="10515600" cy="1724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0" name="Google Shape;100;p100"/>
          <p:cNvSpPr/>
          <p:nvPr/>
        </p:nvSpPr>
        <p:spPr>
          <a:xfrm>
            <a:off x="0" y="0"/>
            <a:ext cx="457200" cy="64008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00"/>
          <p:cNvSpPr/>
          <p:nvPr/>
        </p:nvSpPr>
        <p:spPr>
          <a:xfrm>
            <a:off x="457200" y="4618"/>
            <a:ext cx="11734800" cy="457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2" name="Google Shape;102;p10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79394" y="6487319"/>
            <a:ext cx="1080977" cy="290623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00"/>
          <p:cNvSpPr txBox="1"/>
          <p:nvPr>
            <p:ph idx="12" type="sldNum"/>
          </p:nvPr>
        </p:nvSpPr>
        <p:spPr>
          <a:xfrm>
            <a:off x="11734801" y="6423246"/>
            <a:ext cx="457200" cy="43475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0" lvl="1" marL="0" algn="ct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0" lvl="2" marL="0" algn="ct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0" lvl="3" marL="0" algn="ct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4pPr>
            <a:lvl5pPr indent="0" lvl="4" marL="0" algn="ct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5pPr>
            <a:lvl6pPr indent="0" lvl="5" marL="0" algn="ct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6pPr>
            <a:lvl7pPr indent="0" lvl="6" marL="0" algn="ct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7pPr>
            <a:lvl8pPr indent="0" lvl="7" marL="0" algn="ct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8pPr>
            <a:lvl9pPr indent="0" lvl="8" marL="0" algn="ct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Breaker Image">
  <p:cSld name="Section Breaker Image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01"/>
          <p:cNvSpPr txBox="1"/>
          <p:nvPr/>
        </p:nvSpPr>
        <p:spPr>
          <a:xfrm>
            <a:off x="1515309" y="3581295"/>
            <a:ext cx="2837616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   </a:t>
            </a:r>
            <a:endParaRPr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01"/>
          <p:cNvSpPr/>
          <p:nvPr/>
        </p:nvSpPr>
        <p:spPr>
          <a:xfrm>
            <a:off x="1181933" y="1160392"/>
            <a:ext cx="3314700" cy="3314700"/>
          </a:xfrm>
          <a:prstGeom prst="rect">
            <a:avLst/>
          </a:prstGeom>
          <a:solidFill>
            <a:srgbClr val="FEC91B">
              <a:alpha val="94117"/>
            </a:srgbClr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07" name="Google Shape;107;p101"/>
          <p:cNvSpPr/>
          <p:nvPr/>
        </p:nvSpPr>
        <p:spPr>
          <a:xfrm>
            <a:off x="797124" y="4475092"/>
            <a:ext cx="384809" cy="384809"/>
          </a:xfrm>
          <a:prstGeom prst="rect">
            <a:avLst/>
          </a:prstGeom>
          <a:solidFill>
            <a:srgbClr val="FEC91B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08" name="Google Shape;108;p101"/>
          <p:cNvSpPr/>
          <p:nvPr/>
        </p:nvSpPr>
        <p:spPr>
          <a:xfrm>
            <a:off x="622806" y="4300774"/>
            <a:ext cx="174318" cy="174318"/>
          </a:xfrm>
          <a:prstGeom prst="rect">
            <a:avLst/>
          </a:prstGeom>
          <a:solidFill>
            <a:srgbClr val="FFE17A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09" name="Google Shape;109;p101"/>
          <p:cNvSpPr txBox="1"/>
          <p:nvPr>
            <p:ph type="title"/>
          </p:nvPr>
        </p:nvSpPr>
        <p:spPr>
          <a:xfrm>
            <a:off x="1391067" y="1694763"/>
            <a:ext cx="2961858" cy="882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101"/>
          <p:cNvSpPr txBox="1"/>
          <p:nvPr>
            <p:ph idx="1" type="body"/>
          </p:nvPr>
        </p:nvSpPr>
        <p:spPr>
          <a:xfrm>
            <a:off x="1390233" y="3575050"/>
            <a:ext cx="2961858" cy="7055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rt / Finish">
  <p:cSld name="Start / Finish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02"/>
          <p:cNvSpPr/>
          <p:nvPr>
            <p:ph idx="2" type="pic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st">
  <p:cSld name="Tes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03"/>
          <p:cNvSpPr/>
          <p:nvPr/>
        </p:nvSpPr>
        <p:spPr>
          <a:xfrm>
            <a:off x="0" y="6400800"/>
            <a:ext cx="11734800" cy="457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03"/>
          <p:cNvSpPr/>
          <p:nvPr/>
        </p:nvSpPr>
        <p:spPr>
          <a:xfrm>
            <a:off x="11734800" y="0"/>
            <a:ext cx="457200" cy="64008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6" name="Google Shape;116;p10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79394" y="6487319"/>
            <a:ext cx="1080977" cy="290623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03"/>
          <p:cNvSpPr/>
          <p:nvPr/>
        </p:nvSpPr>
        <p:spPr>
          <a:xfrm>
            <a:off x="11734801" y="6393067"/>
            <a:ext cx="457199" cy="4649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03"/>
          <p:cNvSpPr txBox="1"/>
          <p:nvPr>
            <p:ph idx="12" type="sldNum"/>
          </p:nvPr>
        </p:nvSpPr>
        <p:spPr>
          <a:xfrm>
            <a:off x="11725564" y="6495398"/>
            <a:ext cx="457200" cy="3603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0" lvl="1" marL="0" algn="ct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0" lvl="2" marL="0" algn="ct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0" lvl="3" marL="0" algn="ct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4pPr>
            <a:lvl5pPr indent="0" lvl="4" marL="0" algn="ct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5pPr>
            <a:lvl6pPr indent="0" lvl="5" marL="0" algn="ct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6pPr>
            <a:lvl7pPr indent="0" lvl="6" marL="0" algn="ct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7pPr>
            <a:lvl8pPr indent="0" lvl="7" marL="0" algn="ct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8pPr>
            <a:lvl9pPr indent="0" lvl="8" marL="0" algn="ct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esentation Title">
  <p:cSld name="Presentation Title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wo people looking at a tablet&#10;&#10;Description automatically generated with medium confidence" id="120" name="Google Shape;120;p10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04"/>
          <p:cNvSpPr txBox="1"/>
          <p:nvPr/>
        </p:nvSpPr>
        <p:spPr>
          <a:xfrm>
            <a:off x="1482438" y="5246255"/>
            <a:ext cx="6734282" cy="9306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22" name="Google Shape;122;p104"/>
          <p:cNvSpPr txBox="1"/>
          <p:nvPr>
            <p:ph type="title"/>
          </p:nvPr>
        </p:nvSpPr>
        <p:spPr>
          <a:xfrm>
            <a:off x="1482437" y="2766218"/>
            <a:ext cx="5491017" cy="24800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lay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104"/>
          <p:cNvSpPr txBox="1"/>
          <p:nvPr>
            <p:ph idx="1" type="body"/>
          </p:nvPr>
        </p:nvSpPr>
        <p:spPr>
          <a:xfrm>
            <a:off x="1482438" y="5347422"/>
            <a:ext cx="5491016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Agenda / Review">
  <p:cSld name="1_Agenda / Review">
    <p:bg>
      <p:bgPr>
        <a:solidFill>
          <a:srgbClr val="FFE17A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05"/>
          <p:cNvSpPr txBox="1"/>
          <p:nvPr>
            <p:ph type="title"/>
          </p:nvPr>
        </p:nvSpPr>
        <p:spPr>
          <a:xfrm>
            <a:off x="484237" y="10670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"/>
              <a:buNone/>
              <a:defRPr sz="36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105"/>
          <p:cNvSpPr/>
          <p:nvPr/>
        </p:nvSpPr>
        <p:spPr>
          <a:xfrm>
            <a:off x="0" y="6400800"/>
            <a:ext cx="11734800" cy="457200"/>
          </a:xfrm>
          <a:prstGeom prst="rect">
            <a:avLst/>
          </a:prstGeom>
          <a:solidFill>
            <a:srgbClr val="FEC91B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05"/>
          <p:cNvSpPr/>
          <p:nvPr/>
        </p:nvSpPr>
        <p:spPr>
          <a:xfrm>
            <a:off x="11734800" y="0"/>
            <a:ext cx="457200" cy="6400800"/>
          </a:xfrm>
          <a:prstGeom prst="rect">
            <a:avLst/>
          </a:prstGeom>
          <a:solidFill>
            <a:srgbClr val="FEC91B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05"/>
          <p:cNvSpPr txBox="1"/>
          <p:nvPr>
            <p:ph idx="12" type="sldNum"/>
          </p:nvPr>
        </p:nvSpPr>
        <p:spPr>
          <a:xfrm>
            <a:off x="11725564" y="6495398"/>
            <a:ext cx="457200" cy="3603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0" lvl="1" marL="0" algn="ct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0" lvl="2" marL="0" algn="ct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0" lvl="3" marL="0" algn="ct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4pPr>
            <a:lvl5pPr indent="0" lvl="4" marL="0" algn="ct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5pPr>
            <a:lvl6pPr indent="0" lvl="5" marL="0" algn="ct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6pPr>
            <a:lvl7pPr indent="0" lvl="6" marL="0" algn="ct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7pPr>
            <a:lvl8pPr indent="0" lvl="7" marL="0" algn="ct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8pPr>
            <a:lvl9pPr indent="0" lvl="8" marL="0" algn="ct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9" name="Google Shape;129;p105"/>
          <p:cNvSpPr txBox="1"/>
          <p:nvPr>
            <p:ph idx="1" type="body"/>
          </p:nvPr>
        </p:nvSpPr>
        <p:spPr>
          <a:xfrm>
            <a:off x="484237" y="1432272"/>
            <a:ext cx="10069513" cy="3473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30" name="Google Shape;130;p10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79394" y="6487319"/>
            <a:ext cx="1080977" cy="2906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Normal Page">
  <p:cSld name="1_Normal Page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06"/>
          <p:cNvSpPr txBox="1"/>
          <p:nvPr>
            <p:ph type="title"/>
          </p:nvPr>
        </p:nvSpPr>
        <p:spPr>
          <a:xfrm>
            <a:off x="431800" y="118268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"/>
              <a:buNone/>
              <a:defRPr sz="3600"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106"/>
          <p:cNvSpPr txBox="1"/>
          <p:nvPr>
            <p:ph idx="1" type="body"/>
          </p:nvPr>
        </p:nvSpPr>
        <p:spPr>
          <a:xfrm>
            <a:off x="431799" y="1443831"/>
            <a:ext cx="10515600" cy="399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810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810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4" name="Google Shape;134;p106"/>
          <p:cNvSpPr/>
          <p:nvPr/>
        </p:nvSpPr>
        <p:spPr>
          <a:xfrm>
            <a:off x="0" y="6400800"/>
            <a:ext cx="11734800" cy="457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06"/>
          <p:cNvSpPr/>
          <p:nvPr/>
        </p:nvSpPr>
        <p:spPr>
          <a:xfrm>
            <a:off x="11734800" y="0"/>
            <a:ext cx="457200" cy="64008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6" name="Google Shape;136;p10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79394" y="6487319"/>
            <a:ext cx="1080977" cy="290623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06"/>
          <p:cNvSpPr/>
          <p:nvPr/>
        </p:nvSpPr>
        <p:spPr>
          <a:xfrm>
            <a:off x="11734801" y="6393067"/>
            <a:ext cx="457199" cy="4649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06"/>
          <p:cNvSpPr txBox="1"/>
          <p:nvPr>
            <p:ph idx="12" type="sldNum"/>
          </p:nvPr>
        </p:nvSpPr>
        <p:spPr>
          <a:xfrm>
            <a:off x="11725564" y="6495398"/>
            <a:ext cx="457200" cy="3603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0" lvl="1" marL="0" algn="ct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0" lvl="2" marL="0" algn="ct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0" lvl="3" marL="0" algn="ct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4pPr>
            <a:lvl5pPr indent="0" lvl="4" marL="0" algn="ct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5pPr>
            <a:lvl6pPr indent="0" lvl="5" marL="0" algn="ct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6pPr>
            <a:lvl7pPr indent="0" lvl="6" marL="0" algn="ct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7pPr>
            <a:lvl8pPr indent="0" lvl="7" marL="0" algn="ct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8pPr>
            <a:lvl9pPr indent="0" lvl="8" marL="0" algn="ct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Middle Layout">
  <p:cSld name="1_Middle Layout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07"/>
          <p:cNvSpPr txBox="1"/>
          <p:nvPr>
            <p:ph type="title"/>
          </p:nvPr>
        </p:nvSpPr>
        <p:spPr>
          <a:xfrm>
            <a:off x="247073" y="2766218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lay"/>
              <a:buNone/>
              <a:defRPr sz="48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107"/>
          <p:cNvSpPr txBox="1"/>
          <p:nvPr>
            <p:ph idx="1" type="body"/>
          </p:nvPr>
        </p:nvSpPr>
        <p:spPr>
          <a:xfrm>
            <a:off x="247073" y="4116720"/>
            <a:ext cx="10515600" cy="5694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2" name="Google Shape;142;p107"/>
          <p:cNvSpPr/>
          <p:nvPr/>
        </p:nvSpPr>
        <p:spPr>
          <a:xfrm>
            <a:off x="11734800" y="6393067"/>
            <a:ext cx="457199" cy="464933"/>
          </a:xfrm>
          <a:prstGeom prst="rect">
            <a:avLst/>
          </a:prstGeom>
          <a:solidFill>
            <a:srgbClr val="FFE17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07"/>
          <p:cNvSpPr/>
          <p:nvPr/>
        </p:nvSpPr>
        <p:spPr>
          <a:xfrm>
            <a:off x="0" y="6400800"/>
            <a:ext cx="11734800" cy="457200"/>
          </a:xfrm>
          <a:prstGeom prst="rect">
            <a:avLst/>
          </a:prstGeom>
          <a:solidFill>
            <a:srgbClr val="FEC91B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07"/>
          <p:cNvSpPr/>
          <p:nvPr/>
        </p:nvSpPr>
        <p:spPr>
          <a:xfrm>
            <a:off x="11734800" y="0"/>
            <a:ext cx="457200" cy="6400800"/>
          </a:xfrm>
          <a:prstGeom prst="rect">
            <a:avLst/>
          </a:prstGeom>
          <a:solidFill>
            <a:srgbClr val="FEC91B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07"/>
          <p:cNvSpPr txBox="1"/>
          <p:nvPr>
            <p:ph idx="12" type="sldNum"/>
          </p:nvPr>
        </p:nvSpPr>
        <p:spPr>
          <a:xfrm>
            <a:off x="11734799" y="6497493"/>
            <a:ext cx="457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0" lvl="1" marL="0" algn="ct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0" lvl="2" marL="0" algn="ct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0" lvl="3" marL="0" algn="ct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4pPr>
            <a:lvl5pPr indent="0" lvl="4" marL="0" algn="ct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5pPr>
            <a:lvl6pPr indent="0" lvl="5" marL="0" algn="ct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6pPr>
            <a:lvl7pPr indent="0" lvl="6" marL="0" algn="ct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7pPr>
            <a:lvl8pPr indent="0" lvl="7" marL="0" algn="ct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8pPr>
            <a:lvl9pPr indent="0" lvl="8" marL="0" algn="ct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46" name="Google Shape;146;p10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79394" y="6487319"/>
            <a:ext cx="1080977" cy="2906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Highlight Activity">
  <p:cSld name="1_Highlight Activity">
    <p:bg>
      <p:bgPr>
        <a:solidFill>
          <a:schemeClr val="lt1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08"/>
          <p:cNvSpPr/>
          <p:nvPr/>
        </p:nvSpPr>
        <p:spPr>
          <a:xfrm>
            <a:off x="11734800" y="6393067"/>
            <a:ext cx="457199" cy="464933"/>
          </a:xfrm>
          <a:prstGeom prst="rect">
            <a:avLst/>
          </a:prstGeom>
          <a:solidFill>
            <a:srgbClr val="FFE17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08"/>
          <p:cNvSpPr txBox="1"/>
          <p:nvPr>
            <p:ph type="title"/>
          </p:nvPr>
        </p:nvSpPr>
        <p:spPr>
          <a:xfrm>
            <a:off x="838200" y="2766218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lay"/>
              <a:buNone/>
              <a:defRPr sz="48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108"/>
          <p:cNvSpPr/>
          <p:nvPr/>
        </p:nvSpPr>
        <p:spPr>
          <a:xfrm>
            <a:off x="0" y="6400800"/>
            <a:ext cx="11734800" cy="457200"/>
          </a:xfrm>
          <a:prstGeom prst="rect">
            <a:avLst/>
          </a:prstGeom>
          <a:solidFill>
            <a:srgbClr val="FEC91B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08"/>
          <p:cNvSpPr/>
          <p:nvPr/>
        </p:nvSpPr>
        <p:spPr>
          <a:xfrm>
            <a:off x="11734800" y="0"/>
            <a:ext cx="457200" cy="6400800"/>
          </a:xfrm>
          <a:prstGeom prst="rect">
            <a:avLst/>
          </a:prstGeom>
          <a:solidFill>
            <a:srgbClr val="FEC91B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08"/>
          <p:cNvSpPr txBox="1"/>
          <p:nvPr>
            <p:ph idx="1" type="body"/>
          </p:nvPr>
        </p:nvSpPr>
        <p:spPr>
          <a:xfrm>
            <a:off x="838200" y="4196482"/>
            <a:ext cx="10515600" cy="1724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3" name="Google Shape;153;p108"/>
          <p:cNvSpPr/>
          <p:nvPr/>
        </p:nvSpPr>
        <p:spPr>
          <a:xfrm>
            <a:off x="0" y="0"/>
            <a:ext cx="457200" cy="6400800"/>
          </a:xfrm>
          <a:prstGeom prst="rect">
            <a:avLst/>
          </a:prstGeom>
          <a:solidFill>
            <a:srgbClr val="FEC91B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08"/>
          <p:cNvSpPr/>
          <p:nvPr/>
        </p:nvSpPr>
        <p:spPr>
          <a:xfrm>
            <a:off x="457200" y="-3695"/>
            <a:ext cx="11734800" cy="457200"/>
          </a:xfrm>
          <a:prstGeom prst="rect">
            <a:avLst/>
          </a:prstGeom>
          <a:solidFill>
            <a:srgbClr val="FEC91B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08"/>
          <p:cNvSpPr txBox="1"/>
          <p:nvPr>
            <p:ph idx="12" type="sldNum"/>
          </p:nvPr>
        </p:nvSpPr>
        <p:spPr>
          <a:xfrm>
            <a:off x="11734799" y="6497493"/>
            <a:ext cx="457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0" lvl="1" marL="0" algn="ct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0" lvl="2" marL="0" algn="ct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0" lvl="3" marL="0" algn="ct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4pPr>
            <a:lvl5pPr indent="0" lvl="4" marL="0" algn="ct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5pPr>
            <a:lvl6pPr indent="0" lvl="5" marL="0" algn="ct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6pPr>
            <a:lvl7pPr indent="0" lvl="6" marL="0" algn="ct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7pPr>
            <a:lvl8pPr indent="0" lvl="7" marL="0" algn="ct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8pPr>
            <a:lvl9pPr indent="0" lvl="8" marL="0" algn="ct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56" name="Google Shape;156;p10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79394" y="6487319"/>
            <a:ext cx="1080977" cy="2906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cap Visual Slide">
  <p:cSld name="Recap Visual Slide"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picture containing text, person, yellow&#10;&#10;Description automatically generated" id="158" name="Google Shape;158;p10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09"/>
          <p:cNvSpPr txBox="1"/>
          <p:nvPr/>
        </p:nvSpPr>
        <p:spPr>
          <a:xfrm>
            <a:off x="8880600" y="2827905"/>
            <a:ext cx="2757218" cy="18748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Play"/>
              <a:buNone/>
            </a:pPr>
            <a:r>
              <a:rPr b="0" i="0" lang="en-US" sz="4500" u="none" cap="none" strike="noStrike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rPr>
              <a:t>Recap</a:t>
            </a:r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Section Breaker Image">
  <p:cSld name="1_Section Breaker Image"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10"/>
          <p:cNvSpPr txBox="1"/>
          <p:nvPr/>
        </p:nvSpPr>
        <p:spPr>
          <a:xfrm>
            <a:off x="1515309" y="3581295"/>
            <a:ext cx="2837616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   </a:t>
            </a:r>
            <a:endParaRPr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110"/>
          <p:cNvSpPr/>
          <p:nvPr/>
        </p:nvSpPr>
        <p:spPr>
          <a:xfrm>
            <a:off x="1181933" y="1160392"/>
            <a:ext cx="3314700" cy="3314700"/>
          </a:xfrm>
          <a:prstGeom prst="rect">
            <a:avLst/>
          </a:prstGeom>
          <a:solidFill>
            <a:srgbClr val="FEC91B">
              <a:alpha val="94117"/>
            </a:srgbClr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63" name="Google Shape;163;p110"/>
          <p:cNvSpPr/>
          <p:nvPr/>
        </p:nvSpPr>
        <p:spPr>
          <a:xfrm>
            <a:off x="797124" y="4475092"/>
            <a:ext cx="384809" cy="384809"/>
          </a:xfrm>
          <a:prstGeom prst="rect">
            <a:avLst/>
          </a:prstGeom>
          <a:solidFill>
            <a:srgbClr val="FEC91B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64" name="Google Shape;164;p110"/>
          <p:cNvSpPr/>
          <p:nvPr/>
        </p:nvSpPr>
        <p:spPr>
          <a:xfrm>
            <a:off x="622806" y="4300774"/>
            <a:ext cx="174318" cy="174318"/>
          </a:xfrm>
          <a:prstGeom prst="rect">
            <a:avLst/>
          </a:prstGeom>
          <a:solidFill>
            <a:srgbClr val="FFE17A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65" name="Google Shape;165;p110"/>
          <p:cNvSpPr txBox="1"/>
          <p:nvPr>
            <p:ph type="title"/>
          </p:nvPr>
        </p:nvSpPr>
        <p:spPr>
          <a:xfrm>
            <a:off x="1391067" y="1694763"/>
            <a:ext cx="2961858" cy="882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6" name="Google Shape;166;p110"/>
          <p:cNvSpPr txBox="1"/>
          <p:nvPr>
            <p:ph idx="1" type="body"/>
          </p:nvPr>
        </p:nvSpPr>
        <p:spPr>
          <a:xfrm>
            <a:off x="1390233" y="3575050"/>
            <a:ext cx="2961858" cy="7055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esentation Ending">
  <p:cSld name="Presentation Ending"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group of people looking at a computer&#10;&#10;Description automatically generated with medium confidence" id="168" name="Google Shape;168;p1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raphical user interface&#10;&#10;Description automatically generated" id="169" name="Google Shape;169;p1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36633" y="432187"/>
            <a:ext cx="7567992" cy="42554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Presentation Title">
  <p:cSld name="1_Presentation Title"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wo people looking at a tablet&#10;&#10;Description automatically generated with medium confidence" id="171" name="Google Shape;171;p1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12"/>
          <p:cNvSpPr txBox="1"/>
          <p:nvPr/>
        </p:nvSpPr>
        <p:spPr>
          <a:xfrm>
            <a:off x="1482438" y="5246255"/>
            <a:ext cx="6734282" cy="9306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73" name="Google Shape;173;p112"/>
          <p:cNvSpPr txBox="1"/>
          <p:nvPr>
            <p:ph type="title"/>
          </p:nvPr>
        </p:nvSpPr>
        <p:spPr>
          <a:xfrm>
            <a:off x="1557252" y="2699715"/>
            <a:ext cx="3663141" cy="24800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lay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4" name="Google Shape;174;p112"/>
          <p:cNvSpPr txBox="1"/>
          <p:nvPr>
            <p:ph idx="1" type="body"/>
          </p:nvPr>
        </p:nvSpPr>
        <p:spPr>
          <a:xfrm>
            <a:off x="1557252" y="5296134"/>
            <a:ext cx="4045527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Section Breaker">
  <p:cSld name="2_Section Breaker"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" name="Google Shape;176;p1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805" y="-3174"/>
            <a:ext cx="12197642" cy="6861174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13"/>
          <p:cNvSpPr txBox="1"/>
          <p:nvPr>
            <p:ph type="title"/>
          </p:nvPr>
        </p:nvSpPr>
        <p:spPr>
          <a:xfrm>
            <a:off x="1833786" y="1743334"/>
            <a:ext cx="6611946" cy="18748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8" name="Google Shape;178;p113"/>
          <p:cNvSpPr txBox="1"/>
          <p:nvPr>
            <p:ph idx="1" type="body"/>
          </p:nvPr>
        </p:nvSpPr>
        <p:spPr>
          <a:xfrm>
            <a:off x="1833563" y="3710273"/>
            <a:ext cx="5176837" cy="649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Agenda / Review">
  <p:cSld name="2_Agenda / Review">
    <p:bg>
      <p:bgPr>
        <a:solidFill>
          <a:srgbClr val="FFE17A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14"/>
          <p:cNvSpPr txBox="1"/>
          <p:nvPr>
            <p:ph type="title"/>
          </p:nvPr>
        </p:nvSpPr>
        <p:spPr>
          <a:xfrm>
            <a:off x="484237" y="227473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"/>
              <a:buNone/>
              <a:defRPr sz="36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1" name="Google Shape;181;p114"/>
          <p:cNvSpPr/>
          <p:nvPr/>
        </p:nvSpPr>
        <p:spPr>
          <a:xfrm>
            <a:off x="0" y="6400800"/>
            <a:ext cx="11734800" cy="457200"/>
          </a:xfrm>
          <a:prstGeom prst="rect">
            <a:avLst/>
          </a:prstGeom>
          <a:solidFill>
            <a:srgbClr val="FEC91B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14"/>
          <p:cNvSpPr/>
          <p:nvPr/>
        </p:nvSpPr>
        <p:spPr>
          <a:xfrm>
            <a:off x="11734800" y="0"/>
            <a:ext cx="457200" cy="6400800"/>
          </a:xfrm>
          <a:prstGeom prst="rect">
            <a:avLst/>
          </a:prstGeom>
          <a:solidFill>
            <a:srgbClr val="FEC91B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14"/>
          <p:cNvSpPr txBox="1"/>
          <p:nvPr>
            <p:ph idx="12" type="sldNum"/>
          </p:nvPr>
        </p:nvSpPr>
        <p:spPr>
          <a:xfrm>
            <a:off x="11725564" y="6495398"/>
            <a:ext cx="457200" cy="3603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0" lvl="1" marL="0" algn="ct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0" lvl="2" marL="0" algn="ct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0" lvl="3" marL="0" algn="ct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4pPr>
            <a:lvl5pPr indent="0" lvl="4" marL="0" algn="ct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5pPr>
            <a:lvl6pPr indent="0" lvl="5" marL="0" algn="ct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6pPr>
            <a:lvl7pPr indent="0" lvl="6" marL="0" algn="ct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7pPr>
            <a:lvl8pPr indent="0" lvl="7" marL="0" algn="ct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8pPr>
            <a:lvl9pPr indent="0" lvl="8" marL="0" algn="ct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4" name="Google Shape;184;p114"/>
          <p:cNvSpPr txBox="1"/>
          <p:nvPr>
            <p:ph idx="1" type="body"/>
          </p:nvPr>
        </p:nvSpPr>
        <p:spPr>
          <a:xfrm>
            <a:off x="484237" y="1561349"/>
            <a:ext cx="10069513" cy="3473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85" name="Google Shape;185;p1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79394" y="6487319"/>
            <a:ext cx="1080977" cy="2906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Agenda / Review">
  <p:cSld name="3_Agenda / Review">
    <p:bg>
      <p:bgPr>
        <a:solidFill>
          <a:srgbClr val="FFE17A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15"/>
          <p:cNvSpPr/>
          <p:nvPr/>
        </p:nvSpPr>
        <p:spPr>
          <a:xfrm>
            <a:off x="0" y="6400800"/>
            <a:ext cx="11734800" cy="457200"/>
          </a:xfrm>
          <a:prstGeom prst="rect">
            <a:avLst/>
          </a:prstGeom>
          <a:solidFill>
            <a:srgbClr val="FEC91B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15"/>
          <p:cNvSpPr/>
          <p:nvPr/>
        </p:nvSpPr>
        <p:spPr>
          <a:xfrm>
            <a:off x="11734800" y="0"/>
            <a:ext cx="457200" cy="6400800"/>
          </a:xfrm>
          <a:prstGeom prst="rect">
            <a:avLst/>
          </a:prstGeom>
          <a:solidFill>
            <a:srgbClr val="FEC91B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15"/>
          <p:cNvSpPr txBox="1"/>
          <p:nvPr>
            <p:ph idx="12" type="sldNum"/>
          </p:nvPr>
        </p:nvSpPr>
        <p:spPr>
          <a:xfrm>
            <a:off x="11725564" y="6495398"/>
            <a:ext cx="457200" cy="3603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0" lvl="1" marL="0" algn="ct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0" lvl="2" marL="0" algn="ct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0" lvl="3" marL="0" algn="ct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4pPr>
            <a:lvl5pPr indent="0" lvl="4" marL="0" algn="ct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5pPr>
            <a:lvl6pPr indent="0" lvl="5" marL="0" algn="ct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6pPr>
            <a:lvl7pPr indent="0" lvl="6" marL="0" algn="ct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7pPr>
            <a:lvl8pPr indent="0" lvl="7" marL="0" algn="ct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8pPr>
            <a:lvl9pPr indent="0" lvl="8" marL="0" algn="ct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90" name="Google Shape;190;p1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79394" y="6487319"/>
            <a:ext cx="1080977" cy="290623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115"/>
          <p:cNvSpPr txBox="1"/>
          <p:nvPr>
            <p:ph type="title"/>
          </p:nvPr>
        </p:nvSpPr>
        <p:spPr>
          <a:xfrm>
            <a:off x="247073" y="2784693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lay"/>
              <a:buNone/>
              <a:defRPr sz="48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2" name="Google Shape;192;p115"/>
          <p:cNvSpPr txBox="1"/>
          <p:nvPr>
            <p:ph idx="1" type="body"/>
          </p:nvPr>
        </p:nvSpPr>
        <p:spPr>
          <a:xfrm>
            <a:off x="247073" y="4242665"/>
            <a:ext cx="10515600" cy="5694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Normal Page">
  <p:cSld name="2_Normal Page"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16"/>
          <p:cNvSpPr txBox="1"/>
          <p:nvPr>
            <p:ph type="title"/>
          </p:nvPr>
        </p:nvSpPr>
        <p:spPr>
          <a:xfrm>
            <a:off x="487217" y="55362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"/>
              <a:buNone/>
              <a:defRPr sz="3600"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5" name="Google Shape;195;p116"/>
          <p:cNvSpPr txBox="1"/>
          <p:nvPr>
            <p:ph idx="1" type="body"/>
          </p:nvPr>
        </p:nvSpPr>
        <p:spPr>
          <a:xfrm>
            <a:off x="487217" y="1380925"/>
            <a:ext cx="10515600" cy="399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406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406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406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6" name="Google Shape;196;p116"/>
          <p:cNvSpPr/>
          <p:nvPr/>
        </p:nvSpPr>
        <p:spPr>
          <a:xfrm>
            <a:off x="0" y="6400800"/>
            <a:ext cx="11734800" cy="457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16"/>
          <p:cNvSpPr/>
          <p:nvPr/>
        </p:nvSpPr>
        <p:spPr>
          <a:xfrm>
            <a:off x="11734800" y="0"/>
            <a:ext cx="457200" cy="64008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8" name="Google Shape;198;p1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79394" y="6487319"/>
            <a:ext cx="1080977" cy="290623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116"/>
          <p:cNvSpPr/>
          <p:nvPr/>
        </p:nvSpPr>
        <p:spPr>
          <a:xfrm>
            <a:off x="11734801" y="6393067"/>
            <a:ext cx="457199" cy="4649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16"/>
          <p:cNvSpPr txBox="1"/>
          <p:nvPr>
            <p:ph idx="12" type="sldNum"/>
          </p:nvPr>
        </p:nvSpPr>
        <p:spPr>
          <a:xfrm>
            <a:off x="11725564" y="6495398"/>
            <a:ext cx="457200" cy="3603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0" lvl="1" marL="0" algn="ct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0" lvl="2" marL="0" algn="ct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0" lvl="3" marL="0" algn="ct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4pPr>
            <a:lvl5pPr indent="0" lvl="4" marL="0" algn="ct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5pPr>
            <a:lvl6pPr indent="0" lvl="5" marL="0" algn="ct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6pPr>
            <a:lvl7pPr indent="0" lvl="6" marL="0" algn="ct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7pPr>
            <a:lvl8pPr indent="0" lvl="7" marL="0" algn="ct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8pPr>
            <a:lvl9pPr indent="0" lvl="8" marL="0" algn="ct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Middle Layout">
  <p:cSld name="2_Middle Layout"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17"/>
          <p:cNvSpPr txBox="1"/>
          <p:nvPr>
            <p:ph type="title"/>
          </p:nvPr>
        </p:nvSpPr>
        <p:spPr>
          <a:xfrm>
            <a:off x="247073" y="2784693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lay"/>
              <a:buNone/>
              <a:defRPr sz="48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3" name="Google Shape;203;p117"/>
          <p:cNvSpPr txBox="1"/>
          <p:nvPr>
            <p:ph idx="1" type="body"/>
          </p:nvPr>
        </p:nvSpPr>
        <p:spPr>
          <a:xfrm>
            <a:off x="247073" y="4242665"/>
            <a:ext cx="10515600" cy="5694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4" name="Google Shape;204;p117"/>
          <p:cNvSpPr/>
          <p:nvPr/>
        </p:nvSpPr>
        <p:spPr>
          <a:xfrm>
            <a:off x="11734800" y="6393067"/>
            <a:ext cx="457199" cy="46493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17"/>
          <p:cNvSpPr/>
          <p:nvPr/>
        </p:nvSpPr>
        <p:spPr>
          <a:xfrm>
            <a:off x="0" y="6400800"/>
            <a:ext cx="11734800" cy="457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17"/>
          <p:cNvSpPr/>
          <p:nvPr/>
        </p:nvSpPr>
        <p:spPr>
          <a:xfrm>
            <a:off x="11734800" y="0"/>
            <a:ext cx="457200" cy="64008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17"/>
          <p:cNvSpPr txBox="1"/>
          <p:nvPr>
            <p:ph idx="12" type="sldNum"/>
          </p:nvPr>
        </p:nvSpPr>
        <p:spPr>
          <a:xfrm>
            <a:off x="11734799" y="6497493"/>
            <a:ext cx="457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0" lvl="1" marL="0" algn="ct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0" lvl="2" marL="0" algn="ct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0" lvl="3" marL="0" algn="ct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4pPr>
            <a:lvl5pPr indent="0" lvl="4" marL="0" algn="ct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5pPr>
            <a:lvl6pPr indent="0" lvl="5" marL="0" algn="ct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6pPr>
            <a:lvl7pPr indent="0" lvl="6" marL="0" algn="ct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7pPr>
            <a:lvl8pPr indent="0" lvl="7" marL="0" algn="ct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8pPr>
            <a:lvl9pPr indent="0" lvl="8" marL="0" algn="ct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08" name="Google Shape;208;p1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79394" y="6487319"/>
            <a:ext cx="1080977" cy="2906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USVersionEnd">
  <p:cSld name="USVersionEnd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Slide 4 copy" type="tx">
  <p:cSld name="TITLE_AND_BODY"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19"/>
          <p:cNvSpPr/>
          <p:nvPr/>
        </p:nvSpPr>
        <p:spPr>
          <a:xfrm>
            <a:off x="11750073" y="-5406"/>
            <a:ext cx="438151" cy="6429217"/>
          </a:xfrm>
          <a:prstGeom prst="rect">
            <a:avLst/>
          </a:prstGeom>
          <a:solidFill>
            <a:srgbClr val="E9E9E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19"/>
          <p:cNvSpPr/>
          <p:nvPr/>
        </p:nvSpPr>
        <p:spPr>
          <a:xfrm rot="5400000">
            <a:off x="5660355" y="766299"/>
            <a:ext cx="438151" cy="11753431"/>
          </a:xfrm>
          <a:prstGeom prst="rect">
            <a:avLst/>
          </a:prstGeom>
          <a:solidFill>
            <a:srgbClr val="E9E9E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3" name="Google Shape;213;p119"/>
          <p:cNvCxnSpPr/>
          <p:nvPr/>
        </p:nvCxnSpPr>
        <p:spPr>
          <a:xfrm rot="10800000">
            <a:off x="388358" y="329449"/>
            <a:ext cx="3761390" cy="1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14" name="Google Shape;214;p119"/>
          <p:cNvSpPr txBox="1"/>
          <p:nvPr>
            <p:ph idx="1" type="body"/>
          </p:nvPr>
        </p:nvSpPr>
        <p:spPr>
          <a:xfrm>
            <a:off x="367358" y="445135"/>
            <a:ext cx="4001657" cy="2476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D295C"/>
              </a:buClr>
              <a:buSzPts val="1200"/>
              <a:buNone/>
              <a:defRPr sz="1200">
                <a:solidFill>
                  <a:srgbClr val="0D295C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5" name="Google Shape;215;p119"/>
          <p:cNvSpPr txBox="1"/>
          <p:nvPr>
            <p:ph idx="2" type="body"/>
          </p:nvPr>
        </p:nvSpPr>
        <p:spPr>
          <a:xfrm>
            <a:off x="367358" y="698500"/>
            <a:ext cx="2555441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D295B"/>
              </a:buClr>
              <a:buSzPts val="3000"/>
              <a:buNone/>
              <a:defRPr sz="3000">
                <a:solidFill>
                  <a:srgbClr val="0D295B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6" name="Google Shape;216;p119"/>
          <p:cNvSpPr txBox="1"/>
          <p:nvPr>
            <p:ph idx="3" type="body"/>
          </p:nvPr>
        </p:nvSpPr>
        <p:spPr>
          <a:xfrm>
            <a:off x="344751" y="1828800"/>
            <a:ext cx="3764699" cy="183388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228600" lvl="0" marL="457200" algn="l">
              <a:lnSpc>
                <a:spcPct val="11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7" name="Google Shape;217;p119"/>
          <p:cNvSpPr txBox="1"/>
          <p:nvPr>
            <p:ph idx="12" type="sldNum"/>
          </p:nvPr>
        </p:nvSpPr>
        <p:spPr>
          <a:xfrm>
            <a:off x="11883354" y="6540500"/>
            <a:ext cx="184287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algn="l">
              <a:spcBef>
                <a:spcPts val="0"/>
              </a:spcBef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algn="l">
              <a:spcBef>
                <a:spcPts val="0"/>
              </a:spcBef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algn="l">
              <a:spcBef>
                <a:spcPts val="0"/>
              </a:spcBef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algn="l">
              <a:spcBef>
                <a:spcPts val="0"/>
              </a:spcBef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algn="l">
              <a:spcBef>
                <a:spcPts val="0"/>
              </a:spcBef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algn="l">
              <a:spcBef>
                <a:spcPts val="0"/>
              </a:spcBef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algn="l">
              <a:spcBef>
                <a:spcPts val="0"/>
              </a:spcBef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algn="l">
              <a:spcBef>
                <a:spcPts val="0"/>
              </a:spcBef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chemeClr val="dk1"/>
              </a:solidFill>
            </a:endParaRPr>
          </a:p>
        </p:txBody>
      </p:sp>
      <p:pic>
        <p:nvPicPr>
          <p:cNvPr descr="Image" id="218" name="Google Shape;218;p1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91014" y="6511152"/>
            <a:ext cx="989661" cy="2618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">
  <p:cSld name="1_title"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56"/>
          <p:cNvSpPr/>
          <p:nvPr>
            <p:ph idx="2" type="pic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pic>
        <p:nvPicPr>
          <p:cNvPr id="225" name="Google Shape;225;p5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7638757" cy="7638757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79122" y="1392116"/>
            <a:ext cx="1358900" cy="83820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56"/>
          <p:cNvSpPr txBox="1"/>
          <p:nvPr>
            <p:ph type="ctrTitle"/>
          </p:nvPr>
        </p:nvSpPr>
        <p:spPr>
          <a:xfrm>
            <a:off x="1264245" y="2920341"/>
            <a:ext cx="4566715" cy="187485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lay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8" name="Google Shape;228;p56"/>
          <p:cNvSpPr txBox="1"/>
          <p:nvPr>
            <p:ph idx="1" type="subTitle"/>
          </p:nvPr>
        </p:nvSpPr>
        <p:spPr>
          <a:xfrm>
            <a:off x="1264245" y="4887268"/>
            <a:ext cx="4566715" cy="13014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itle">
  <p:cSld name="2_title">
    <p:bg>
      <p:bgPr>
        <a:solidFill>
          <a:srgbClr val="1F31AD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57"/>
          <p:cNvSpPr txBox="1"/>
          <p:nvPr>
            <p:ph type="ctrTitle"/>
          </p:nvPr>
        </p:nvSpPr>
        <p:spPr>
          <a:xfrm>
            <a:off x="8090008" y="1554148"/>
            <a:ext cx="3598410" cy="187485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Play"/>
              <a:buNone/>
              <a:defRPr sz="45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1" name="Google Shape;231;p57"/>
          <p:cNvSpPr txBox="1"/>
          <p:nvPr>
            <p:ph idx="1" type="subTitle"/>
          </p:nvPr>
        </p:nvSpPr>
        <p:spPr>
          <a:xfrm>
            <a:off x="8090008" y="3521075"/>
            <a:ext cx="3598410" cy="13014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pic>
        <p:nvPicPr>
          <p:cNvPr id="232" name="Google Shape;232;p5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" y="5983357"/>
            <a:ext cx="874643" cy="874643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57"/>
          <p:cNvSpPr/>
          <p:nvPr>
            <p:ph idx="2" type="pic"/>
          </p:nvPr>
        </p:nvSpPr>
        <p:spPr>
          <a:xfrm>
            <a:off x="874642" y="-695294"/>
            <a:ext cx="6678652" cy="6678652"/>
          </a:xfrm>
          <a:prstGeom prst="flowChartDelay">
            <a:avLst/>
          </a:prstGeom>
          <a:noFill/>
          <a:ln>
            <a:noFill/>
          </a:ln>
        </p:spPr>
      </p:sp>
      <p:pic>
        <p:nvPicPr>
          <p:cNvPr id="234" name="Google Shape;234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26848" y="5621866"/>
            <a:ext cx="2523761" cy="6651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title">
  <p:cSld name="3_title">
    <p:bg>
      <p:bgPr>
        <a:solidFill>
          <a:srgbClr val="DCDCDC"/>
        </a:solid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58"/>
          <p:cNvSpPr txBox="1"/>
          <p:nvPr>
            <p:ph type="ctrTitle"/>
          </p:nvPr>
        </p:nvSpPr>
        <p:spPr>
          <a:xfrm>
            <a:off x="7118003" y="2330005"/>
            <a:ext cx="4351373" cy="187485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Play"/>
              <a:buNone/>
              <a:defRPr sz="5000">
                <a:solidFill>
                  <a:srgbClr val="00000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7" name="Google Shape;237;p58"/>
          <p:cNvSpPr txBox="1"/>
          <p:nvPr>
            <p:ph idx="1" type="subTitle"/>
          </p:nvPr>
        </p:nvSpPr>
        <p:spPr>
          <a:xfrm>
            <a:off x="7118003" y="4296932"/>
            <a:ext cx="4351373" cy="13014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  <a:defRPr sz="2400">
                <a:solidFill>
                  <a:srgbClr val="000000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pic>
        <p:nvPicPr>
          <p:cNvPr id="238" name="Google Shape;238;p5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" y="0"/>
            <a:ext cx="722625" cy="722625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58"/>
          <p:cNvSpPr/>
          <p:nvPr>
            <p:ph idx="2" type="pic"/>
          </p:nvPr>
        </p:nvSpPr>
        <p:spPr>
          <a:xfrm>
            <a:off x="722624" y="724112"/>
            <a:ext cx="5517866" cy="5517866"/>
          </a:xfrm>
          <a:prstGeom prst="flowChartDelay">
            <a:avLst/>
          </a:prstGeom>
          <a:noFill/>
          <a:ln>
            <a:noFill/>
          </a:ln>
        </p:spPr>
      </p:sp>
      <p:pic>
        <p:nvPicPr>
          <p:cNvPr id="240" name="Google Shape;240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62165" y="995711"/>
            <a:ext cx="2281959" cy="6049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title">
  <p:cSld name="4_title"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59"/>
          <p:cNvSpPr/>
          <p:nvPr>
            <p:ph idx="2" type="pic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pic>
        <p:nvPicPr>
          <p:cNvPr id="243" name="Google Shape;243;p5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" y="-3491246"/>
            <a:ext cx="10358214" cy="10358214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59"/>
          <p:cNvSpPr/>
          <p:nvPr>
            <p:ph idx="3" type="pic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245" name="Google Shape;245;p59"/>
          <p:cNvSpPr txBox="1"/>
          <p:nvPr>
            <p:ph type="ctrTitle"/>
          </p:nvPr>
        </p:nvSpPr>
        <p:spPr>
          <a:xfrm>
            <a:off x="1833787" y="786741"/>
            <a:ext cx="5921680" cy="187485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lay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6" name="Google Shape;246;p59"/>
          <p:cNvSpPr txBox="1"/>
          <p:nvPr>
            <p:ph idx="1" type="subTitle"/>
          </p:nvPr>
        </p:nvSpPr>
        <p:spPr>
          <a:xfrm>
            <a:off x="1833787" y="2753669"/>
            <a:ext cx="5921680" cy="6946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pic>
        <p:nvPicPr>
          <p:cNvPr id="247" name="Google Shape;247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26848" y="5621866"/>
            <a:ext cx="2523761" cy="6651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divider">
  <p:cSld name="1_divider">
    <p:bg>
      <p:bgPr>
        <a:solidFill>
          <a:srgbClr val="1F31AD"/>
        </a:solidFill>
      </p:bgPr>
    </p:bg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9" name="Google Shape;249;p6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8518358" cy="8518358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60"/>
          <p:cNvSpPr txBox="1"/>
          <p:nvPr>
            <p:ph type="ctrTitle"/>
          </p:nvPr>
        </p:nvSpPr>
        <p:spPr>
          <a:xfrm>
            <a:off x="1577063" y="2775963"/>
            <a:ext cx="5353123" cy="187485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lay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1" name="Google Shape;251;p60"/>
          <p:cNvSpPr txBox="1"/>
          <p:nvPr>
            <p:ph idx="1" type="subTitle"/>
          </p:nvPr>
        </p:nvSpPr>
        <p:spPr>
          <a:xfrm>
            <a:off x="1577063" y="4742890"/>
            <a:ext cx="5353123" cy="13014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pic>
        <p:nvPicPr>
          <p:cNvPr id="252" name="Google Shape;252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52549" y="288758"/>
            <a:ext cx="1352277" cy="3564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divider">
  <p:cSld name="2_divider">
    <p:bg>
      <p:bgPr>
        <a:solidFill>
          <a:srgbClr val="5B69FF"/>
        </a:solidFill>
      </p:bgPr>
    </p:bg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4" name="Google Shape;254;p6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8007" y="-2896617"/>
            <a:ext cx="9763585" cy="9763585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61"/>
          <p:cNvSpPr txBox="1"/>
          <p:nvPr>
            <p:ph type="ctrTitle"/>
          </p:nvPr>
        </p:nvSpPr>
        <p:spPr>
          <a:xfrm>
            <a:off x="1833787" y="1554148"/>
            <a:ext cx="5921680" cy="187485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Play"/>
              <a:buNone/>
              <a:defRPr sz="6000">
                <a:solidFill>
                  <a:srgbClr val="00000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6" name="Google Shape;256;p61"/>
          <p:cNvSpPr txBox="1"/>
          <p:nvPr>
            <p:ph idx="1" type="subTitle"/>
          </p:nvPr>
        </p:nvSpPr>
        <p:spPr>
          <a:xfrm>
            <a:off x="1833787" y="3521076"/>
            <a:ext cx="5921680" cy="6946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  <a:defRPr sz="2400">
                <a:solidFill>
                  <a:srgbClr val="000000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pic>
        <p:nvPicPr>
          <p:cNvPr id="257" name="Google Shape;257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66490" y="5871410"/>
            <a:ext cx="2124749" cy="5600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divider">
  <p:cSld name="3_divider">
    <p:bg>
      <p:bgPr>
        <a:solidFill>
          <a:srgbClr val="98A1FF"/>
        </a:solidFill>
      </p:bgPr>
    </p:bg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62"/>
          <p:cNvSpPr txBox="1"/>
          <p:nvPr>
            <p:ph type="ctrTitle"/>
          </p:nvPr>
        </p:nvSpPr>
        <p:spPr>
          <a:xfrm>
            <a:off x="8017438" y="1842906"/>
            <a:ext cx="3598410" cy="187485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Play"/>
              <a:buNone/>
              <a:defRPr sz="4500">
                <a:solidFill>
                  <a:srgbClr val="00000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0" name="Google Shape;260;p62"/>
          <p:cNvSpPr txBox="1"/>
          <p:nvPr>
            <p:ph idx="1" type="subTitle"/>
          </p:nvPr>
        </p:nvSpPr>
        <p:spPr>
          <a:xfrm>
            <a:off x="8017438" y="3809833"/>
            <a:ext cx="3598410" cy="9306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  <a:defRPr sz="2400">
                <a:solidFill>
                  <a:srgbClr val="000000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pic>
        <p:nvPicPr>
          <p:cNvPr id="261" name="Google Shape;261;p6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" y="5983357"/>
            <a:ext cx="874643" cy="874643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62"/>
          <p:cNvSpPr/>
          <p:nvPr>
            <p:ph idx="2" type="pic"/>
          </p:nvPr>
        </p:nvSpPr>
        <p:spPr>
          <a:xfrm>
            <a:off x="874642" y="-695294"/>
            <a:ext cx="6678652" cy="6678652"/>
          </a:xfrm>
          <a:prstGeom prst="flowChartDelay">
            <a:avLst/>
          </a:prstGeom>
          <a:noFill/>
          <a:ln>
            <a:noFill/>
          </a:ln>
        </p:spPr>
      </p:sp>
      <p:pic>
        <p:nvPicPr>
          <p:cNvPr id="263" name="Google Shape;263;p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52549" y="6253214"/>
            <a:ext cx="1352277" cy="3564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divider">
  <p:cSld name="4_divider">
    <p:bg>
      <p:bgPr>
        <a:solidFill>
          <a:srgbClr val="C81326"/>
        </a:solidFill>
      </p:bgPr>
    </p:bg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63"/>
          <p:cNvSpPr txBox="1"/>
          <p:nvPr>
            <p:ph type="ctrTitle"/>
          </p:nvPr>
        </p:nvSpPr>
        <p:spPr>
          <a:xfrm>
            <a:off x="1577063" y="2775963"/>
            <a:ext cx="5353123" cy="187485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lay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6" name="Google Shape;266;p63"/>
          <p:cNvSpPr txBox="1"/>
          <p:nvPr>
            <p:ph idx="1" type="subTitle"/>
          </p:nvPr>
        </p:nvSpPr>
        <p:spPr>
          <a:xfrm>
            <a:off x="1577063" y="4742890"/>
            <a:ext cx="5353123" cy="13014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pic>
        <p:nvPicPr>
          <p:cNvPr id="267" name="Google Shape;267;p6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352549" y="288758"/>
            <a:ext cx="1352277" cy="35641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" y="-1"/>
            <a:ext cx="8518357" cy="85183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divider">
  <p:cSld name="5_divider">
    <p:bg>
      <p:bgPr>
        <a:solidFill>
          <a:srgbClr val="FF5660"/>
        </a:solidFill>
      </p:bgPr>
    </p:bg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0" name="Google Shape;270;p6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8008" y="-2891071"/>
            <a:ext cx="9763585" cy="9763585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64"/>
          <p:cNvSpPr txBox="1"/>
          <p:nvPr>
            <p:ph type="ctrTitle"/>
          </p:nvPr>
        </p:nvSpPr>
        <p:spPr>
          <a:xfrm>
            <a:off x="1833787" y="1554148"/>
            <a:ext cx="5921680" cy="187485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Play"/>
              <a:buNone/>
              <a:defRPr sz="6000">
                <a:solidFill>
                  <a:srgbClr val="00000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2" name="Google Shape;272;p64"/>
          <p:cNvSpPr txBox="1"/>
          <p:nvPr>
            <p:ph idx="1" type="subTitle"/>
          </p:nvPr>
        </p:nvSpPr>
        <p:spPr>
          <a:xfrm>
            <a:off x="1833787" y="3521076"/>
            <a:ext cx="5921680" cy="6946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  <a:defRPr sz="2400">
                <a:solidFill>
                  <a:srgbClr val="000000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pic>
        <p:nvPicPr>
          <p:cNvPr id="273" name="Google Shape;273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66490" y="5871410"/>
            <a:ext cx="2124749" cy="5600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divider">
  <p:cSld name="6_divider">
    <p:bg>
      <p:bgPr>
        <a:solidFill>
          <a:srgbClr val="FF858A"/>
        </a:solidFill>
      </p:bgPr>
    </p:bg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65"/>
          <p:cNvSpPr txBox="1"/>
          <p:nvPr>
            <p:ph type="ctrTitle"/>
          </p:nvPr>
        </p:nvSpPr>
        <p:spPr>
          <a:xfrm>
            <a:off x="8017438" y="1842906"/>
            <a:ext cx="3598410" cy="1874852"/>
          </a:xfrm>
          <a:prstGeom prst="rect">
            <a:avLst/>
          </a:prstGeom>
          <a:solidFill>
            <a:srgbClr val="FF858A"/>
          </a:solidFill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Play"/>
              <a:buNone/>
              <a:defRPr sz="4500">
                <a:solidFill>
                  <a:srgbClr val="00000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6" name="Google Shape;276;p65"/>
          <p:cNvSpPr txBox="1"/>
          <p:nvPr>
            <p:ph idx="1" type="subTitle"/>
          </p:nvPr>
        </p:nvSpPr>
        <p:spPr>
          <a:xfrm>
            <a:off x="8017438" y="3809833"/>
            <a:ext cx="3598410" cy="930609"/>
          </a:xfrm>
          <a:prstGeom prst="rect">
            <a:avLst/>
          </a:prstGeom>
          <a:solidFill>
            <a:srgbClr val="FF858A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  <a:defRPr sz="2400">
                <a:solidFill>
                  <a:srgbClr val="000000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77" name="Google Shape;277;p65"/>
          <p:cNvSpPr/>
          <p:nvPr>
            <p:ph idx="2" type="pic"/>
          </p:nvPr>
        </p:nvSpPr>
        <p:spPr>
          <a:xfrm>
            <a:off x="874642" y="-695294"/>
            <a:ext cx="6678652" cy="6678652"/>
          </a:xfrm>
          <a:prstGeom prst="flowChartDelay">
            <a:avLst/>
          </a:prstGeom>
          <a:noFill/>
          <a:ln>
            <a:noFill/>
          </a:ln>
        </p:spPr>
      </p:sp>
      <p:sp>
        <p:nvSpPr>
          <p:cNvPr id="278" name="Google Shape;278;p65"/>
          <p:cNvSpPr/>
          <p:nvPr/>
        </p:nvSpPr>
        <p:spPr>
          <a:xfrm>
            <a:off x="0" y="5983356"/>
            <a:ext cx="874643" cy="874643"/>
          </a:xfrm>
          <a:prstGeom prst="rect">
            <a:avLst/>
          </a:prstGeom>
          <a:solidFill>
            <a:srgbClr val="FFB6B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  <p:pic>
        <p:nvPicPr>
          <p:cNvPr id="279" name="Google Shape;279;p6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352549" y="6253214"/>
            <a:ext cx="1352277" cy="3564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divider">
  <p:cSld name="7_divider">
    <p:bg>
      <p:bgPr>
        <a:solidFill>
          <a:srgbClr val="005C84"/>
        </a:solidFill>
      </p:bgPr>
    </p:bg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66"/>
          <p:cNvSpPr txBox="1"/>
          <p:nvPr>
            <p:ph type="ctrTitle"/>
          </p:nvPr>
        </p:nvSpPr>
        <p:spPr>
          <a:xfrm>
            <a:off x="1577063" y="2775963"/>
            <a:ext cx="5353123" cy="187485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lay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2" name="Google Shape;282;p66"/>
          <p:cNvSpPr txBox="1"/>
          <p:nvPr>
            <p:ph idx="1" type="subTitle"/>
          </p:nvPr>
        </p:nvSpPr>
        <p:spPr>
          <a:xfrm>
            <a:off x="1577063" y="4742890"/>
            <a:ext cx="5353123" cy="13014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pic>
        <p:nvPicPr>
          <p:cNvPr id="283" name="Google Shape;283;p6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352549" y="288758"/>
            <a:ext cx="1352277" cy="356414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1"/>
            <a:ext cx="8518356" cy="85183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divider">
  <p:cSld name="8_divider">
    <p:bg>
      <p:bgPr>
        <a:solidFill>
          <a:srgbClr val="02C8FD"/>
        </a:solid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" name="Google Shape;286;p6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4515" y="-2893472"/>
            <a:ext cx="9760092" cy="9760092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67"/>
          <p:cNvSpPr txBox="1"/>
          <p:nvPr>
            <p:ph type="ctrTitle"/>
          </p:nvPr>
        </p:nvSpPr>
        <p:spPr>
          <a:xfrm>
            <a:off x="1833787" y="1554148"/>
            <a:ext cx="5921680" cy="187485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Play"/>
              <a:buNone/>
              <a:defRPr sz="6000">
                <a:solidFill>
                  <a:srgbClr val="00000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8" name="Google Shape;288;p67"/>
          <p:cNvSpPr txBox="1"/>
          <p:nvPr>
            <p:ph idx="1" type="subTitle"/>
          </p:nvPr>
        </p:nvSpPr>
        <p:spPr>
          <a:xfrm>
            <a:off x="1833787" y="3521076"/>
            <a:ext cx="5921680" cy="6946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  <a:defRPr sz="2400">
                <a:solidFill>
                  <a:srgbClr val="000000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pic>
        <p:nvPicPr>
          <p:cNvPr id="289" name="Google Shape;289;p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66490" y="5871410"/>
            <a:ext cx="2124749" cy="5600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divider">
  <p:cSld name="9_divider">
    <p:bg>
      <p:bgPr>
        <a:solidFill>
          <a:srgbClr val="7ADEFF"/>
        </a:solidFill>
      </p:bgPr>
    </p:bg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68"/>
          <p:cNvSpPr txBox="1"/>
          <p:nvPr>
            <p:ph type="ctrTitle"/>
          </p:nvPr>
        </p:nvSpPr>
        <p:spPr>
          <a:xfrm>
            <a:off x="8017438" y="1842906"/>
            <a:ext cx="3598410" cy="187485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Play"/>
              <a:buNone/>
              <a:defRPr sz="4500">
                <a:solidFill>
                  <a:srgbClr val="00000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2" name="Google Shape;292;p68"/>
          <p:cNvSpPr txBox="1"/>
          <p:nvPr>
            <p:ph idx="1" type="subTitle"/>
          </p:nvPr>
        </p:nvSpPr>
        <p:spPr>
          <a:xfrm>
            <a:off x="8017438" y="3809833"/>
            <a:ext cx="3598410" cy="9306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  <a:defRPr sz="2400">
                <a:solidFill>
                  <a:srgbClr val="000000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93" name="Google Shape;293;p68"/>
          <p:cNvSpPr/>
          <p:nvPr>
            <p:ph idx="2" type="pic"/>
          </p:nvPr>
        </p:nvSpPr>
        <p:spPr>
          <a:xfrm>
            <a:off x="874642" y="-695294"/>
            <a:ext cx="6678652" cy="6678652"/>
          </a:xfrm>
          <a:prstGeom prst="flowChartDelay">
            <a:avLst/>
          </a:prstGeom>
          <a:noFill/>
          <a:ln>
            <a:noFill/>
          </a:ln>
        </p:spPr>
      </p:sp>
      <p:sp>
        <p:nvSpPr>
          <p:cNvPr id="294" name="Google Shape;294;p68"/>
          <p:cNvSpPr/>
          <p:nvPr/>
        </p:nvSpPr>
        <p:spPr>
          <a:xfrm>
            <a:off x="0" y="5983356"/>
            <a:ext cx="874643" cy="874643"/>
          </a:xfrm>
          <a:prstGeom prst="rect">
            <a:avLst/>
          </a:prstGeom>
          <a:solidFill>
            <a:srgbClr val="02C8F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  <p:pic>
        <p:nvPicPr>
          <p:cNvPr id="295" name="Google Shape;295;p6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919978" y="7168467"/>
            <a:ext cx="826875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p6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52549" y="6253214"/>
            <a:ext cx="1352277" cy="3564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_divider">
  <p:cSld name="10_divider">
    <p:bg>
      <p:bgPr>
        <a:solidFill>
          <a:srgbClr val="CA8F00"/>
        </a:solidFill>
      </p:bgPr>
    </p:bg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69"/>
          <p:cNvSpPr txBox="1"/>
          <p:nvPr>
            <p:ph type="ctrTitle"/>
          </p:nvPr>
        </p:nvSpPr>
        <p:spPr>
          <a:xfrm>
            <a:off x="1577063" y="2775963"/>
            <a:ext cx="5353123" cy="187485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lay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9" name="Google Shape;299;p69"/>
          <p:cNvSpPr txBox="1"/>
          <p:nvPr>
            <p:ph idx="1" type="subTitle"/>
          </p:nvPr>
        </p:nvSpPr>
        <p:spPr>
          <a:xfrm>
            <a:off x="1577063" y="4742890"/>
            <a:ext cx="5353123" cy="13014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pic>
        <p:nvPicPr>
          <p:cNvPr id="300" name="Google Shape;300;p6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352549" y="288758"/>
            <a:ext cx="1352277" cy="356414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Google Shape;301;p6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8518356" cy="85183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_divider">
  <p:cSld name="11_divider">
    <p:bg>
      <p:bgPr>
        <a:solidFill>
          <a:srgbClr val="F7CC4A"/>
        </a:solidFill>
      </p:bgPr>
    </p:bg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3" name="Google Shape;303;p7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4516" y="-2893471"/>
            <a:ext cx="9760091" cy="9760091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70"/>
          <p:cNvSpPr txBox="1"/>
          <p:nvPr>
            <p:ph type="ctrTitle"/>
          </p:nvPr>
        </p:nvSpPr>
        <p:spPr>
          <a:xfrm>
            <a:off x="1833787" y="1554148"/>
            <a:ext cx="5921680" cy="187485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Play"/>
              <a:buNone/>
              <a:defRPr sz="6000">
                <a:solidFill>
                  <a:srgbClr val="00000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5" name="Google Shape;305;p70"/>
          <p:cNvSpPr txBox="1"/>
          <p:nvPr>
            <p:ph idx="1" type="subTitle"/>
          </p:nvPr>
        </p:nvSpPr>
        <p:spPr>
          <a:xfrm>
            <a:off x="1833787" y="3521076"/>
            <a:ext cx="5921680" cy="6946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  <a:defRPr sz="2400">
                <a:solidFill>
                  <a:srgbClr val="000000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pic>
        <p:nvPicPr>
          <p:cNvPr id="306" name="Google Shape;306;p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66490" y="5871410"/>
            <a:ext cx="2124749" cy="560011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" name="Google Shape;307;p7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19978" y="7168467"/>
            <a:ext cx="826875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2_divider">
  <p:cSld name="12_divider">
    <p:bg>
      <p:bgPr>
        <a:solidFill>
          <a:srgbClr val="FFE27A"/>
        </a:solidFill>
      </p:bgPr>
    </p:bg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71"/>
          <p:cNvSpPr txBox="1"/>
          <p:nvPr>
            <p:ph type="ctrTitle"/>
          </p:nvPr>
        </p:nvSpPr>
        <p:spPr>
          <a:xfrm>
            <a:off x="8017438" y="1842906"/>
            <a:ext cx="3598410" cy="187485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Play"/>
              <a:buNone/>
              <a:defRPr sz="4500">
                <a:solidFill>
                  <a:srgbClr val="00000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0" name="Google Shape;310;p71"/>
          <p:cNvSpPr txBox="1"/>
          <p:nvPr>
            <p:ph idx="1" type="subTitle"/>
          </p:nvPr>
        </p:nvSpPr>
        <p:spPr>
          <a:xfrm>
            <a:off x="8017438" y="3809833"/>
            <a:ext cx="3598410" cy="9306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  <a:defRPr sz="2400">
                <a:solidFill>
                  <a:srgbClr val="000000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311" name="Google Shape;311;p71"/>
          <p:cNvSpPr/>
          <p:nvPr>
            <p:ph idx="2" type="pic"/>
          </p:nvPr>
        </p:nvSpPr>
        <p:spPr>
          <a:xfrm>
            <a:off x="874642" y="-695294"/>
            <a:ext cx="6678652" cy="6678652"/>
          </a:xfrm>
          <a:prstGeom prst="flowChartDelay">
            <a:avLst/>
          </a:prstGeom>
          <a:noFill/>
          <a:ln>
            <a:noFill/>
          </a:ln>
        </p:spPr>
      </p:sp>
      <p:sp>
        <p:nvSpPr>
          <p:cNvPr id="312" name="Google Shape;312;p71"/>
          <p:cNvSpPr/>
          <p:nvPr/>
        </p:nvSpPr>
        <p:spPr>
          <a:xfrm>
            <a:off x="0" y="5983356"/>
            <a:ext cx="874643" cy="874643"/>
          </a:xfrm>
          <a:prstGeom prst="rect">
            <a:avLst/>
          </a:prstGeom>
          <a:solidFill>
            <a:srgbClr val="EEB2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  <p:pic>
        <p:nvPicPr>
          <p:cNvPr id="313" name="Google Shape;313;p7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352747" y="6253214"/>
            <a:ext cx="1352277" cy="3564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3_divider">
  <p:cSld name="13_divider">
    <p:bg>
      <p:bgPr>
        <a:solidFill>
          <a:srgbClr val="515A3C"/>
        </a:solidFill>
      </p:bgPr>
    </p:bg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72"/>
          <p:cNvSpPr txBox="1"/>
          <p:nvPr>
            <p:ph type="ctrTitle"/>
          </p:nvPr>
        </p:nvSpPr>
        <p:spPr>
          <a:xfrm>
            <a:off x="1577063" y="2775963"/>
            <a:ext cx="5353123" cy="187485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lay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6" name="Google Shape;316;p72"/>
          <p:cNvSpPr txBox="1"/>
          <p:nvPr>
            <p:ph idx="1" type="subTitle"/>
          </p:nvPr>
        </p:nvSpPr>
        <p:spPr>
          <a:xfrm>
            <a:off x="1577063" y="4742890"/>
            <a:ext cx="5353123" cy="13014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pic>
        <p:nvPicPr>
          <p:cNvPr id="317" name="Google Shape;317;p7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352549" y="288758"/>
            <a:ext cx="1352277" cy="356414"/>
          </a:xfrm>
          <a:prstGeom prst="rect">
            <a:avLst/>
          </a:prstGeom>
          <a:noFill/>
          <a:ln>
            <a:noFill/>
          </a:ln>
        </p:spPr>
      </p:pic>
      <p:pic>
        <p:nvPicPr>
          <p:cNvPr id="318" name="Google Shape;318;p7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06" y="-1"/>
            <a:ext cx="8529463" cy="85294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4_divider">
  <p:cSld name="14_divider">
    <p:bg>
      <p:bgPr>
        <a:solidFill>
          <a:srgbClr val="8BAE46"/>
        </a:solidFill>
      </p:bgPr>
    </p:bg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0" name="Google Shape;320;p7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4515" y="-2878954"/>
            <a:ext cx="9745574" cy="9745574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73"/>
          <p:cNvSpPr txBox="1"/>
          <p:nvPr>
            <p:ph type="ctrTitle"/>
          </p:nvPr>
        </p:nvSpPr>
        <p:spPr>
          <a:xfrm>
            <a:off x="1833787" y="1554148"/>
            <a:ext cx="5921680" cy="187485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Play"/>
              <a:buNone/>
              <a:defRPr sz="6000">
                <a:solidFill>
                  <a:srgbClr val="00000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2" name="Google Shape;322;p73"/>
          <p:cNvSpPr txBox="1"/>
          <p:nvPr>
            <p:ph idx="1" type="subTitle"/>
          </p:nvPr>
        </p:nvSpPr>
        <p:spPr>
          <a:xfrm>
            <a:off x="1833787" y="3521076"/>
            <a:ext cx="5921680" cy="6946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  <a:defRPr sz="2400">
                <a:solidFill>
                  <a:srgbClr val="000000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pic>
        <p:nvPicPr>
          <p:cNvPr id="323" name="Google Shape;323;p7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66490" y="5871410"/>
            <a:ext cx="2124749" cy="560011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p7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19978" y="7168467"/>
            <a:ext cx="826875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5_divider">
  <p:cSld name="15_divider">
    <p:bg>
      <p:bgPr>
        <a:solidFill>
          <a:srgbClr val="ADCC6E"/>
        </a:solidFill>
      </p:bgPr>
    </p:bg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74"/>
          <p:cNvSpPr txBox="1"/>
          <p:nvPr>
            <p:ph type="ctrTitle"/>
          </p:nvPr>
        </p:nvSpPr>
        <p:spPr>
          <a:xfrm>
            <a:off x="8017438" y="1842906"/>
            <a:ext cx="3598410" cy="187485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Play"/>
              <a:buNone/>
              <a:defRPr sz="4500">
                <a:solidFill>
                  <a:srgbClr val="00000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7" name="Google Shape;327;p74"/>
          <p:cNvSpPr txBox="1"/>
          <p:nvPr>
            <p:ph idx="1" type="subTitle"/>
          </p:nvPr>
        </p:nvSpPr>
        <p:spPr>
          <a:xfrm>
            <a:off x="8017438" y="3809833"/>
            <a:ext cx="3598410" cy="9306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  <a:defRPr sz="2400">
                <a:solidFill>
                  <a:srgbClr val="000000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328" name="Google Shape;328;p74"/>
          <p:cNvSpPr/>
          <p:nvPr>
            <p:ph idx="2" type="pic"/>
          </p:nvPr>
        </p:nvSpPr>
        <p:spPr>
          <a:xfrm>
            <a:off x="874642" y="-695294"/>
            <a:ext cx="6678652" cy="6678652"/>
          </a:xfrm>
          <a:prstGeom prst="flowChartDelay">
            <a:avLst/>
          </a:prstGeom>
          <a:noFill/>
          <a:ln>
            <a:noFill/>
          </a:ln>
        </p:spPr>
      </p:sp>
      <p:sp>
        <p:nvSpPr>
          <p:cNvPr id="329" name="Google Shape;329;p74"/>
          <p:cNvSpPr/>
          <p:nvPr/>
        </p:nvSpPr>
        <p:spPr>
          <a:xfrm>
            <a:off x="0" y="5983356"/>
            <a:ext cx="874643" cy="874643"/>
          </a:xfrm>
          <a:prstGeom prst="rect">
            <a:avLst/>
          </a:prstGeom>
          <a:solidFill>
            <a:srgbClr val="8BAE4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  <p:pic>
        <p:nvPicPr>
          <p:cNvPr id="330" name="Google Shape;330;p7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352549" y="6253214"/>
            <a:ext cx="1352277" cy="3564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6_divider">
  <p:cSld name="16_divider">
    <p:bg>
      <p:bgPr>
        <a:solidFill>
          <a:srgbClr val="272727"/>
        </a:solidFill>
      </p:bgPr>
    </p:bg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2" name="Google Shape;332;p7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" y="-1"/>
            <a:ext cx="8529463" cy="8529463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75"/>
          <p:cNvSpPr txBox="1"/>
          <p:nvPr>
            <p:ph type="ctrTitle"/>
          </p:nvPr>
        </p:nvSpPr>
        <p:spPr>
          <a:xfrm>
            <a:off x="1577063" y="2775963"/>
            <a:ext cx="5353123" cy="187485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lay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4" name="Google Shape;334;p75"/>
          <p:cNvSpPr txBox="1"/>
          <p:nvPr>
            <p:ph idx="1" type="subTitle"/>
          </p:nvPr>
        </p:nvSpPr>
        <p:spPr>
          <a:xfrm>
            <a:off x="1577063" y="4742890"/>
            <a:ext cx="5353123" cy="13014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pic>
        <p:nvPicPr>
          <p:cNvPr id="335" name="Google Shape;335;p7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52549" y="288758"/>
            <a:ext cx="1352277" cy="3564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7_divider">
  <p:cSld name="17_divider">
    <p:bg>
      <p:bgPr>
        <a:solidFill>
          <a:srgbClr val="AEAEAE"/>
        </a:solidFill>
      </p:bgPr>
    </p:bg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" name="Google Shape;337;p7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4516" y="-2887573"/>
            <a:ext cx="9745573" cy="9745573"/>
          </a:xfrm>
          <a:prstGeom prst="rect">
            <a:avLst/>
          </a:prstGeom>
          <a:noFill/>
          <a:ln>
            <a:noFill/>
          </a:ln>
        </p:spPr>
      </p:pic>
      <p:pic>
        <p:nvPicPr>
          <p:cNvPr id="338" name="Google Shape;338;p7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4515" y="-2878954"/>
            <a:ext cx="9745574" cy="9745574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76"/>
          <p:cNvSpPr txBox="1"/>
          <p:nvPr>
            <p:ph type="ctrTitle"/>
          </p:nvPr>
        </p:nvSpPr>
        <p:spPr>
          <a:xfrm>
            <a:off x="1833787" y="1554148"/>
            <a:ext cx="5921680" cy="187485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Play"/>
              <a:buNone/>
              <a:defRPr sz="6000">
                <a:solidFill>
                  <a:srgbClr val="00000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0" name="Google Shape;340;p76"/>
          <p:cNvSpPr txBox="1"/>
          <p:nvPr>
            <p:ph idx="1" type="subTitle"/>
          </p:nvPr>
        </p:nvSpPr>
        <p:spPr>
          <a:xfrm>
            <a:off x="1833787" y="3521076"/>
            <a:ext cx="5921680" cy="6946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  <a:defRPr sz="2400">
                <a:solidFill>
                  <a:srgbClr val="000000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pic>
        <p:nvPicPr>
          <p:cNvPr id="341" name="Google Shape;341;p7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66490" y="5871410"/>
            <a:ext cx="2124749" cy="5600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8_divider">
  <p:cSld name="18_divider">
    <p:bg>
      <p:bgPr>
        <a:solidFill>
          <a:srgbClr val="E9E9E9"/>
        </a:solidFill>
      </p:bgPr>
    </p:bg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77"/>
          <p:cNvSpPr txBox="1"/>
          <p:nvPr>
            <p:ph type="ctrTitle"/>
          </p:nvPr>
        </p:nvSpPr>
        <p:spPr>
          <a:xfrm>
            <a:off x="8017438" y="1842906"/>
            <a:ext cx="3598410" cy="187485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Play"/>
              <a:buNone/>
              <a:defRPr sz="4500">
                <a:solidFill>
                  <a:srgbClr val="00000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4" name="Google Shape;344;p77"/>
          <p:cNvSpPr txBox="1"/>
          <p:nvPr>
            <p:ph idx="1" type="subTitle"/>
          </p:nvPr>
        </p:nvSpPr>
        <p:spPr>
          <a:xfrm>
            <a:off x="8017438" y="3809833"/>
            <a:ext cx="3598410" cy="9306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  <a:defRPr sz="2400">
                <a:solidFill>
                  <a:srgbClr val="000000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345" name="Google Shape;345;p77"/>
          <p:cNvSpPr/>
          <p:nvPr>
            <p:ph idx="2" type="pic"/>
          </p:nvPr>
        </p:nvSpPr>
        <p:spPr>
          <a:xfrm>
            <a:off x="874642" y="-695294"/>
            <a:ext cx="6678652" cy="6678652"/>
          </a:xfrm>
          <a:prstGeom prst="flowChartDelay">
            <a:avLst/>
          </a:prstGeom>
          <a:noFill/>
          <a:ln>
            <a:noFill/>
          </a:ln>
        </p:spPr>
      </p:sp>
      <p:sp>
        <p:nvSpPr>
          <p:cNvPr id="346" name="Google Shape;346;p77"/>
          <p:cNvSpPr/>
          <p:nvPr/>
        </p:nvSpPr>
        <p:spPr>
          <a:xfrm>
            <a:off x="0" y="5983356"/>
            <a:ext cx="874643" cy="874643"/>
          </a:xfrm>
          <a:prstGeom prst="rect">
            <a:avLst/>
          </a:prstGeom>
          <a:solidFill>
            <a:srgbClr val="AEAEA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  <p:pic>
        <p:nvPicPr>
          <p:cNvPr id="347" name="Google Shape;347;p7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352747" y="6253214"/>
            <a:ext cx="1352277" cy="3564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9_divider">
  <p:cSld name="19_divider"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78"/>
          <p:cNvSpPr/>
          <p:nvPr>
            <p:ph idx="2" type="pic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pic>
        <p:nvPicPr>
          <p:cNvPr id="350" name="Google Shape;350;p7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7638757" cy="7638757"/>
          </a:xfrm>
          <a:prstGeom prst="rect">
            <a:avLst/>
          </a:prstGeom>
          <a:noFill/>
          <a:ln>
            <a:noFill/>
          </a:ln>
        </p:spPr>
      </p:pic>
      <p:pic>
        <p:nvPicPr>
          <p:cNvPr id="351" name="Google Shape;351;p7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79122" y="1392116"/>
            <a:ext cx="1358900" cy="838200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78"/>
          <p:cNvSpPr txBox="1"/>
          <p:nvPr>
            <p:ph type="ctrTitle"/>
          </p:nvPr>
        </p:nvSpPr>
        <p:spPr>
          <a:xfrm>
            <a:off x="1264245" y="2920341"/>
            <a:ext cx="4566715" cy="187485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lay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3" name="Google Shape;353;p78"/>
          <p:cNvSpPr txBox="1"/>
          <p:nvPr>
            <p:ph idx="1" type="subTitle"/>
          </p:nvPr>
        </p:nvSpPr>
        <p:spPr>
          <a:xfrm>
            <a:off x="1264245" y="4887268"/>
            <a:ext cx="4566715" cy="13014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0_divider">
  <p:cSld name="20_divider">
    <p:bg>
      <p:bgPr>
        <a:solidFill>
          <a:srgbClr val="5B69FF"/>
        </a:solidFill>
      </p:bgPr>
    </p:bg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5" name="Google Shape;355;p7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379122" y="1392116"/>
            <a:ext cx="1358900" cy="838200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79"/>
          <p:cNvSpPr txBox="1"/>
          <p:nvPr>
            <p:ph type="ctrTitle"/>
          </p:nvPr>
        </p:nvSpPr>
        <p:spPr>
          <a:xfrm>
            <a:off x="1264245" y="2920341"/>
            <a:ext cx="4566715" cy="187485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lay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7" name="Google Shape;357;p79"/>
          <p:cNvSpPr txBox="1"/>
          <p:nvPr>
            <p:ph idx="1" type="subTitle"/>
          </p:nvPr>
        </p:nvSpPr>
        <p:spPr>
          <a:xfrm>
            <a:off x="1264245" y="4887268"/>
            <a:ext cx="4566715" cy="13014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358" name="Google Shape;358;p79"/>
          <p:cNvSpPr/>
          <p:nvPr>
            <p:ph idx="2" type="pic"/>
          </p:nvPr>
        </p:nvSpPr>
        <p:spPr>
          <a:xfrm>
            <a:off x="1637956" y="669235"/>
            <a:ext cx="5094287" cy="5094287"/>
          </a:xfrm>
          <a:prstGeom prst="flowChartDelay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1_divider">
  <p:cSld name="21_divider"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80"/>
          <p:cNvSpPr/>
          <p:nvPr>
            <p:ph idx="2" type="pic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pic>
        <p:nvPicPr>
          <p:cNvPr id="361" name="Google Shape;361;p8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" y="-3491246"/>
            <a:ext cx="10358214" cy="10358214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80"/>
          <p:cNvSpPr/>
          <p:nvPr>
            <p:ph idx="3" type="pic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363" name="Google Shape;363;p80"/>
          <p:cNvSpPr txBox="1"/>
          <p:nvPr>
            <p:ph type="ctrTitle"/>
          </p:nvPr>
        </p:nvSpPr>
        <p:spPr>
          <a:xfrm>
            <a:off x="1833787" y="786741"/>
            <a:ext cx="5921680" cy="187485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lay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4" name="Google Shape;364;p80"/>
          <p:cNvSpPr txBox="1"/>
          <p:nvPr>
            <p:ph idx="1" type="subTitle"/>
          </p:nvPr>
        </p:nvSpPr>
        <p:spPr>
          <a:xfrm>
            <a:off x="1833787" y="2753669"/>
            <a:ext cx="5921680" cy="6946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pic>
        <p:nvPicPr>
          <p:cNvPr id="365" name="Google Shape;365;p8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26848" y="5621866"/>
            <a:ext cx="2523761" cy="6651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Blue A" showMasterSp="0">
  <p:cSld name="Title Slide Blue A">
    <p:bg>
      <p:bgPr>
        <a:solidFill>
          <a:schemeClr val="dk2"/>
        </a:solidFill>
      </p:bgPr>
    </p:bg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7" name="Google Shape;367;p81"/>
          <p:cNvGrpSpPr/>
          <p:nvPr/>
        </p:nvGrpSpPr>
        <p:grpSpPr>
          <a:xfrm>
            <a:off x="573803" y="0"/>
            <a:ext cx="4325371" cy="6392520"/>
            <a:chOff x="573803" y="0"/>
            <a:chExt cx="4325371" cy="6392520"/>
          </a:xfrm>
        </p:grpSpPr>
        <p:sp>
          <p:nvSpPr>
            <p:cNvPr id="368" name="Google Shape;368;p81"/>
            <p:cNvSpPr/>
            <p:nvPr/>
          </p:nvSpPr>
          <p:spPr>
            <a:xfrm>
              <a:off x="860457" y="4951823"/>
              <a:ext cx="158111" cy="1581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200"/>
                <a:buFont typeface="Play"/>
                <a:buNone/>
              </a:pPr>
              <a:r>
                <a:t/>
              </a:r>
              <a:endParaRPr b="0" i="0" sz="3200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369" name="Google Shape;369;p81"/>
            <p:cNvSpPr/>
            <p:nvPr/>
          </p:nvSpPr>
          <p:spPr>
            <a:xfrm>
              <a:off x="573803" y="5104242"/>
              <a:ext cx="286654" cy="28665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200"/>
                <a:buFont typeface="Play"/>
                <a:buNone/>
              </a:pPr>
              <a:r>
                <a:t/>
              </a:r>
              <a:endParaRPr b="0" i="0" sz="3200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370" name="Google Shape;370;p81"/>
            <p:cNvSpPr/>
            <p:nvPr/>
          </p:nvSpPr>
          <p:spPr>
            <a:xfrm>
              <a:off x="861107" y="5390896"/>
              <a:ext cx="610214" cy="61021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200"/>
                <a:buFont typeface="Play"/>
                <a:buNone/>
              </a:pPr>
              <a:r>
                <a:t/>
              </a:r>
              <a:endParaRPr b="0" i="0" sz="3200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371" name="Google Shape;371;p81"/>
            <p:cNvSpPr/>
            <p:nvPr/>
          </p:nvSpPr>
          <p:spPr>
            <a:xfrm>
              <a:off x="1468406" y="0"/>
              <a:ext cx="3430768" cy="539087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200"/>
                <a:buFont typeface="Play"/>
                <a:buNone/>
              </a:pPr>
              <a:r>
                <a:t/>
              </a:r>
              <a:endParaRPr b="0" i="0" sz="3200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grpSp>
          <p:nvGrpSpPr>
            <p:cNvPr id="372" name="Google Shape;372;p81"/>
            <p:cNvGrpSpPr/>
            <p:nvPr/>
          </p:nvGrpSpPr>
          <p:grpSpPr>
            <a:xfrm>
              <a:off x="1468406" y="5995719"/>
              <a:ext cx="1059754" cy="396801"/>
              <a:chOff x="1314450" y="6391094"/>
              <a:chExt cx="1123377" cy="420623"/>
            </a:xfrm>
          </p:grpSpPr>
          <p:sp>
            <p:nvSpPr>
              <p:cNvPr id="373" name="Google Shape;373;p81"/>
              <p:cNvSpPr/>
              <p:nvPr/>
            </p:nvSpPr>
            <p:spPr>
              <a:xfrm>
                <a:off x="1314450" y="6396809"/>
                <a:ext cx="78581" cy="78581"/>
              </a:xfrm>
              <a:custGeom>
                <a:rect b="b" l="l" r="r" t="t"/>
                <a:pathLst>
                  <a:path extrusionOk="0" h="78581" w="78581">
                    <a:moveTo>
                      <a:pt x="0" y="0"/>
                    </a:moveTo>
                    <a:lnTo>
                      <a:pt x="78581" y="0"/>
                    </a:lnTo>
                    <a:lnTo>
                      <a:pt x="78581" y="78581"/>
                    </a:lnTo>
                    <a:lnTo>
                      <a:pt x="0" y="78581"/>
                    </a:lnTo>
                    <a:close/>
                  </a:path>
                </a:pathLst>
              </a:custGeom>
              <a:solidFill>
                <a:srgbClr val="00B2E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Play"/>
                  <a:ea typeface="Play"/>
                  <a:cs typeface="Play"/>
                  <a:sym typeface="Play"/>
                </a:endParaRPr>
              </a:p>
            </p:txBody>
          </p:sp>
          <p:sp>
            <p:nvSpPr>
              <p:cNvPr id="374" name="Google Shape;374;p81"/>
              <p:cNvSpPr/>
              <p:nvPr/>
            </p:nvSpPr>
            <p:spPr>
              <a:xfrm>
                <a:off x="1316545" y="6391094"/>
                <a:ext cx="995171" cy="420623"/>
              </a:xfrm>
              <a:custGeom>
                <a:rect b="b" l="l" r="r" t="t"/>
                <a:pathLst>
                  <a:path extrusionOk="0" h="420623" w="995171">
                    <a:moveTo>
                      <a:pt x="74486" y="131921"/>
                    </a:moveTo>
                    <a:lnTo>
                      <a:pt x="0" y="131921"/>
                    </a:lnTo>
                    <a:lnTo>
                      <a:pt x="0" y="414719"/>
                    </a:lnTo>
                    <a:lnTo>
                      <a:pt x="74486" y="414719"/>
                    </a:lnTo>
                    <a:lnTo>
                      <a:pt x="74486" y="131921"/>
                    </a:lnTo>
                    <a:close/>
                    <a:moveTo>
                      <a:pt x="568262" y="417576"/>
                    </a:moveTo>
                    <a:lnTo>
                      <a:pt x="568262" y="348234"/>
                    </a:lnTo>
                    <a:cubicBezTo>
                      <a:pt x="557308" y="348139"/>
                      <a:pt x="548259" y="347567"/>
                      <a:pt x="541306" y="346520"/>
                    </a:cubicBezTo>
                    <a:cubicBezTo>
                      <a:pt x="533591" y="345281"/>
                      <a:pt x="527685" y="342710"/>
                      <a:pt x="523780" y="338804"/>
                    </a:cubicBezTo>
                    <a:cubicBezTo>
                      <a:pt x="519875" y="334899"/>
                      <a:pt x="517303" y="329184"/>
                      <a:pt x="516065" y="321945"/>
                    </a:cubicBezTo>
                    <a:cubicBezTo>
                      <a:pt x="514922" y="314992"/>
                      <a:pt x="514350" y="305753"/>
                      <a:pt x="514350" y="294608"/>
                    </a:cubicBezTo>
                    <a:lnTo>
                      <a:pt x="514350" y="195644"/>
                    </a:lnTo>
                    <a:lnTo>
                      <a:pt x="568262" y="195644"/>
                    </a:lnTo>
                    <a:lnTo>
                      <a:pt x="568262" y="131921"/>
                    </a:lnTo>
                    <a:lnTo>
                      <a:pt x="514350" y="131921"/>
                    </a:lnTo>
                    <a:lnTo>
                      <a:pt x="514350" y="21812"/>
                    </a:lnTo>
                    <a:lnTo>
                      <a:pt x="439865" y="21812"/>
                    </a:lnTo>
                    <a:lnTo>
                      <a:pt x="439865" y="295180"/>
                    </a:lnTo>
                    <a:cubicBezTo>
                      <a:pt x="439865" y="318230"/>
                      <a:pt x="441865" y="337852"/>
                      <a:pt x="445865" y="353473"/>
                    </a:cubicBezTo>
                    <a:cubicBezTo>
                      <a:pt x="449771" y="368903"/>
                      <a:pt x="456438" y="381572"/>
                      <a:pt x="465677" y="391001"/>
                    </a:cubicBezTo>
                    <a:cubicBezTo>
                      <a:pt x="474917" y="400431"/>
                      <a:pt x="487204" y="407289"/>
                      <a:pt x="502063" y="411385"/>
                    </a:cubicBezTo>
                    <a:cubicBezTo>
                      <a:pt x="517112" y="415481"/>
                      <a:pt x="536258" y="417671"/>
                      <a:pt x="558927" y="417671"/>
                    </a:cubicBezTo>
                    <a:lnTo>
                      <a:pt x="568262" y="417671"/>
                    </a:lnTo>
                    <a:close/>
                    <a:moveTo>
                      <a:pt x="995172" y="0"/>
                    </a:moveTo>
                    <a:lnTo>
                      <a:pt x="920687" y="0"/>
                    </a:lnTo>
                    <a:lnTo>
                      <a:pt x="920687" y="414719"/>
                    </a:lnTo>
                    <a:lnTo>
                      <a:pt x="995172" y="414719"/>
                    </a:lnTo>
                    <a:lnTo>
                      <a:pt x="995172" y="0"/>
                    </a:lnTo>
                    <a:close/>
                    <a:moveTo>
                      <a:pt x="367951" y="159830"/>
                    </a:moveTo>
                    <a:cubicBezTo>
                      <a:pt x="347282" y="137541"/>
                      <a:pt x="318135" y="126206"/>
                      <a:pt x="281273" y="126206"/>
                    </a:cubicBezTo>
                    <a:cubicBezTo>
                      <a:pt x="263462" y="126206"/>
                      <a:pt x="247079" y="129921"/>
                      <a:pt x="232410" y="137065"/>
                    </a:cubicBezTo>
                    <a:cubicBezTo>
                      <a:pt x="217742" y="144304"/>
                      <a:pt x="205264" y="154496"/>
                      <a:pt x="195358" y="167259"/>
                    </a:cubicBezTo>
                    <a:lnTo>
                      <a:pt x="191262" y="172498"/>
                    </a:lnTo>
                    <a:lnTo>
                      <a:pt x="191262" y="167831"/>
                    </a:lnTo>
                    <a:lnTo>
                      <a:pt x="191262" y="132017"/>
                    </a:lnTo>
                    <a:lnTo>
                      <a:pt x="117920" y="132017"/>
                    </a:lnTo>
                    <a:lnTo>
                      <a:pt x="117920" y="414814"/>
                    </a:lnTo>
                    <a:lnTo>
                      <a:pt x="191929" y="414814"/>
                    </a:lnTo>
                    <a:lnTo>
                      <a:pt x="191929" y="264128"/>
                    </a:lnTo>
                    <a:lnTo>
                      <a:pt x="192024" y="274606"/>
                    </a:lnTo>
                    <a:cubicBezTo>
                      <a:pt x="192024" y="272891"/>
                      <a:pt x="192024" y="271177"/>
                      <a:pt x="192119" y="269558"/>
                    </a:cubicBezTo>
                    <a:cubicBezTo>
                      <a:pt x="192881" y="243173"/>
                      <a:pt x="199454" y="223456"/>
                      <a:pt x="211741" y="210884"/>
                    </a:cubicBezTo>
                    <a:cubicBezTo>
                      <a:pt x="224790" y="197549"/>
                      <a:pt x="240697" y="190786"/>
                      <a:pt x="258985" y="190786"/>
                    </a:cubicBezTo>
                    <a:cubicBezTo>
                      <a:pt x="280511" y="190786"/>
                      <a:pt x="296894" y="197358"/>
                      <a:pt x="307753" y="210407"/>
                    </a:cubicBezTo>
                    <a:cubicBezTo>
                      <a:pt x="318421" y="223171"/>
                      <a:pt x="323850" y="241364"/>
                      <a:pt x="323945" y="264605"/>
                    </a:cubicBezTo>
                    <a:lnTo>
                      <a:pt x="323945" y="264605"/>
                    </a:lnTo>
                    <a:lnTo>
                      <a:pt x="323945" y="265176"/>
                    </a:lnTo>
                    <a:lnTo>
                      <a:pt x="323945" y="265271"/>
                    </a:lnTo>
                    <a:lnTo>
                      <a:pt x="323945" y="414814"/>
                    </a:lnTo>
                    <a:lnTo>
                      <a:pt x="399098" y="414814"/>
                    </a:lnTo>
                    <a:lnTo>
                      <a:pt x="399098" y="254222"/>
                    </a:lnTo>
                    <a:cubicBezTo>
                      <a:pt x="399193" y="213931"/>
                      <a:pt x="388620" y="182118"/>
                      <a:pt x="367951" y="159830"/>
                    </a:cubicBezTo>
                    <a:moveTo>
                      <a:pt x="881825" y="272796"/>
                    </a:moveTo>
                    <a:cubicBezTo>
                      <a:pt x="881825" y="252508"/>
                      <a:pt x="878205" y="233267"/>
                      <a:pt x="871061" y="215646"/>
                    </a:cubicBezTo>
                    <a:cubicBezTo>
                      <a:pt x="863918" y="198025"/>
                      <a:pt x="853821" y="182309"/>
                      <a:pt x="841057" y="168974"/>
                    </a:cubicBezTo>
                    <a:cubicBezTo>
                      <a:pt x="828294" y="155639"/>
                      <a:pt x="812768" y="145066"/>
                      <a:pt x="794957" y="137636"/>
                    </a:cubicBezTo>
                    <a:cubicBezTo>
                      <a:pt x="777145" y="130112"/>
                      <a:pt x="757238" y="126302"/>
                      <a:pt x="735806" y="126302"/>
                    </a:cubicBezTo>
                    <a:cubicBezTo>
                      <a:pt x="715518" y="126302"/>
                      <a:pt x="696182" y="130207"/>
                      <a:pt x="678371" y="137922"/>
                    </a:cubicBezTo>
                    <a:cubicBezTo>
                      <a:pt x="660559" y="145637"/>
                      <a:pt x="644843" y="156210"/>
                      <a:pt x="631698" y="169355"/>
                    </a:cubicBezTo>
                    <a:cubicBezTo>
                      <a:pt x="618554" y="182499"/>
                      <a:pt x="607981" y="198215"/>
                      <a:pt x="600266" y="216027"/>
                    </a:cubicBezTo>
                    <a:cubicBezTo>
                      <a:pt x="592550" y="233839"/>
                      <a:pt x="588645" y="253175"/>
                      <a:pt x="588645" y="273463"/>
                    </a:cubicBezTo>
                    <a:cubicBezTo>
                      <a:pt x="588645" y="293751"/>
                      <a:pt x="592360" y="313087"/>
                      <a:pt x="599694" y="330899"/>
                    </a:cubicBezTo>
                    <a:cubicBezTo>
                      <a:pt x="607028" y="348710"/>
                      <a:pt x="617315" y="364426"/>
                      <a:pt x="630269" y="377571"/>
                    </a:cubicBezTo>
                    <a:cubicBezTo>
                      <a:pt x="643223" y="390716"/>
                      <a:pt x="659130" y="401288"/>
                      <a:pt x="677513" y="409004"/>
                    </a:cubicBezTo>
                    <a:cubicBezTo>
                      <a:pt x="695897" y="416719"/>
                      <a:pt x="716280" y="420624"/>
                      <a:pt x="738092" y="420624"/>
                    </a:cubicBezTo>
                    <a:cubicBezTo>
                      <a:pt x="801148" y="420624"/>
                      <a:pt x="840391" y="391954"/>
                      <a:pt x="863918" y="365093"/>
                    </a:cubicBezTo>
                    <a:lnTo>
                      <a:pt x="810292" y="324231"/>
                    </a:lnTo>
                    <a:cubicBezTo>
                      <a:pt x="798957" y="337661"/>
                      <a:pt x="772192" y="355854"/>
                      <a:pt x="738664" y="355854"/>
                    </a:cubicBezTo>
                    <a:cubicBezTo>
                      <a:pt x="717614" y="355854"/>
                      <a:pt x="700373" y="350996"/>
                      <a:pt x="687229" y="341376"/>
                    </a:cubicBezTo>
                    <a:cubicBezTo>
                      <a:pt x="674084" y="331756"/>
                      <a:pt x="665036" y="318611"/>
                      <a:pt x="660368" y="302133"/>
                    </a:cubicBezTo>
                    <a:lnTo>
                      <a:pt x="659606" y="299466"/>
                    </a:lnTo>
                    <a:lnTo>
                      <a:pt x="881825" y="299466"/>
                    </a:lnTo>
                    <a:lnTo>
                      <a:pt x="881825" y="272796"/>
                    </a:lnTo>
                    <a:close/>
                    <a:moveTo>
                      <a:pt x="660368" y="246793"/>
                    </a:moveTo>
                    <a:cubicBezTo>
                      <a:pt x="660368" y="226124"/>
                      <a:pt x="684086" y="189929"/>
                      <a:pt x="735330" y="189929"/>
                    </a:cubicBezTo>
                    <a:cubicBezTo>
                      <a:pt x="786575" y="189929"/>
                      <a:pt x="810387" y="226028"/>
                      <a:pt x="810387" y="246698"/>
                    </a:cubicBezTo>
                    <a:lnTo>
                      <a:pt x="660368" y="24679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Play"/>
                  <a:ea typeface="Play"/>
                  <a:cs typeface="Play"/>
                  <a:sym typeface="Play"/>
                </a:endParaRPr>
              </a:p>
            </p:txBody>
          </p:sp>
          <p:sp>
            <p:nvSpPr>
              <p:cNvPr id="375" name="Google Shape;375;p81"/>
              <p:cNvSpPr/>
              <p:nvPr/>
            </p:nvSpPr>
            <p:spPr>
              <a:xfrm>
                <a:off x="2358770" y="6728469"/>
                <a:ext cx="79057" cy="79057"/>
              </a:xfrm>
              <a:custGeom>
                <a:rect b="b" l="l" r="r" t="t"/>
                <a:pathLst>
                  <a:path extrusionOk="0" h="79057" w="79057">
                    <a:moveTo>
                      <a:pt x="39529" y="5620"/>
                    </a:moveTo>
                    <a:cubicBezTo>
                      <a:pt x="58198" y="5620"/>
                      <a:pt x="73438" y="20860"/>
                      <a:pt x="73438" y="39529"/>
                    </a:cubicBezTo>
                    <a:cubicBezTo>
                      <a:pt x="73438" y="58198"/>
                      <a:pt x="58198" y="73438"/>
                      <a:pt x="39529" y="73438"/>
                    </a:cubicBezTo>
                    <a:cubicBezTo>
                      <a:pt x="20860" y="73438"/>
                      <a:pt x="5620" y="58198"/>
                      <a:pt x="5620" y="39529"/>
                    </a:cubicBezTo>
                    <a:cubicBezTo>
                      <a:pt x="5620" y="20860"/>
                      <a:pt x="20860" y="5620"/>
                      <a:pt x="39529" y="5620"/>
                    </a:cubicBezTo>
                    <a:moveTo>
                      <a:pt x="39529" y="0"/>
                    </a:moveTo>
                    <a:cubicBezTo>
                      <a:pt x="17717" y="0"/>
                      <a:pt x="0" y="17717"/>
                      <a:pt x="0" y="39529"/>
                    </a:cubicBezTo>
                    <a:cubicBezTo>
                      <a:pt x="0" y="61341"/>
                      <a:pt x="17717" y="79058"/>
                      <a:pt x="39529" y="79058"/>
                    </a:cubicBezTo>
                    <a:cubicBezTo>
                      <a:pt x="61341" y="79058"/>
                      <a:pt x="79058" y="61341"/>
                      <a:pt x="79058" y="39529"/>
                    </a:cubicBezTo>
                    <a:cubicBezTo>
                      <a:pt x="79058" y="17717"/>
                      <a:pt x="61341" y="0"/>
                      <a:pt x="39529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Play"/>
                  <a:ea typeface="Play"/>
                  <a:cs typeface="Play"/>
                  <a:sym typeface="Play"/>
                </a:endParaRPr>
              </a:p>
            </p:txBody>
          </p:sp>
          <p:sp>
            <p:nvSpPr>
              <p:cNvPr id="376" name="Google Shape;376;p81"/>
              <p:cNvSpPr/>
              <p:nvPr/>
            </p:nvSpPr>
            <p:spPr>
              <a:xfrm>
                <a:off x="2384869" y="6748090"/>
                <a:ext cx="30765" cy="39528"/>
              </a:xfrm>
              <a:custGeom>
                <a:rect b="b" l="l" r="r" t="t"/>
                <a:pathLst>
                  <a:path extrusionOk="0" h="39528" w="30765">
                    <a:moveTo>
                      <a:pt x="16383" y="95"/>
                    </a:moveTo>
                    <a:cubicBezTo>
                      <a:pt x="18860" y="95"/>
                      <a:pt x="21050" y="667"/>
                      <a:pt x="23051" y="1715"/>
                    </a:cubicBezTo>
                    <a:cubicBezTo>
                      <a:pt x="25051" y="2762"/>
                      <a:pt x="26575" y="4286"/>
                      <a:pt x="27718" y="6191"/>
                    </a:cubicBezTo>
                    <a:cubicBezTo>
                      <a:pt x="28861" y="8096"/>
                      <a:pt x="29337" y="10192"/>
                      <a:pt x="29337" y="12478"/>
                    </a:cubicBezTo>
                    <a:cubicBezTo>
                      <a:pt x="29337" y="15335"/>
                      <a:pt x="28575" y="17717"/>
                      <a:pt x="27146" y="19622"/>
                    </a:cubicBezTo>
                    <a:cubicBezTo>
                      <a:pt x="25718" y="21527"/>
                      <a:pt x="23908" y="22860"/>
                      <a:pt x="21812" y="23717"/>
                    </a:cubicBezTo>
                    <a:lnTo>
                      <a:pt x="30766" y="39529"/>
                    </a:lnTo>
                    <a:lnTo>
                      <a:pt x="23717" y="39529"/>
                    </a:lnTo>
                    <a:lnTo>
                      <a:pt x="15526" y="24860"/>
                    </a:lnTo>
                    <a:lnTo>
                      <a:pt x="6191" y="24860"/>
                    </a:lnTo>
                    <a:lnTo>
                      <a:pt x="6191" y="39529"/>
                    </a:lnTo>
                    <a:lnTo>
                      <a:pt x="0" y="39529"/>
                    </a:lnTo>
                    <a:lnTo>
                      <a:pt x="0" y="0"/>
                    </a:lnTo>
                    <a:lnTo>
                      <a:pt x="16383" y="0"/>
                    </a:lnTo>
                    <a:close/>
                    <a:moveTo>
                      <a:pt x="16383" y="19336"/>
                    </a:moveTo>
                    <a:cubicBezTo>
                      <a:pt x="17717" y="19336"/>
                      <a:pt x="18860" y="19050"/>
                      <a:pt x="19907" y="18478"/>
                    </a:cubicBezTo>
                    <a:cubicBezTo>
                      <a:pt x="20955" y="17907"/>
                      <a:pt x="21717" y="17050"/>
                      <a:pt x="22289" y="16097"/>
                    </a:cubicBezTo>
                    <a:cubicBezTo>
                      <a:pt x="22860" y="15050"/>
                      <a:pt x="23146" y="13906"/>
                      <a:pt x="23146" y="12573"/>
                    </a:cubicBezTo>
                    <a:cubicBezTo>
                      <a:pt x="23146" y="11240"/>
                      <a:pt x="22860" y="10097"/>
                      <a:pt x="22289" y="9049"/>
                    </a:cubicBezTo>
                    <a:cubicBezTo>
                      <a:pt x="21717" y="8001"/>
                      <a:pt x="20860" y="7239"/>
                      <a:pt x="19907" y="6668"/>
                    </a:cubicBezTo>
                    <a:cubicBezTo>
                      <a:pt x="18860" y="6096"/>
                      <a:pt x="17717" y="5810"/>
                      <a:pt x="16383" y="5810"/>
                    </a:cubicBezTo>
                    <a:lnTo>
                      <a:pt x="6191" y="5810"/>
                    </a:lnTo>
                    <a:lnTo>
                      <a:pt x="6191" y="19336"/>
                    </a:lnTo>
                    <a:lnTo>
                      <a:pt x="16383" y="1933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Play"/>
                  <a:ea typeface="Play"/>
                  <a:cs typeface="Play"/>
                  <a:sym typeface="Play"/>
                </a:endParaRPr>
              </a:p>
            </p:txBody>
          </p:sp>
        </p:grpSp>
      </p:grpSp>
      <p:sp>
        <p:nvSpPr>
          <p:cNvPr id="377" name="Google Shape;377;p81"/>
          <p:cNvSpPr txBox="1"/>
          <p:nvPr>
            <p:ph idx="1" type="body"/>
          </p:nvPr>
        </p:nvSpPr>
        <p:spPr>
          <a:xfrm>
            <a:off x="1543438" y="944163"/>
            <a:ext cx="9810362" cy="62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None/>
              <a:defRPr sz="16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8" name="Google Shape;378;p81"/>
          <p:cNvSpPr txBox="1"/>
          <p:nvPr>
            <p:ph type="ctrTitle"/>
          </p:nvPr>
        </p:nvSpPr>
        <p:spPr>
          <a:xfrm>
            <a:off x="1542536" y="1635111"/>
            <a:ext cx="9789007" cy="187485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lay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9" name="Google Shape;379;p81"/>
          <p:cNvSpPr txBox="1"/>
          <p:nvPr>
            <p:ph idx="2" type="subTitle"/>
          </p:nvPr>
        </p:nvSpPr>
        <p:spPr>
          <a:xfrm>
            <a:off x="1542536" y="3602038"/>
            <a:ext cx="9789007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Blue B" showMasterSp="0">
  <p:cSld name="Title Slide Blue B">
    <p:bg>
      <p:bgPr>
        <a:solidFill>
          <a:schemeClr val="dk2"/>
        </a:solidFill>
      </p:bgPr>
    </p:bg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1" name="Google Shape;381;p82"/>
          <p:cNvGrpSpPr/>
          <p:nvPr/>
        </p:nvGrpSpPr>
        <p:grpSpPr>
          <a:xfrm>
            <a:off x="573803" y="0"/>
            <a:ext cx="4325371" cy="6392520"/>
            <a:chOff x="573803" y="0"/>
            <a:chExt cx="4325371" cy="6392520"/>
          </a:xfrm>
        </p:grpSpPr>
        <p:sp>
          <p:nvSpPr>
            <p:cNvPr id="382" name="Google Shape;382;p82"/>
            <p:cNvSpPr/>
            <p:nvPr/>
          </p:nvSpPr>
          <p:spPr>
            <a:xfrm>
              <a:off x="1468406" y="0"/>
              <a:ext cx="3430768" cy="539087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200"/>
                <a:buFont typeface="Play"/>
                <a:buNone/>
              </a:pPr>
              <a:r>
                <a:t/>
              </a:r>
              <a:endParaRPr b="0" i="0" sz="3200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grpSp>
          <p:nvGrpSpPr>
            <p:cNvPr id="383" name="Google Shape;383;p82"/>
            <p:cNvGrpSpPr/>
            <p:nvPr/>
          </p:nvGrpSpPr>
          <p:grpSpPr>
            <a:xfrm>
              <a:off x="1468406" y="5995719"/>
              <a:ext cx="1059754" cy="396801"/>
              <a:chOff x="1314450" y="6391094"/>
              <a:chExt cx="1123377" cy="420623"/>
            </a:xfrm>
          </p:grpSpPr>
          <p:sp>
            <p:nvSpPr>
              <p:cNvPr id="384" name="Google Shape;384;p82"/>
              <p:cNvSpPr/>
              <p:nvPr/>
            </p:nvSpPr>
            <p:spPr>
              <a:xfrm>
                <a:off x="1314450" y="6396809"/>
                <a:ext cx="78581" cy="78581"/>
              </a:xfrm>
              <a:custGeom>
                <a:rect b="b" l="l" r="r" t="t"/>
                <a:pathLst>
                  <a:path extrusionOk="0" h="78581" w="78581">
                    <a:moveTo>
                      <a:pt x="0" y="0"/>
                    </a:moveTo>
                    <a:lnTo>
                      <a:pt x="78581" y="0"/>
                    </a:lnTo>
                    <a:lnTo>
                      <a:pt x="78581" y="78581"/>
                    </a:lnTo>
                    <a:lnTo>
                      <a:pt x="0" y="78581"/>
                    </a:lnTo>
                    <a:close/>
                  </a:path>
                </a:pathLst>
              </a:custGeom>
              <a:solidFill>
                <a:srgbClr val="00B2E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Play"/>
                  <a:ea typeface="Play"/>
                  <a:cs typeface="Play"/>
                  <a:sym typeface="Play"/>
                </a:endParaRPr>
              </a:p>
            </p:txBody>
          </p:sp>
          <p:sp>
            <p:nvSpPr>
              <p:cNvPr id="385" name="Google Shape;385;p82"/>
              <p:cNvSpPr/>
              <p:nvPr/>
            </p:nvSpPr>
            <p:spPr>
              <a:xfrm>
                <a:off x="1316545" y="6391094"/>
                <a:ext cx="995171" cy="420623"/>
              </a:xfrm>
              <a:custGeom>
                <a:rect b="b" l="l" r="r" t="t"/>
                <a:pathLst>
                  <a:path extrusionOk="0" h="420623" w="995171">
                    <a:moveTo>
                      <a:pt x="74486" y="131921"/>
                    </a:moveTo>
                    <a:lnTo>
                      <a:pt x="0" y="131921"/>
                    </a:lnTo>
                    <a:lnTo>
                      <a:pt x="0" y="414719"/>
                    </a:lnTo>
                    <a:lnTo>
                      <a:pt x="74486" y="414719"/>
                    </a:lnTo>
                    <a:lnTo>
                      <a:pt x="74486" y="131921"/>
                    </a:lnTo>
                    <a:close/>
                    <a:moveTo>
                      <a:pt x="568262" y="417576"/>
                    </a:moveTo>
                    <a:lnTo>
                      <a:pt x="568262" y="348234"/>
                    </a:lnTo>
                    <a:cubicBezTo>
                      <a:pt x="557308" y="348139"/>
                      <a:pt x="548259" y="347567"/>
                      <a:pt x="541306" y="346520"/>
                    </a:cubicBezTo>
                    <a:cubicBezTo>
                      <a:pt x="533591" y="345281"/>
                      <a:pt x="527685" y="342710"/>
                      <a:pt x="523780" y="338804"/>
                    </a:cubicBezTo>
                    <a:cubicBezTo>
                      <a:pt x="519875" y="334899"/>
                      <a:pt x="517303" y="329184"/>
                      <a:pt x="516065" y="321945"/>
                    </a:cubicBezTo>
                    <a:cubicBezTo>
                      <a:pt x="514922" y="314992"/>
                      <a:pt x="514350" y="305753"/>
                      <a:pt x="514350" y="294608"/>
                    </a:cubicBezTo>
                    <a:lnTo>
                      <a:pt x="514350" y="195644"/>
                    </a:lnTo>
                    <a:lnTo>
                      <a:pt x="568262" y="195644"/>
                    </a:lnTo>
                    <a:lnTo>
                      <a:pt x="568262" y="131921"/>
                    </a:lnTo>
                    <a:lnTo>
                      <a:pt x="514350" y="131921"/>
                    </a:lnTo>
                    <a:lnTo>
                      <a:pt x="514350" y="21812"/>
                    </a:lnTo>
                    <a:lnTo>
                      <a:pt x="439865" y="21812"/>
                    </a:lnTo>
                    <a:lnTo>
                      <a:pt x="439865" y="295180"/>
                    </a:lnTo>
                    <a:cubicBezTo>
                      <a:pt x="439865" y="318230"/>
                      <a:pt x="441865" y="337852"/>
                      <a:pt x="445865" y="353473"/>
                    </a:cubicBezTo>
                    <a:cubicBezTo>
                      <a:pt x="449771" y="368903"/>
                      <a:pt x="456438" y="381572"/>
                      <a:pt x="465677" y="391001"/>
                    </a:cubicBezTo>
                    <a:cubicBezTo>
                      <a:pt x="474917" y="400431"/>
                      <a:pt x="487204" y="407289"/>
                      <a:pt x="502063" y="411385"/>
                    </a:cubicBezTo>
                    <a:cubicBezTo>
                      <a:pt x="517112" y="415481"/>
                      <a:pt x="536258" y="417671"/>
                      <a:pt x="558927" y="417671"/>
                    </a:cubicBezTo>
                    <a:lnTo>
                      <a:pt x="568262" y="417671"/>
                    </a:lnTo>
                    <a:close/>
                    <a:moveTo>
                      <a:pt x="995172" y="0"/>
                    </a:moveTo>
                    <a:lnTo>
                      <a:pt x="920687" y="0"/>
                    </a:lnTo>
                    <a:lnTo>
                      <a:pt x="920687" y="414719"/>
                    </a:lnTo>
                    <a:lnTo>
                      <a:pt x="995172" y="414719"/>
                    </a:lnTo>
                    <a:lnTo>
                      <a:pt x="995172" y="0"/>
                    </a:lnTo>
                    <a:close/>
                    <a:moveTo>
                      <a:pt x="367951" y="159830"/>
                    </a:moveTo>
                    <a:cubicBezTo>
                      <a:pt x="347282" y="137541"/>
                      <a:pt x="318135" y="126206"/>
                      <a:pt x="281273" y="126206"/>
                    </a:cubicBezTo>
                    <a:cubicBezTo>
                      <a:pt x="263462" y="126206"/>
                      <a:pt x="247079" y="129921"/>
                      <a:pt x="232410" y="137065"/>
                    </a:cubicBezTo>
                    <a:cubicBezTo>
                      <a:pt x="217742" y="144304"/>
                      <a:pt x="205264" y="154496"/>
                      <a:pt x="195358" y="167259"/>
                    </a:cubicBezTo>
                    <a:lnTo>
                      <a:pt x="191262" y="172498"/>
                    </a:lnTo>
                    <a:lnTo>
                      <a:pt x="191262" y="167831"/>
                    </a:lnTo>
                    <a:lnTo>
                      <a:pt x="191262" y="132017"/>
                    </a:lnTo>
                    <a:lnTo>
                      <a:pt x="117920" y="132017"/>
                    </a:lnTo>
                    <a:lnTo>
                      <a:pt x="117920" y="414814"/>
                    </a:lnTo>
                    <a:lnTo>
                      <a:pt x="191929" y="414814"/>
                    </a:lnTo>
                    <a:lnTo>
                      <a:pt x="191929" y="264128"/>
                    </a:lnTo>
                    <a:lnTo>
                      <a:pt x="192024" y="274606"/>
                    </a:lnTo>
                    <a:cubicBezTo>
                      <a:pt x="192024" y="272891"/>
                      <a:pt x="192024" y="271177"/>
                      <a:pt x="192119" y="269558"/>
                    </a:cubicBezTo>
                    <a:cubicBezTo>
                      <a:pt x="192881" y="243173"/>
                      <a:pt x="199454" y="223456"/>
                      <a:pt x="211741" y="210884"/>
                    </a:cubicBezTo>
                    <a:cubicBezTo>
                      <a:pt x="224790" y="197549"/>
                      <a:pt x="240697" y="190786"/>
                      <a:pt x="258985" y="190786"/>
                    </a:cubicBezTo>
                    <a:cubicBezTo>
                      <a:pt x="280511" y="190786"/>
                      <a:pt x="296894" y="197358"/>
                      <a:pt x="307753" y="210407"/>
                    </a:cubicBezTo>
                    <a:cubicBezTo>
                      <a:pt x="318421" y="223171"/>
                      <a:pt x="323850" y="241364"/>
                      <a:pt x="323945" y="264605"/>
                    </a:cubicBezTo>
                    <a:lnTo>
                      <a:pt x="323945" y="264605"/>
                    </a:lnTo>
                    <a:lnTo>
                      <a:pt x="323945" y="265176"/>
                    </a:lnTo>
                    <a:lnTo>
                      <a:pt x="323945" y="265271"/>
                    </a:lnTo>
                    <a:lnTo>
                      <a:pt x="323945" y="414814"/>
                    </a:lnTo>
                    <a:lnTo>
                      <a:pt x="399098" y="414814"/>
                    </a:lnTo>
                    <a:lnTo>
                      <a:pt x="399098" y="254222"/>
                    </a:lnTo>
                    <a:cubicBezTo>
                      <a:pt x="399193" y="213931"/>
                      <a:pt x="388620" y="182118"/>
                      <a:pt x="367951" y="159830"/>
                    </a:cubicBezTo>
                    <a:moveTo>
                      <a:pt x="881825" y="272796"/>
                    </a:moveTo>
                    <a:cubicBezTo>
                      <a:pt x="881825" y="252508"/>
                      <a:pt x="878205" y="233267"/>
                      <a:pt x="871061" y="215646"/>
                    </a:cubicBezTo>
                    <a:cubicBezTo>
                      <a:pt x="863918" y="198025"/>
                      <a:pt x="853821" y="182309"/>
                      <a:pt x="841057" y="168974"/>
                    </a:cubicBezTo>
                    <a:cubicBezTo>
                      <a:pt x="828294" y="155639"/>
                      <a:pt x="812768" y="145066"/>
                      <a:pt x="794957" y="137636"/>
                    </a:cubicBezTo>
                    <a:cubicBezTo>
                      <a:pt x="777145" y="130112"/>
                      <a:pt x="757238" y="126302"/>
                      <a:pt x="735806" y="126302"/>
                    </a:cubicBezTo>
                    <a:cubicBezTo>
                      <a:pt x="715518" y="126302"/>
                      <a:pt x="696182" y="130207"/>
                      <a:pt x="678371" y="137922"/>
                    </a:cubicBezTo>
                    <a:cubicBezTo>
                      <a:pt x="660559" y="145637"/>
                      <a:pt x="644843" y="156210"/>
                      <a:pt x="631698" y="169355"/>
                    </a:cubicBezTo>
                    <a:cubicBezTo>
                      <a:pt x="618554" y="182499"/>
                      <a:pt x="607981" y="198215"/>
                      <a:pt x="600266" y="216027"/>
                    </a:cubicBezTo>
                    <a:cubicBezTo>
                      <a:pt x="592550" y="233839"/>
                      <a:pt x="588645" y="253175"/>
                      <a:pt x="588645" y="273463"/>
                    </a:cubicBezTo>
                    <a:cubicBezTo>
                      <a:pt x="588645" y="293751"/>
                      <a:pt x="592360" y="313087"/>
                      <a:pt x="599694" y="330899"/>
                    </a:cubicBezTo>
                    <a:cubicBezTo>
                      <a:pt x="607028" y="348710"/>
                      <a:pt x="617315" y="364426"/>
                      <a:pt x="630269" y="377571"/>
                    </a:cubicBezTo>
                    <a:cubicBezTo>
                      <a:pt x="643223" y="390716"/>
                      <a:pt x="659130" y="401288"/>
                      <a:pt x="677513" y="409004"/>
                    </a:cubicBezTo>
                    <a:cubicBezTo>
                      <a:pt x="695897" y="416719"/>
                      <a:pt x="716280" y="420624"/>
                      <a:pt x="738092" y="420624"/>
                    </a:cubicBezTo>
                    <a:cubicBezTo>
                      <a:pt x="801148" y="420624"/>
                      <a:pt x="840391" y="391954"/>
                      <a:pt x="863918" y="365093"/>
                    </a:cubicBezTo>
                    <a:lnTo>
                      <a:pt x="810292" y="324231"/>
                    </a:lnTo>
                    <a:cubicBezTo>
                      <a:pt x="798957" y="337661"/>
                      <a:pt x="772192" y="355854"/>
                      <a:pt x="738664" y="355854"/>
                    </a:cubicBezTo>
                    <a:cubicBezTo>
                      <a:pt x="717614" y="355854"/>
                      <a:pt x="700373" y="350996"/>
                      <a:pt x="687229" y="341376"/>
                    </a:cubicBezTo>
                    <a:cubicBezTo>
                      <a:pt x="674084" y="331756"/>
                      <a:pt x="665036" y="318611"/>
                      <a:pt x="660368" y="302133"/>
                    </a:cubicBezTo>
                    <a:lnTo>
                      <a:pt x="659606" y="299466"/>
                    </a:lnTo>
                    <a:lnTo>
                      <a:pt x="881825" y="299466"/>
                    </a:lnTo>
                    <a:lnTo>
                      <a:pt x="881825" y="272796"/>
                    </a:lnTo>
                    <a:close/>
                    <a:moveTo>
                      <a:pt x="660368" y="246793"/>
                    </a:moveTo>
                    <a:cubicBezTo>
                      <a:pt x="660368" y="226124"/>
                      <a:pt x="684086" y="189929"/>
                      <a:pt x="735330" y="189929"/>
                    </a:cubicBezTo>
                    <a:cubicBezTo>
                      <a:pt x="786575" y="189929"/>
                      <a:pt x="810387" y="226028"/>
                      <a:pt x="810387" y="246698"/>
                    </a:cubicBezTo>
                    <a:lnTo>
                      <a:pt x="660368" y="24679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Play"/>
                  <a:ea typeface="Play"/>
                  <a:cs typeface="Play"/>
                  <a:sym typeface="Play"/>
                </a:endParaRPr>
              </a:p>
            </p:txBody>
          </p:sp>
          <p:sp>
            <p:nvSpPr>
              <p:cNvPr id="386" name="Google Shape;386;p82"/>
              <p:cNvSpPr/>
              <p:nvPr/>
            </p:nvSpPr>
            <p:spPr>
              <a:xfrm>
                <a:off x="2358770" y="6728469"/>
                <a:ext cx="79057" cy="79057"/>
              </a:xfrm>
              <a:custGeom>
                <a:rect b="b" l="l" r="r" t="t"/>
                <a:pathLst>
                  <a:path extrusionOk="0" h="79057" w="79057">
                    <a:moveTo>
                      <a:pt x="39529" y="5620"/>
                    </a:moveTo>
                    <a:cubicBezTo>
                      <a:pt x="58198" y="5620"/>
                      <a:pt x="73438" y="20860"/>
                      <a:pt x="73438" y="39529"/>
                    </a:cubicBezTo>
                    <a:cubicBezTo>
                      <a:pt x="73438" y="58198"/>
                      <a:pt x="58198" y="73438"/>
                      <a:pt x="39529" y="73438"/>
                    </a:cubicBezTo>
                    <a:cubicBezTo>
                      <a:pt x="20860" y="73438"/>
                      <a:pt x="5620" y="58198"/>
                      <a:pt x="5620" y="39529"/>
                    </a:cubicBezTo>
                    <a:cubicBezTo>
                      <a:pt x="5620" y="20860"/>
                      <a:pt x="20860" y="5620"/>
                      <a:pt x="39529" y="5620"/>
                    </a:cubicBezTo>
                    <a:moveTo>
                      <a:pt x="39529" y="0"/>
                    </a:moveTo>
                    <a:cubicBezTo>
                      <a:pt x="17717" y="0"/>
                      <a:pt x="0" y="17717"/>
                      <a:pt x="0" y="39529"/>
                    </a:cubicBezTo>
                    <a:cubicBezTo>
                      <a:pt x="0" y="61341"/>
                      <a:pt x="17717" y="79058"/>
                      <a:pt x="39529" y="79058"/>
                    </a:cubicBezTo>
                    <a:cubicBezTo>
                      <a:pt x="61341" y="79058"/>
                      <a:pt x="79058" y="61341"/>
                      <a:pt x="79058" y="39529"/>
                    </a:cubicBezTo>
                    <a:cubicBezTo>
                      <a:pt x="79058" y="17717"/>
                      <a:pt x="61341" y="0"/>
                      <a:pt x="39529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Play"/>
                  <a:ea typeface="Play"/>
                  <a:cs typeface="Play"/>
                  <a:sym typeface="Play"/>
                </a:endParaRPr>
              </a:p>
            </p:txBody>
          </p:sp>
          <p:sp>
            <p:nvSpPr>
              <p:cNvPr id="387" name="Google Shape;387;p82"/>
              <p:cNvSpPr/>
              <p:nvPr/>
            </p:nvSpPr>
            <p:spPr>
              <a:xfrm>
                <a:off x="2384869" y="6748090"/>
                <a:ext cx="30765" cy="39528"/>
              </a:xfrm>
              <a:custGeom>
                <a:rect b="b" l="l" r="r" t="t"/>
                <a:pathLst>
                  <a:path extrusionOk="0" h="39528" w="30765">
                    <a:moveTo>
                      <a:pt x="16383" y="95"/>
                    </a:moveTo>
                    <a:cubicBezTo>
                      <a:pt x="18860" y="95"/>
                      <a:pt x="21050" y="667"/>
                      <a:pt x="23051" y="1715"/>
                    </a:cubicBezTo>
                    <a:cubicBezTo>
                      <a:pt x="25051" y="2762"/>
                      <a:pt x="26575" y="4286"/>
                      <a:pt x="27718" y="6191"/>
                    </a:cubicBezTo>
                    <a:cubicBezTo>
                      <a:pt x="28861" y="8096"/>
                      <a:pt x="29337" y="10192"/>
                      <a:pt x="29337" y="12478"/>
                    </a:cubicBezTo>
                    <a:cubicBezTo>
                      <a:pt x="29337" y="15335"/>
                      <a:pt x="28575" y="17717"/>
                      <a:pt x="27146" y="19622"/>
                    </a:cubicBezTo>
                    <a:cubicBezTo>
                      <a:pt x="25718" y="21527"/>
                      <a:pt x="23908" y="22860"/>
                      <a:pt x="21812" y="23717"/>
                    </a:cubicBezTo>
                    <a:lnTo>
                      <a:pt x="30766" y="39529"/>
                    </a:lnTo>
                    <a:lnTo>
                      <a:pt x="23717" y="39529"/>
                    </a:lnTo>
                    <a:lnTo>
                      <a:pt x="15526" y="24860"/>
                    </a:lnTo>
                    <a:lnTo>
                      <a:pt x="6191" y="24860"/>
                    </a:lnTo>
                    <a:lnTo>
                      <a:pt x="6191" y="39529"/>
                    </a:lnTo>
                    <a:lnTo>
                      <a:pt x="0" y="39529"/>
                    </a:lnTo>
                    <a:lnTo>
                      <a:pt x="0" y="0"/>
                    </a:lnTo>
                    <a:lnTo>
                      <a:pt x="16383" y="0"/>
                    </a:lnTo>
                    <a:close/>
                    <a:moveTo>
                      <a:pt x="16383" y="19336"/>
                    </a:moveTo>
                    <a:cubicBezTo>
                      <a:pt x="17717" y="19336"/>
                      <a:pt x="18860" y="19050"/>
                      <a:pt x="19907" y="18478"/>
                    </a:cubicBezTo>
                    <a:cubicBezTo>
                      <a:pt x="20955" y="17907"/>
                      <a:pt x="21717" y="17050"/>
                      <a:pt x="22289" y="16097"/>
                    </a:cubicBezTo>
                    <a:cubicBezTo>
                      <a:pt x="22860" y="15050"/>
                      <a:pt x="23146" y="13906"/>
                      <a:pt x="23146" y="12573"/>
                    </a:cubicBezTo>
                    <a:cubicBezTo>
                      <a:pt x="23146" y="11240"/>
                      <a:pt x="22860" y="10097"/>
                      <a:pt x="22289" y="9049"/>
                    </a:cubicBezTo>
                    <a:cubicBezTo>
                      <a:pt x="21717" y="8001"/>
                      <a:pt x="20860" y="7239"/>
                      <a:pt x="19907" y="6668"/>
                    </a:cubicBezTo>
                    <a:cubicBezTo>
                      <a:pt x="18860" y="6096"/>
                      <a:pt x="17717" y="5810"/>
                      <a:pt x="16383" y="5810"/>
                    </a:cubicBezTo>
                    <a:lnTo>
                      <a:pt x="6191" y="5810"/>
                    </a:lnTo>
                    <a:lnTo>
                      <a:pt x="6191" y="19336"/>
                    </a:lnTo>
                    <a:lnTo>
                      <a:pt x="16383" y="1933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Play"/>
                  <a:ea typeface="Play"/>
                  <a:cs typeface="Play"/>
                  <a:sym typeface="Play"/>
                </a:endParaRPr>
              </a:p>
            </p:txBody>
          </p:sp>
        </p:grpSp>
        <p:sp>
          <p:nvSpPr>
            <p:cNvPr id="388" name="Google Shape;388;p82"/>
            <p:cNvSpPr/>
            <p:nvPr/>
          </p:nvSpPr>
          <p:spPr>
            <a:xfrm>
              <a:off x="860457" y="4951823"/>
              <a:ext cx="158111" cy="1581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200"/>
                <a:buFont typeface="Play"/>
                <a:buNone/>
              </a:pPr>
              <a:r>
                <a:t/>
              </a:r>
              <a:endParaRPr b="0" i="0" sz="3200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389" name="Google Shape;389;p82"/>
            <p:cNvSpPr/>
            <p:nvPr/>
          </p:nvSpPr>
          <p:spPr>
            <a:xfrm>
              <a:off x="573803" y="5104242"/>
              <a:ext cx="286654" cy="286654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200"/>
                <a:buFont typeface="Play"/>
                <a:buNone/>
              </a:pPr>
              <a:r>
                <a:t/>
              </a:r>
              <a:endParaRPr b="0" i="0" sz="3200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390" name="Google Shape;390;p82"/>
            <p:cNvSpPr/>
            <p:nvPr/>
          </p:nvSpPr>
          <p:spPr>
            <a:xfrm>
              <a:off x="861107" y="5390896"/>
              <a:ext cx="610214" cy="61021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200"/>
                <a:buFont typeface="Play"/>
                <a:buNone/>
              </a:pPr>
              <a:r>
                <a:t/>
              </a:r>
              <a:endParaRPr b="0" i="0" sz="3200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</p:grpSp>
      <p:sp>
        <p:nvSpPr>
          <p:cNvPr id="391" name="Google Shape;391;p82"/>
          <p:cNvSpPr txBox="1"/>
          <p:nvPr>
            <p:ph idx="1" type="body"/>
          </p:nvPr>
        </p:nvSpPr>
        <p:spPr>
          <a:xfrm>
            <a:off x="1543438" y="944163"/>
            <a:ext cx="9810362" cy="62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None/>
              <a:defRPr sz="16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92" name="Google Shape;392;p82"/>
          <p:cNvSpPr txBox="1"/>
          <p:nvPr>
            <p:ph type="ctrTitle"/>
          </p:nvPr>
        </p:nvSpPr>
        <p:spPr>
          <a:xfrm>
            <a:off x="1542536" y="1635111"/>
            <a:ext cx="9789007" cy="187485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lay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3" name="Google Shape;393;p82"/>
          <p:cNvSpPr txBox="1"/>
          <p:nvPr>
            <p:ph idx="2" type="subTitle"/>
          </p:nvPr>
        </p:nvSpPr>
        <p:spPr>
          <a:xfrm>
            <a:off x="1542536" y="3602038"/>
            <a:ext cx="9789007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White" showMasterSp="0">
  <p:cSld name="Title Slide White">
    <p:bg>
      <p:bgPr>
        <a:solidFill>
          <a:schemeClr val="lt1"/>
        </a:solidFill>
      </p:bgPr>
    </p:bg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5" name="Google Shape;395;p83"/>
          <p:cNvGrpSpPr/>
          <p:nvPr/>
        </p:nvGrpSpPr>
        <p:grpSpPr>
          <a:xfrm>
            <a:off x="573803" y="0"/>
            <a:ext cx="4325371" cy="6377476"/>
            <a:chOff x="573803" y="0"/>
            <a:chExt cx="4325371" cy="6377476"/>
          </a:xfrm>
        </p:grpSpPr>
        <p:sp>
          <p:nvSpPr>
            <p:cNvPr id="396" name="Google Shape;396;p83"/>
            <p:cNvSpPr/>
            <p:nvPr/>
          </p:nvSpPr>
          <p:spPr>
            <a:xfrm>
              <a:off x="1468406" y="0"/>
              <a:ext cx="3430768" cy="539087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200"/>
                <a:buFont typeface="Play"/>
                <a:buNone/>
              </a:pPr>
              <a:r>
                <a:t/>
              </a:r>
              <a:endParaRPr b="0" i="0" sz="3200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397" name="Google Shape;397;p83"/>
            <p:cNvSpPr/>
            <p:nvPr/>
          </p:nvSpPr>
          <p:spPr>
            <a:xfrm>
              <a:off x="860457" y="4951823"/>
              <a:ext cx="158111" cy="1581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200"/>
                <a:buFont typeface="Play"/>
                <a:buNone/>
              </a:pPr>
              <a:r>
                <a:t/>
              </a:r>
              <a:endParaRPr b="0" i="0" sz="3200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398" name="Google Shape;398;p83"/>
            <p:cNvSpPr/>
            <p:nvPr/>
          </p:nvSpPr>
          <p:spPr>
            <a:xfrm>
              <a:off x="573803" y="5104242"/>
              <a:ext cx="286654" cy="28665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200"/>
                <a:buFont typeface="Play"/>
                <a:buNone/>
              </a:pPr>
              <a:r>
                <a:t/>
              </a:r>
              <a:endParaRPr b="0" i="0" sz="3200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399" name="Google Shape;399;p83"/>
            <p:cNvSpPr/>
            <p:nvPr/>
          </p:nvSpPr>
          <p:spPr>
            <a:xfrm>
              <a:off x="861107" y="5390896"/>
              <a:ext cx="610214" cy="61021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200"/>
                <a:buFont typeface="Play"/>
                <a:buNone/>
              </a:pPr>
              <a:r>
                <a:t/>
              </a:r>
              <a:endParaRPr b="0" i="0" sz="3200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pic>
          <p:nvPicPr>
            <p:cNvPr id="400" name="Google Shape;400;p83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466513" y="5992753"/>
              <a:ext cx="1031758" cy="38472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01" name="Google Shape;401;p83"/>
          <p:cNvSpPr txBox="1"/>
          <p:nvPr>
            <p:ph idx="1" type="body"/>
          </p:nvPr>
        </p:nvSpPr>
        <p:spPr>
          <a:xfrm>
            <a:off x="1543438" y="944163"/>
            <a:ext cx="9810362" cy="62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None/>
              <a:defRPr sz="16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2" name="Google Shape;402;p83"/>
          <p:cNvSpPr txBox="1"/>
          <p:nvPr>
            <p:ph type="ctrTitle"/>
          </p:nvPr>
        </p:nvSpPr>
        <p:spPr>
          <a:xfrm>
            <a:off x="1542536" y="1635111"/>
            <a:ext cx="9789007" cy="187485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3" name="Google Shape;403;p83"/>
          <p:cNvSpPr txBox="1"/>
          <p:nvPr>
            <p:ph idx="2" type="subTitle"/>
          </p:nvPr>
        </p:nvSpPr>
        <p:spPr>
          <a:xfrm>
            <a:off x="1542536" y="3602038"/>
            <a:ext cx="9789007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84"/>
          <p:cNvSpPr txBox="1"/>
          <p:nvPr>
            <p:ph type="title"/>
          </p:nvPr>
        </p:nvSpPr>
        <p:spPr>
          <a:xfrm>
            <a:off x="381000" y="221694"/>
            <a:ext cx="10972800" cy="11998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6" name="Google Shape;406;p84"/>
          <p:cNvSpPr txBox="1"/>
          <p:nvPr>
            <p:ph idx="1" type="body"/>
          </p:nvPr>
        </p:nvSpPr>
        <p:spPr>
          <a:xfrm>
            <a:off x="381000" y="1487056"/>
            <a:ext cx="10972800" cy="46899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240">
          <p15:clr>
            <a:srgbClr val="FBAE40"/>
          </p15:clr>
        </p15:guide>
        <p15:guide id="3" pos="7152">
          <p15:clr>
            <a:srgbClr val="FBAE40"/>
          </p15:clr>
        </p15:guide>
      </p15:sldGuideLst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Sub and Content">
  <p:cSld name="Title, Sub and Content"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85"/>
          <p:cNvSpPr txBox="1"/>
          <p:nvPr>
            <p:ph type="title"/>
          </p:nvPr>
        </p:nvSpPr>
        <p:spPr>
          <a:xfrm>
            <a:off x="381000" y="221694"/>
            <a:ext cx="10972800" cy="11998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9" name="Google Shape;409;p85"/>
          <p:cNvSpPr txBox="1"/>
          <p:nvPr>
            <p:ph idx="1" type="body"/>
          </p:nvPr>
        </p:nvSpPr>
        <p:spPr>
          <a:xfrm>
            <a:off x="381000" y="1494289"/>
            <a:ext cx="10972800" cy="5254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Arial"/>
              <a:buNone/>
              <a:defRPr b="0" i="0" sz="32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0" name="Google Shape;410;p85"/>
          <p:cNvSpPr txBox="1"/>
          <p:nvPr>
            <p:ph idx="2" type="body"/>
          </p:nvPr>
        </p:nvSpPr>
        <p:spPr>
          <a:xfrm>
            <a:off x="381000" y="2110067"/>
            <a:ext cx="10972800" cy="40842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240">
          <p15:clr>
            <a:srgbClr val="FBAE40"/>
          </p15:clr>
        </p15:guide>
        <p15:guide id="3" pos="7152">
          <p15:clr>
            <a:srgbClr val="FBAE40"/>
          </p15:clr>
        </p15:guide>
      </p15:sldGuideLst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Sub Two Content">
  <p:cSld name="Title, Sub Two Content"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86"/>
          <p:cNvSpPr txBox="1"/>
          <p:nvPr>
            <p:ph type="title"/>
          </p:nvPr>
        </p:nvSpPr>
        <p:spPr>
          <a:xfrm>
            <a:off x="381000" y="221694"/>
            <a:ext cx="10972800" cy="11998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3" name="Google Shape;413;p86"/>
          <p:cNvSpPr txBox="1"/>
          <p:nvPr>
            <p:ph idx="1" type="body"/>
          </p:nvPr>
        </p:nvSpPr>
        <p:spPr>
          <a:xfrm>
            <a:off x="381000" y="1495361"/>
            <a:ext cx="10972800" cy="5304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3200"/>
              <a:buNone/>
              <a:defRPr b="0" i="0" sz="32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4" name="Google Shape;414;p86"/>
          <p:cNvSpPr txBox="1"/>
          <p:nvPr>
            <p:ph idx="2" type="body"/>
          </p:nvPr>
        </p:nvSpPr>
        <p:spPr>
          <a:xfrm>
            <a:off x="380999" y="2105680"/>
            <a:ext cx="5429865" cy="40957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5" name="Google Shape;415;p86"/>
          <p:cNvSpPr txBox="1"/>
          <p:nvPr>
            <p:ph idx="3" type="body"/>
          </p:nvPr>
        </p:nvSpPr>
        <p:spPr>
          <a:xfrm>
            <a:off x="5923935" y="2105680"/>
            <a:ext cx="5429865" cy="40957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ntent">
  <p:cSld name="Title and Two Content"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87"/>
          <p:cNvSpPr txBox="1"/>
          <p:nvPr>
            <p:ph type="title"/>
          </p:nvPr>
        </p:nvSpPr>
        <p:spPr>
          <a:xfrm>
            <a:off x="381000" y="221694"/>
            <a:ext cx="10972800" cy="11998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8" name="Google Shape;418;p87"/>
          <p:cNvSpPr txBox="1"/>
          <p:nvPr>
            <p:ph idx="1" type="body"/>
          </p:nvPr>
        </p:nvSpPr>
        <p:spPr>
          <a:xfrm>
            <a:off x="380999" y="1496292"/>
            <a:ext cx="5429865" cy="46866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9" name="Google Shape;419;p87"/>
          <p:cNvSpPr txBox="1"/>
          <p:nvPr>
            <p:ph idx="2" type="body"/>
          </p:nvPr>
        </p:nvSpPr>
        <p:spPr>
          <a:xfrm>
            <a:off x="5923935" y="1496292"/>
            <a:ext cx="5429865" cy="46866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white">
  <p:cSld name="Quote white"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88"/>
          <p:cNvSpPr txBox="1"/>
          <p:nvPr>
            <p:ph type="title"/>
          </p:nvPr>
        </p:nvSpPr>
        <p:spPr>
          <a:xfrm>
            <a:off x="381000" y="221694"/>
            <a:ext cx="10972800" cy="11998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2" name="Google Shape;422;p88"/>
          <p:cNvSpPr txBox="1"/>
          <p:nvPr>
            <p:ph idx="1" type="body"/>
          </p:nvPr>
        </p:nvSpPr>
        <p:spPr>
          <a:xfrm>
            <a:off x="381000" y="1441833"/>
            <a:ext cx="10972800" cy="42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b="0" i="0" sz="6000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3" name="Google Shape;423;p88"/>
          <p:cNvSpPr txBox="1"/>
          <p:nvPr>
            <p:ph idx="2" type="body"/>
          </p:nvPr>
        </p:nvSpPr>
        <p:spPr>
          <a:xfrm>
            <a:off x="381000" y="5757203"/>
            <a:ext cx="10972800" cy="501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Blue" showMasterSp="0">
  <p:cSld name="Quote Blue">
    <p:bg>
      <p:bgPr>
        <a:solidFill>
          <a:schemeClr val="accent1"/>
        </a:solidFill>
      </p:bgPr>
    </p:bg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89"/>
          <p:cNvSpPr txBox="1"/>
          <p:nvPr>
            <p:ph type="title"/>
          </p:nvPr>
        </p:nvSpPr>
        <p:spPr>
          <a:xfrm>
            <a:off x="381000" y="221694"/>
            <a:ext cx="10972800" cy="11998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6" name="Google Shape;426;p89"/>
          <p:cNvSpPr txBox="1"/>
          <p:nvPr>
            <p:ph idx="1" type="body"/>
          </p:nvPr>
        </p:nvSpPr>
        <p:spPr>
          <a:xfrm>
            <a:off x="381000" y="1441833"/>
            <a:ext cx="10972800" cy="42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b="0" i="0" sz="60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7" name="Google Shape;427;p89"/>
          <p:cNvSpPr txBox="1"/>
          <p:nvPr>
            <p:ph idx="2" type="body"/>
          </p:nvPr>
        </p:nvSpPr>
        <p:spPr>
          <a:xfrm>
            <a:off x="381000" y="5757203"/>
            <a:ext cx="10972800" cy="501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8" name="Google Shape;428;p89"/>
          <p:cNvSpPr/>
          <p:nvPr/>
        </p:nvSpPr>
        <p:spPr>
          <a:xfrm>
            <a:off x="0" y="6400800"/>
            <a:ext cx="11734800" cy="4572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Play"/>
              <a:ea typeface="Play"/>
              <a:cs typeface="Play"/>
              <a:sym typeface="Play"/>
            </a:endParaRPr>
          </a:p>
        </p:txBody>
      </p:sp>
      <p:pic>
        <p:nvPicPr>
          <p:cNvPr id="429" name="Google Shape;429;p8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137466" y="6554735"/>
            <a:ext cx="476084" cy="177524"/>
          </a:xfrm>
          <a:prstGeom prst="rect">
            <a:avLst/>
          </a:prstGeom>
          <a:noFill/>
          <a:ln>
            <a:noFill/>
          </a:ln>
        </p:spPr>
      </p:pic>
      <p:sp>
        <p:nvSpPr>
          <p:cNvPr id="430" name="Google Shape;430;p89"/>
          <p:cNvSpPr/>
          <p:nvPr/>
        </p:nvSpPr>
        <p:spPr>
          <a:xfrm>
            <a:off x="11734800" y="0"/>
            <a:ext cx="457200" cy="6400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431" name="Google Shape;431;p89"/>
          <p:cNvSpPr/>
          <p:nvPr/>
        </p:nvSpPr>
        <p:spPr>
          <a:xfrm>
            <a:off x="5537995" y="6510549"/>
            <a:ext cx="1116010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Intel Confidential</a:t>
            </a:r>
            <a:endParaRPr/>
          </a:p>
        </p:txBody>
      </p:sp>
      <p:sp>
        <p:nvSpPr>
          <p:cNvPr id="432" name="Google Shape;432;p89"/>
          <p:cNvSpPr/>
          <p:nvPr/>
        </p:nvSpPr>
        <p:spPr>
          <a:xfrm>
            <a:off x="286365" y="6510549"/>
            <a:ext cx="1701107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Department or Event Name</a:t>
            </a:r>
            <a:endParaRPr/>
          </a:p>
        </p:txBody>
      </p:sp>
      <p:sp>
        <p:nvSpPr>
          <p:cNvPr id="433" name="Google Shape;433;p89"/>
          <p:cNvSpPr txBox="1"/>
          <p:nvPr/>
        </p:nvSpPr>
        <p:spPr>
          <a:xfrm>
            <a:off x="11898805" y="6553045"/>
            <a:ext cx="142668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ay"/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‹#›</a:t>
            </a:fld>
            <a:endParaRPr b="0" i="0" sz="1000" u="none" cap="none" strike="noStrike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gue White">
  <p:cSld name="Segue White"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90"/>
          <p:cNvSpPr txBox="1"/>
          <p:nvPr>
            <p:ph type="title"/>
          </p:nvPr>
        </p:nvSpPr>
        <p:spPr>
          <a:xfrm>
            <a:off x="381000" y="2229178"/>
            <a:ext cx="10972800" cy="119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lay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6" name="Google Shape;436;p90"/>
          <p:cNvSpPr txBox="1"/>
          <p:nvPr>
            <p:ph idx="1" type="body"/>
          </p:nvPr>
        </p:nvSpPr>
        <p:spPr>
          <a:xfrm>
            <a:off x="381000" y="3449317"/>
            <a:ext cx="10972800" cy="6819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gue Blue" showMasterSp="0">
  <p:cSld name="Segue Blue">
    <p:bg>
      <p:bgPr>
        <a:solidFill>
          <a:schemeClr val="accent1"/>
        </a:solidFill>
      </p:bgPr>
    </p:bg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91"/>
          <p:cNvSpPr txBox="1"/>
          <p:nvPr>
            <p:ph type="title"/>
          </p:nvPr>
        </p:nvSpPr>
        <p:spPr>
          <a:xfrm>
            <a:off x="381000" y="2229178"/>
            <a:ext cx="10972800" cy="119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Play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9" name="Google Shape;439;p91"/>
          <p:cNvSpPr txBox="1"/>
          <p:nvPr>
            <p:ph idx="1" type="body"/>
          </p:nvPr>
        </p:nvSpPr>
        <p:spPr>
          <a:xfrm>
            <a:off x="381000" y="3449317"/>
            <a:ext cx="10972800" cy="6819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0" name="Google Shape;440;p91"/>
          <p:cNvSpPr/>
          <p:nvPr/>
        </p:nvSpPr>
        <p:spPr>
          <a:xfrm>
            <a:off x="0" y="6400800"/>
            <a:ext cx="11734800" cy="4572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Play"/>
              <a:ea typeface="Play"/>
              <a:cs typeface="Play"/>
              <a:sym typeface="Play"/>
            </a:endParaRPr>
          </a:p>
        </p:txBody>
      </p:sp>
      <p:pic>
        <p:nvPicPr>
          <p:cNvPr id="441" name="Google Shape;441;p9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137466" y="6554735"/>
            <a:ext cx="476084" cy="177524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91"/>
          <p:cNvSpPr/>
          <p:nvPr/>
        </p:nvSpPr>
        <p:spPr>
          <a:xfrm>
            <a:off x="11734800" y="0"/>
            <a:ext cx="457200" cy="6400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443" name="Google Shape;443;p91"/>
          <p:cNvSpPr/>
          <p:nvPr/>
        </p:nvSpPr>
        <p:spPr>
          <a:xfrm>
            <a:off x="5537995" y="6510549"/>
            <a:ext cx="1116010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Intel Confidential</a:t>
            </a:r>
            <a:endParaRPr/>
          </a:p>
        </p:txBody>
      </p:sp>
      <p:sp>
        <p:nvSpPr>
          <p:cNvPr id="444" name="Google Shape;444;p91"/>
          <p:cNvSpPr/>
          <p:nvPr/>
        </p:nvSpPr>
        <p:spPr>
          <a:xfrm>
            <a:off x="286365" y="6510549"/>
            <a:ext cx="1701107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Department or Event Name</a:t>
            </a:r>
            <a:endParaRPr/>
          </a:p>
        </p:txBody>
      </p:sp>
      <p:sp>
        <p:nvSpPr>
          <p:cNvPr id="445" name="Google Shape;445;p91"/>
          <p:cNvSpPr txBox="1"/>
          <p:nvPr/>
        </p:nvSpPr>
        <p:spPr>
          <a:xfrm>
            <a:off x="11898805" y="6553045"/>
            <a:ext cx="142668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ay"/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‹#›</a:t>
            </a:fld>
            <a:endParaRPr b="0" i="0" sz="1000" u="none" cap="none" strike="noStrike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White">
  <p:cSld name="Title and Content White">
    <p:bg>
      <p:bgPr>
        <a:solidFill>
          <a:srgbClr val="F2F2F2"/>
        </a:solidFill>
      </p:bgPr>
    </p:bg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92"/>
          <p:cNvSpPr txBox="1"/>
          <p:nvPr>
            <p:ph type="title"/>
          </p:nvPr>
        </p:nvSpPr>
        <p:spPr>
          <a:xfrm>
            <a:off x="925220" y="2614497"/>
            <a:ext cx="4838270" cy="17823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lay"/>
              <a:buNone/>
              <a:defRPr sz="4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8" name="Google Shape;448;p92"/>
          <p:cNvSpPr/>
          <p:nvPr/>
        </p:nvSpPr>
        <p:spPr>
          <a:xfrm>
            <a:off x="11734800" y="6400800"/>
            <a:ext cx="457200" cy="457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449" name="Google Shape;449;p92"/>
          <p:cNvSpPr/>
          <p:nvPr/>
        </p:nvSpPr>
        <p:spPr>
          <a:xfrm>
            <a:off x="5867399" y="402558"/>
            <a:ext cx="5874297" cy="600347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450" name="Google Shape;450;p92"/>
          <p:cNvSpPr txBox="1"/>
          <p:nvPr>
            <p:ph idx="1" type="body"/>
          </p:nvPr>
        </p:nvSpPr>
        <p:spPr>
          <a:xfrm>
            <a:off x="6087623" y="546389"/>
            <a:ext cx="5433848" cy="111870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grpSp>
        <p:nvGrpSpPr>
          <p:cNvPr id="451" name="Google Shape;451;p92"/>
          <p:cNvGrpSpPr/>
          <p:nvPr/>
        </p:nvGrpSpPr>
        <p:grpSpPr>
          <a:xfrm>
            <a:off x="536812" y="2023074"/>
            <a:ext cx="492319" cy="591423"/>
            <a:chOff x="536812" y="2023074"/>
            <a:chExt cx="492319" cy="591423"/>
          </a:xfrm>
        </p:grpSpPr>
        <p:sp>
          <p:nvSpPr>
            <p:cNvPr id="452" name="Google Shape;452;p92"/>
            <p:cNvSpPr/>
            <p:nvPr/>
          </p:nvSpPr>
          <p:spPr>
            <a:xfrm>
              <a:off x="709974" y="2295340"/>
              <a:ext cx="319157" cy="31915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200"/>
                <a:buFont typeface="Play"/>
                <a:buNone/>
              </a:pPr>
              <a:r>
                <a:t/>
              </a:r>
              <a:endParaRPr b="0" i="0" sz="3200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453" name="Google Shape;453;p92"/>
            <p:cNvSpPr/>
            <p:nvPr/>
          </p:nvSpPr>
          <p:spPr>
            <a:xfrm>
              <a:off x="536812" y="2123120"/>
              <a:ext cx="174318" cy="174318"/>
            </a:xfrm>
            <a:prstGeom prst="rect">
              <a:avLst/>
            </a:prstGeom>
            <a:solidFill>
              <a:srgbClr val="7BDEFF"/>
            </a:solidFill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200"/>
                <a:buFont typeface="Play"/>
                <a:buNone/>
              </a:pPr>
              <a:r>
                <a:t/>
              </a:r>
              <a:endParaRPr b="0" i="0" sz="3200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454" name="Google Shape;454;p92"/>
            <p:cNvSpPr/>
            <p:nvPr/>
          </p:nvSpPr>
          <p:spPr>
            <a:xfrm>
              <a:off x="711130" y="2023074"/>
              <a:ext cx="100045" cy="100045"/>
            </a:xfrm>
            <a:prstGeom prst="rect">
              <a:avLst/>
            </a:prstGeom>
            <a:solidFill>
              <a:srgbClr val="B4F0FF"/>
            </a:solidFill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200"/>
                <a:buFont typeface="Play"/>
                <a:buNone/>
              </a:pPr>
              <a:r>
                <a:t/>
              </a:r>
              <a:endParaRPr b="0" i="0" sz="3200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</p:grpSp>
      <p:sp>
        <p:nvSpPr>
          <p:cNvPr id="455" name="Google Shape;455;p92"/>
          <p:cNvSpPr txBox="1"/>
          <p:nvPr>
            <p:ph idx="2" type="body"/>
          </p:nvPr>
        </p:nvSpPr>
        <p:spPr>
          <a:xfrm>
            <a:off x="6087623" y="1813801"/>
            <a:ext cx="5433848" cy="43767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solidFill>
                  <a:schemeClr val="dk1"/>
                </a:solidFill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solidFill>
                  <a:schemeClr val="dk1"/>
                </a:solidFill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6" name="Google Shape;456;p92"/>
          <p:cNvSpPr txBox="1"/>
          <p:nvPr/>
        </p:nvSpPr>
        <p:spPr>
          <a:xfrm>
            <a:off x="11898805" y="6553045"/>
            <a:ext cx="142668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Play"/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‹#›</a:t>
            </a:fld>
            <a:endParaRPr b="0" i="0" sz="1000" u="none" cap="none" strike="noStrik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Blue B" showMasterSp="0">
  <p:cSld name="Title and Content Blue B">
    <p:bg>
      <p:bgPr>
        <a:solidFill>
          <a:schemeClr val="dk2"/>
        </a:solidFill>
      </p:bgPr>
    </p:bg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93"/>
          <p:cNvSpPr/>
          <p:nvPr/>
        </p:nvSpPr>
        <p:spPr>
          <a:xfrm>
            <a:off x="11734800" y="6400800"/>
            <a:ext cx="457200" cy="457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459" name="Google Shape;459;p93"/>
          <p:cNvSpPr/>
          <p:nvPr/>
        </p:nvSpPr>
        <p:spPr>
          <a:xfrm>
            <a:off x="5867399" y="402558"/>
            <a:ext cx="5874297" cy="600347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460" name="Google Shape;460;p93"/>
          <p:cNvSpPr txBox="1"/>
          <p:nvPr>
            <p:ph type="title"/>
          </p:nvPr>
        </p:nvSpPr>
        <p:spPr>
          <a:xfrm>
            <a:off x="925220" y="2614497"/>
            <a:ext cx="4838270" cy="17823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Play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1" name="Google Shape;461;p93"/>
          <p:cNvSpPr txBox="1"/>
          <p:nvPr>
            <p:ph idx="1" type="body"/>
          </p:nvPr>
        </p:nvSpPr>
        <p:spPr>
          <a:xfrm>
            <a:off x="6087623" y="546389"/>
            <a:ext cx="5433848" cy="111870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2" name="Google Shape;462;p93"/>
          <p:cNvSpPr txBox="1"/>
          <p:nvPr>
            <p:ph idx="2" type="body"/>
          </p:nvPr>
        </p:nvSpPr>
        <p:spPr>
          <a:xfrm>
            <a:off x="6087623" y="1813801"/>
            <a:ext cx="5433848" cy="43767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  <a:defRPr>
                <a:solidFill>
                  <a:schemeClr val="lt1"/>
                </a:solidFill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463" name="Google Shape;463;p9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137466" y="6554735"/>
            <a:ext cx="476084" cy="177524"/>
          </a:xfrm>
          <a:prstGeom prst="rect">
            <a:avLst/>
          </a:prstGeom>
          <a:noFill/>
          <a:ln>
            <a:noFill/>
          </a:ln>
        </p:spPr>
      </p:pic>
      <p:sp>
        <p:nvSpPr>
          <p:cNvPr id="464" name="Google Shape;464;p93"/>
          <p:cNvSpPr/>
          <p:nvPr/>
        </p:nvSpPr>
        <p:spPr>
          <a:xfrm>
            <a:off x="5537995" y="6510549"/>
            <a:ext cx="1116010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Intel Confidential</a:t>
            </a:r>
            <a:endParaRPr/>
          </a:p>
        </p:txBody>
      </p:sp>
      <p:sp>
        <p:nvSpPr>
          <p:cNvPr id="465" name="Google Shape;465;p93"/>
          <p:cNvSpPr/>
          <p:nvPr/>
        </p:nvSpPr>
        <p:spPr>
          <a:xfrm>
            <a:off x="286365" y="6510549"/>
            <a:ext cx="1701107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Department or Event Name</a:t>
            </a:r>
            <a:endParaRPr/>
          </a:p>
        </p:txBody>
      </p:sp>
      <p:sp>
        <p:nvSpPr>
          <p:cNvPr id="466" name="Google Shape;466;p93"/>
          <p:cNvSpPr txBox="1"/>
          <p:nvPr/>
        </p:nvSpPr>
        <p:spPr>
          <a:xfrm>
            <a:off x="11898805" y="6553045"/>
            <a:ext cx="142668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ay"/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‹#›</a:t>
            </a:fld>
            <a:endParaRPr b="0" i="0" sz="1000" u="none" cap="none" strike="noStrike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  <p:grpSp>
        <p:nvGrpSpPr>
          <p:cNvPr id="467" name="Google Shape;467;p93"/>
          <p:cNvGrpSpPr/>
          <p:nvPr/>
        </p:nvGrpSpPr>
        <p:grpSpPr>
          <a:xfrm>
            <a:off x="536812" y="2023074"/>
            <a:ext cx="492319" cy="591423"/>
            <a:chOff x="536812" y="2023074"/>
            <a:chExt cx="492319" cy="591423"/>
          </a:xfrm>
        </p:grpSpPr>
        <p:sp>
          <p:nvSpPr>
            <p:cNvPr id="468" name="Google Shape;468;p93"/>
            <p:cNvSpPr/>
            <p:nvPr/>
          </p:nvSpPr>
          <p:spPr>
            <a:xfrm>
              <a:off x="709974" y="2295340"/>
              <a:ext cx="319157" cy="319157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200"/>
                <a:buFont typeface="Play"/>
                <a:buNone/>
              </a:pPr>
              <a:r>
                <a:t/>
              </a:r>
              <a:endParaRPr b="0" i="0" sz="3200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469" name="Google Shape;469;p93"/>
            <p:cNvSpPr/>
            <p:nvPr/>
          </p:nvSpPr>
          <p:spPr>
            <a:xfrm>
              <a:off x="536812" y="2123120"/>
              <a:ext cx="174318" cy="17431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200"/>
                <a:buFont typeface="Play"/>
                <a:buNone/>
              </a:pPr>
              <a:r>
                <a:t/>
              </a:r>
              <a:endParaRPr b="0" i="0" sz="3200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470" name="Google Shape;470;p93"/>
            <p:cNvSpPr/>
            <p:nvPr/>
          </p:nvSpPr>
          <p:spPr>
            <a:xfrm>
              <a:off x="711130" y="2023074"/>
              <a:ext cx="100045" cy="10004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200"/>
                <a:buFont typeface="Play"/>
                <a:buNone/>
              </a:pPr>
              <a:r>
                <a:t/>
              </a:r>
              <a:endParaRPr b="0" i="0" sz="3200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</p:grp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with Frame Blue" showMasterSp="0">
  <p:cSld name="Title with Frame Blue">
    <p:bg>
      <p:bgPr>
        <a:solidFill>
          <a:schemeClr val="dk2"/>
        </a:solidFill>
      </p:bgPr>
    </p:bg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94"/>
          <p:cNvSpPr/>
          <p:nvPr/>
        </p:nvSpPr>
        <p:spPr>
          <a:xfrm>
            <a:off x="457200" y="464127"/>
            <a:ext cx="11286348" cy="59448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473" name="Google Shape;473;p94"/>
          <p:cNvSpPr txBox="1"/>
          <p:nvPr>
            <p:ph type="title"/>
          </p:nvPr>
        </p:nvSpPr>
        <p:spPr>
          <a:xfrm>
            <a:off x="806922" y="1776845"/>
            <a:ext cx="10557387" cy="33043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Play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4" name="Google Shape;474;p94"/>
          <p:cNvSpPr/>
          <p:nvPr/>
        </p:nvSpPr>
        <p:spPr>
          <a:xfrm>
            <a:off x="11734800" y="6400800"/>
            <a:ext cx="457200" cy="457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475" name="Google Shape;475;p94"/>
          <p:cNvSpPr txBox="1"/>
          <p:nvPr/>
        </p:nvSpPr>
        <p:spPr>
          <a:xfrm>
            <a:off x="11898805" y="6553045"/>
            <a:ext cx="142668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ay"/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‹#›</a:t>
            </a:fld>
            <a:endParaRPr b="0" i="0" sz="1000" u="none" cap="none" strike="noStrike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  <p:pic>
        <p:nvPicPr>
          <p:cNvPr id="476" name="Google Shape;476;p9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137466" y="6554735"/>
            <a:ext cx="476084" cy="177524"/>
          </a:xfrm>
          <a:prstGeom prst="rect">
            <a:avLst/>
          </a:prstGeom>
          <a:noFill/>
          <a:ln>
            <a:noFill/>
          </a:ln>
        </p:spPr>
      </p:pic>
      <p:sp>
        <p:nvSpPr>
          <p:cNvPr id="477" name="Google Shape;477;p94"/>
          <p:cNvSpPr/>
          <p:nvPr/>
        </p:nvSpPr>
        <p:spPr>
          <a:xfrm>
            <a:off x="5537995" y="6510549"/>
            <a:ext cx="1116010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Intel Confidential</a:t>
            </a:r>
            <a:endParaRPr/>
          </a:p>
        </p:txBody>
      </p:sp>
      <p:sp>
        <p:nvSpPr>
          <p:cNvPr id="478" name="Google Shape;478;p94"/>
          <p:cNvSpPr/>
          <p:nvPr/>
        </p:nvSpPr>
        <p:spPr>
          <a:xfrm>
            <a:off x="286365" y="6510549"/>
            <a:ext cx="1701107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Department or Event Name</a:t>
            </a:r>
            <a:endParaRPr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l Logo" showMasterSp="0">
  <p:cSld name="Intel Logo">
    <p:bg>
      <p:bgPr>
        <a:solidFill>
          <a:schemeClr val="accent1"/>
        </a:solidFill>
      </p:bgPr>
    </p:bg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Logo&#10;&#10;Description automatically generated" id="480" name="Google Shape;480;p9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014381" y="2626737"/>
            <a:ext cx="4052408" cy="16439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bg>
      <p:bgPr>
        <a:solidFill>
          <a:srgbClr val="000000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7" name="Google Shape;7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8;p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38083" lIns="76188" spcFirstLastPara="1" rIns="76188" wrap="square" tIns="38083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2"/>
          <p:cNvSpPr txBox="1"/>
          <p:nvPr>
            <p:ph type="title"/>
          </p:nvPr>
        </p:nvSpPr>
        <p:spPr>
          <a:xfrm>
            <a:off x="0" y="0"/>
            <a:ext cx="2500000" cy="25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8083" lIns="76188" spcFirstLastPara="1" rIns="76188" wrap="square" tIns="38083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3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9pPr>
          </a:lstStyle>
          <a:p/>
        </p:txBody>
      </p:sp>
      <p:sp>
        <p:nvSpPr>
          <p:cNvPr id="11" name="Google Shape;11;p12"/>
          <p:cNvSpPr txBox="1"/>
          <p:nvPr>
            <p:ph idx="1" type="body"/>
          </p:nvPr>
        </p:nvSpPr>
        <p:spPr>
          <a:xfrm>
            <a:off x="0" y="0"/>
            <a:ext cx="2500000" cy="25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8083" lIns="76188" spcFirstLastPara="1" rIns="76188" wrap="square" tIns="38083">
            <a:noAutofit/>
          </a:bodyPr>
          <a:lstStyle>
            <a:lvl1pPr indent="-359833" lvl="0" marL="3810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38667" lvl="1" marL="762000" marR="0" rtl="0" algn="l">
              <a:spcBef>
                <a:spcPts val="467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3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143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6333" lvl="3" marL="1524000" marR="0" rtl="0" algn="l"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1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6333" lvl="4" marL="1905000" marR="0" rtl="0" algn="l"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1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6333" lvl="5" marL="2286000" marR="0" rtl="0" algn="l"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1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6333" lvl="6" marL="2667000" marR="0" rtl="0" algn="l"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1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6333" lvl="7" marL="3048000" marR="0" rtl="0" algn="l"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1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6333" lvl="8" marL="3429000" marR="0" rtl="0" algn="l"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1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2"/>
          <p:cNvSpPr txBox="1"/>
          <p:nvPr>
            <p:ph idx="10" type="dt"/>
          </p:nvPr>
        </p:nvSpPr>
        <p:spPr>
          <a:xfrm>
            <a:off x="0" y="0"/>
            <a:ext cx="2500000" cy="25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8083" lIns="76188" spcFirstLastPara="1" rIns="76188" wrap="square" tIns="38083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2"/>
          <p:cNvSpPr txBox="1"/>
          <p:nvPr>
            <p:ph idx="11" type="ftr"/>
          </p:nvPr>
        </p:nvSpPr>
        <p:spPr>
          <a:xfrm>
            <a:off x="0" y="0"/>
            <a:ext cx="2500000" cy="25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8083" lIns="76188" spcFirstLastPara="1" rIns="76188" wrap="square" tIns="38083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2"/>
          <p:cNvSpPr txBox="1"/>
          <p:nvPr>
            <p:ph idx="12" type="sldNum"/>
          </p:nvPr>
        </p:nvSpPr>
        <p:spPr>
          <a:xfrm>
            <a:off x="0" y="0"/>
            <a:ext cx="2500000" cy="25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8083" lIns="76188" spcFirstLastPara="1" rIns="76188" wrap="square" tIns="38083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bg>
      <p:bgPr>
        <a:solidFill>
          <a:srgbClr val="000000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6" name="Google Shape;16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1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38083" lIns="76188" spcFirstLastPara="1" rIns="76188" wrap="square" tIns="38083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bg>
      <p:bgPr>
        <a:solidFill>
          <a:srgbClr val="000000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9" name="Google Shape;19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1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38083" lIns="76188" spcFirstLastPara="1" rIns="76188" wrap="square" tIns="38083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bg>
      <p:bgPr>
        <a:solidFill>
          <a:srgbClr val="000000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2" name="Google Shape;22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38083" lIns="76188" spcFirstLastPara="1" rIns="76188" wrap="square" tIns="38083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bg>
      <p:bgPr>
        <a:solidFill>
          <a:srgbClr val="000000"/>
        </a:solid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5" name="Google Shape;25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1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38083" lIns="76188" spcFirstLastPara="1" rIns="76188" wrap="square" tIns="38083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bg>
      <p:bgPr>
        <a:solidFill>
          <a:srgbClr val="000000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9" name="Google Shape;29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1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76188" lIns="76188" spcFirstLastPara="1" rIns="76188" wrap="square" tIns="76188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Section Breaker">
  <p:cSld name="1_Section Break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oogle Shape;32;g3d23a5bc6b1_0_2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-3174"/>
            <a:ext cx="12202448" cy="6861174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g3d23a5bc6b1_0_222"/>
          <p:cNvSpPr txBox="1"/>
          <p:nvPr>
            <p:ph type="title"/>
          </p:nvPr>
        </p:nvSpPr>
        <p:spPr>
          <a:xfrm>
            <a:off x="1833785" y="1743334"/>
            <a:ext cx="8781500" cy="187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8" lIns="91417" spcFirstLastPara="1" rIns="91417" wrap="square" tIns="45708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Play"/>
              <a:buChar char="●"/>
              <a:defRPr sz="6000"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700"/>
              <a:buNone/>
              <a:defRPr sz="1417"/>
            </a:lvl2pPr>
            <a:lvl3pPr lvl="2">
              <a:spcBef>
                <a:spcPts val="0"/>
              </a:spcBef>
              <a:spcAft>
                <a:spcPts val="0"/>
              </a:spcAft>
              <a:buSzPts val="1700"/>
              <a:buNone/>
              <a:defRPr sz="1417"/>
            </a:lvl3pPr>
            <a:lvl4pPr lvl="3">
              <a:spcBef>
                <a:spcPts val="0"/>
              </a:spcBef>
              <a:spcAft>
                <a:spcPts val="0"/>
              </a:spcAft>
              <a:buSzPts val="1700"/>
              <a:buNone/>
              <a:defRPr sz="1417"/>
            </a:lvl4pPr>
            <a:lvl5pPr lvl="4">
              <a:spcBef>
                <a:spcPts val="0"/>
              </a:spcBef>
              <a:spcAft>
                <a:spcPts val="0"/>
              </a:spcAft>
              <a:buSzPts val="1700"/>
              <a:buNone/>
              <a:defRPr sz="1417"/>
            </a:lvl5pPr>
            <a:lvl6pPr lvl="5">
              <a:spcBef>
                <a:spcPts val="0"/>
              </a:spcBef>
              <a:spcAft>
                <a:spcPts val="0"/>
              </a:spcAft>
              <a:buSzPts val="1700"/>
              <a:buNone/>
              <a:defRPr sz="1417"/>
            </a:lvl6pPr>
            <a:lvl7pPr lvl="6">
              <a:spcBef>
                <a:spcPts val="0"/>
              </a:spcBef>
              <a:spcAft>
                <a:spcPts val="0"/>
              </a:spcAft>
              <a:buSzPts val="1700"/>
              <a:buNone/>
              <a:defRPr sz="1417"/>
            </a:lvl7pPr>
            <a:lvl8pPr lvl="7">
              <a:spcBef>
                <a:spcPts val="0"/>
              </a:spcBef>
              <a:spcAft>
                <a:spcPts val="0"/>
              </a:spcAft>
              <a:buSzPts val="1700"/>
              <a:buNone/>
              <a:defRPr sz="1417"/>
            </a:lvl8pPr>
            <a:lvl9pPr lvl="8">
              <a:spcBef>
                <a:spcPts val="0"/>
              </a:spcBef>
              <a:spcAft>
                <a:spcPts val="0"/>
              </a:spcAft>
              <a:buSzPts val="1700"/>
              <a:buNone/>
              <a:defRPr sz="1417"/>
            </a:lvl9pPr>
          </a:lstStyle>
          <a:p/>
        </p:txBody>
      </p:sp>
      <p:sp>
        <p:nvSpPr>
          <p:cNvPr id="34" name="Google Shape;34;g3d23a5bc6b1_0_222"/>
          <p:cNvSpPr txBox="1"/>
          <p:nvPr>
            <p:ph idx="1" type="body"/>
          </p:nvPr>
        </p:nvSpPr>
        <p:spPr>
          <a:xfrm>
            <a:off x="1833563" y="3710273"/>
            <a:ext cx="5176750" cy="649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8" lIns="91417" spcFirstLastPara="1" rIns="91417" wrap="square" tIns="45708">
            <a:normAutofit/>
          </a:bodyPr>
          <a:lstStyle>
            <a:lvl1pPr indent="-190500" lvl="0" marL="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417">
                <a:latin typeface="Play"/>
                <a:ea typeface="Play"/>
                <a:cs typeface="Play"/>
                <a:sym typeface="Play"/>
              </a:defRPr>
            </a:lvl1pPr>
            <a:lvl2pPr indent="-306917" lvl="1" marL="762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Char char="○"/>
              <a:defRPr sz="1417"/>
            </a:lvl2pPr>
            <a:lvl3pPr indent="-306917" lvl="2" marL="1143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Char char="■"/>
              <a:defRPr sz="1417"/>
            </a:lvl3pPr>
            <a:lvl4pPr indent="-306917" lvl="3" marL="1524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  <a:defRPr sz="1417"/>
            </a:lvl4pPr>
            <a:lvl5pPr indent="-306917" lvl="4" marL="1905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Char char="○"/>
              <a:defRPr sz="1417"/>
            </a:lvl5pPr>
            <a:lvl6pPr indent="-306917" lvl="5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Char char="■"/>
              <a:defRPr sz="1417"/>
            </a:lvl6pPr>
            <a:lvl7pPr indent="-306917" lvl="6" marL="2667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  <a:defRPr sz="1417"/>
            </a:lvl7pPr>
            <a:lvl8pPr indent="-306917" lvl="7" marL="3048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Char char="○"/>
              <a:defRPr sz="1417"/>
            </a:lvl8pPr>
            <a:lvl9pPr indent="-306917" lvl="8" marL="3429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Char char="■"/>
              <a:defRPr sz="1417"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theme" Target="../theme/theme3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slideLayout" Target="../slideLayouts/slideLayout38.xml"/><Relationship Id="rId3" Type="http://schemas.openxmlformats.org/officeDocument/2006/relationships/slideLayout" Target="../slideLayouts/slideLayout39.xml"/><Relationship Id="rId4" Type="http://schemas.openxmlformats.org/officeDocument/2006/relationships/slideLayout" Target="../slideLayouts/slideLayout40.xml"/><Relationship Id="rId5" Type="http://schemas.openxmlformats.org/officeDocument/2006/relationships/slideLayout" Target="../slideLayouts/slideLayout41.xml"/><Relationship Id="rId6" Type="http://schemas.openxmlformats.org/officeDocument/2006/relationships/slideLayout" Target="../slideLayouts/slideLayout42.xml"/><Relationship Id="rId7" Type="http://schemas.openxmlformats.org/officeDocument/2006/relationships/slideLayout" Target="../slideLayouts/slideLayout43.xml"/><Relationship Id="rId8" Type="http://schemas.openxmlformats.org/officeDocument/2006/relationships/slideLayout" Target="../slideLayouts/slideLayout44.xml"/><Relationship Id="rId9" Type="http://schemas.openxmlformats.org/officeDocument/2006/relationships/slideLayout" Target="../slideLayouts/slideLayout45.xml"/><Relationship Id="rId10" Type="http://schemas.openxmlformats.org/officeDocument/2006/relationships/slideLayout" Target="../slideLayouts/slideLayout46.xml"/><Relationship Id="rId11" Type="http://schemas.openxmlformats.org/officeDocument/2006/relationships/slideLayout" Target="../slideLayouts/slideLayout47.xml"/><Relationship Id="rId12" Type="http://schemas.openxmlformats.org/officeDocument/2006/relationships/slideLayout" Target="../slideLayouts/slideLayout48.xml"/><Relationship Id="rId13" Type="http://schemas.openxmlformats.org/officeDocument/2006/relationships/slideLayout" Target="../slideLayouts/slideLayout49.xml"/><Relationship Id="rId14" Type="http://schemas.openxmlformats.org/officeDocument/2006/relationships/slideLayout" Target="../slideLayouts/slideLayout50.xml"/><Relationship Id="rId15" Type="http://schemas.openxmlformats.org/officeDocument/2006/relationships/slideLayout" Target="../slideLayouts/slideLayout51.xml"/><Relationship Id="rId16" Type="http://schemas.openxmlformats.org/officeDocument/2006/relationships/slideLayout" Target="../slideLayouts/slideLayout52.xml"/><Relationship Id="rId17" Type="http://schemas.openxmlformats.org/officeDocument/2006/relationships/slideLayout" Target="../slideLayouts/slideLayout53.xml"/><Relationship Id="rId18" Type="http://schemas.openxmlformats.org/officeDocument/2006/relationships/slideLayout" Target="../slideLayouts/slideLayout54.xml"/><Relationship Id="rId19" Type="http://schemas.openxmlformats.org/officeDocument/2006/relationships/slideLayout" Target="../slideLayouts/slideLayout55.xml"/><Relationship Id="rId20" Type="http://schemas.openxmlformats.org/officeDocument/2006/relationships/slideLayout" Target="../slideLayouts/slideLayout56.xml"/><Relationship Id="rId21" Type="http://schemas.openxmlformats.org/officeDocument/2006/relationships/slideLayout" Target="../slideLayouts/slideLayout57.xml"/><Relationship Id="rId22" Type="http://schemas.openxmlformats.org/officeDocument/2006/relationships/slideLayout" Target="../slideLayouts/slideLayout58.xml"/><Relationship Id="rId23" Type="http://schemas.openxmlformats.org/officeDocument/2006/relationships/slideLayout" Target="../slideLayouts/slideLayout59.xml"/><Relationship Id="rId24" Type="http://schemas.openxmlformats.org/officeDocument/2006/relationships/slideLayout" Target="../slideLayouts/slideLayout60.xml"/><Relationship Id="rId25" Type="http://schemas.openxmlformats.org/officeDocument/2006/relationships/slideLayout" Target="../slideLayouts/slideLayout61.xml"/><Relationship Id="rId26" Type="http://schemas.openxmlformats.org/officeDocument/2006/relationships/slideLayout" Target="../slideLayouts/slideLayout62.xml"/><Relationship Id="rId27" Type="http://schemas.openxmlformats.org/officeDocument/2006/relationships/slideLayout" Target="../slideLayouts/slideLayout63.xml"/><Relationship Id="rId28" Type="http://schemas.openxmlformats.org/officeDocument/2006/relationships/slideLayout" Target="../slideLayouts/slideLayout64.xml"/><Relationship Id="rId29" Type="http://schemas.openxmlformats.org/officeDocument/2006/relationships/slideLayout" Target="../slideLayouts/slideLayout65.xml"/><Relationship Id="rId30" Type="http://schemas.openxmlformats.org/officeDocument/2006/relationships/slideLayout" Target="../slideLayouts/slideLayout66.xml"/><Relationship Id="rId31" Type="http://schemas.openxmlformats.org/officeDocument/2006/relationships/slideLayout" Target="../slideLayouts/slideLayout67.xml"/><Relationship Id="rId32" Type="http://schemas.openxmlformats.org/officeDocument/2006/relationships/slideLayout" Target="../slideLayouts/slideLayout68.xml"/><Relationship Id="rId33" Type="http://schemas.openxmlformats.org/officeDocument/2006/relationships/slideLayout" Target="../slideLayouts/slideLayout69.xml"/><Relationship Id="rId34" Type="http://schemas.openxmlformats.org/officeDocument/2006/relationships/slideLayout" Target="../slideLayouts/slideLayout70.xml"/><Relationship Id="rId35" Type="http://schemas.openxmlformats.org/officeDocument/2006/relationships/slideLayout" Target="../slideLayouts/slideLayout71.xml"/><Relationship Id="rId36" Type="http://schemas.openxmlformats.org/officeDocument/2006/relationships/slideLayout" Target="../slideLayouts/slideLayout72.xml"/><Relationship Id="rId37" Type="http://schemas.openxmlformats.org/officeDocument/2006/relationships/slideLayout" Target="../slideLayouts/slideLayout73.xml"/><Relationship Id="rId38" Type="http://schemas.openxmlformats.org/officeDocument/2006/relationships/slideLayout" Target="../slideLayouts/slideLayout74.xml"/><Relationship Id="rId39" Type="http://schemas.openxmlformats.org/officeDocument/2006/relationships/slideLayout" Target="../slideLayouts/slideLayout75.xml"/><Relationship Id="rId40" Type="http://schemas.openxmlformats.org/officeDocument/2006/relationships/slideLayout" Target="../slideLayouts/slideLayout76.xml"/><Relationship Id="rId41" Type="http://schemas.openxmlformats.org/officeDocument/2006/relationships/slideLayout" Target="../slideLayouts/slideLayout77.xml"/><Relationship Id="rId42" Type="http://schemas.openxmlformats.org/officeDocument/2006/relationships/theme" Target="../theme/theme1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8.xml"/><Relationship Id="rId2" Type="http://schemas.openxmlformats.org/officeDocument/2006/relationships/slideLayout" Target="../slideLayouts/slideLayout79.xml"/><Relationship Id="rId3" Type="http://schemas.openxmlformats.org/officeDocument/2006/relationships/slideLayout" Target="../slideLayouts/slideLayout80.xml"/><Relationship Id="rId4" Type="http://schemas.openxmlformats.org/officeDocument/2006/relationships/slideLayout" Target="../slideLayouts/slideLayout81.xml"/><Relationship Id="rId5" Type="http://schemas.openxmlformats.org/officeDocument/2006/relationships/slideLayout" Target="../slideLayouts/slideLayout82.xml"/><Relationship Id="rId6" Type="http://schemas.openxmlformats.org/officeDocument/2006/relationships/slideLayout" Target="../slideLayouts/slideLayout83.xml"/><Relationship Id="rId7" Type="http://schemas.openxmlformats.org/officeDocument/2006/relationships/slideLayout" Target="../slideLayouts/slideLayout84.xml"/><Relationship Id="rId8" Type="http://schemas.openxmlformats.org/officeDocument/2006/relationships/slideLayout" Target="../slideLayouts/slideLayout85.xml"/><Relationship Id="rId9" Type="http://schemas.openxmlformats.org/officeDocument/2006/relationships/slideLayout" Target="../slideLayouts/slideLayout86.xml"/><Relationship Id="rId10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4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▪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4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4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41"/>
          <p:cNvSpPr txBox="1"/>
          <p:nvPr>
            <p:ph idx="12" type="sldNum"/>
          </p:nvPr>
        </p:nvSpPr>
        <p:spPr>
          <a:xfrm>
            <a:off x="11690927" y="6492875"/>
            <a:ext cx="5010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54"/>
          <p:cNvSpPr txBox="1"/>
          <p:nvPr>
            <p:ph type="title"/>
          </p:nvPr>
        </p:nvSpPr>
        <p:spPr>
          <a:xfrm>
            <a:off x="381000" y="221694"/>
            <a:ext cx="10972800" cy="11998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"/>
              <a:buNone/>
              <a:defRPr b="0" i="0" sz="3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21" name="Google Shape;221;p54"/>
          <p:cNvSpPr txBox="1"/>
          <p:nvPr>
            <p:ph idx="1" type="body"/>
          </p:nvPr>
        </p:nvSpPr>
        <p:spPr>
          <a:xfrm>
            <a:off x="381000" y="1491673"/>
            <a:ext cx="10972800" cy="46852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lay"/>
              <a:buChar char="•"/>
              <a:defRPr b="0" i="0" sz="2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Char char="•"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lay"/>
              <a:buChar char="•"/>
              <a:defRPr b="0" i="0" sz="20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Char char="•"/>
              <a:defRPr b="0" i="0" sz="1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4pPr>
            <a:lvl5pPr indent="-3302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lay"/>
              <a:buChar char="•"/>
              <a:defRPr b="0" i="0" sz="1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  <p:sldLayoutId id="2147483697" r:id="rId12"/>
    <p:sldLayoutId id="2147483698" r:id="rId13"/>
    <p:sldLayoutId id="2147483699" r:id="rId14"/>
    <p:sldLayoutId id="2147483700" r:id="rId15"/>
    <p:sldLayoutId id="2147483701" r:id="rId16"/>
    <p:sldLayoutId id="2147483702" r:id="rId17"/>
    <p:sldLayoutId id="2147483703" r:id="rId18"/>
    <p:sldLayoutId id="2147483704" r:id="rId19"/>
    <p:sldLayoutId id="2147483705" r:id="rId20"/>
    <p:sldLayoutId id="2147483706" r:id="rId21"/>
    <p:sldLayoutId id="2147483707" r:id="rId22"/>
    <p:sldLayoutId id="2147483708" r:id="rId23"/>
    <p:sldLayoutId id="2147483709" r:id="rId24"/>
    <p:sldLayoutId id="2147483710" r:id="rId25"/>
    <p:sldLayoutId id="2147483711" r:id="rId26"/>
    <p:sldLayoutId id="2147483712" r:id="rId27"/>
    <p:sldLayoutId id="2147483713" r:id="rId28"/>
    <p:sldLayoutId id="2147483714" r:id="rId29"/>
    <p:sldLayoutId id="2147483715" r:id="rId30"/>
    <p:sldLayoutId id="2147483716" r:id="rId31"/>
    <p:sldLayoutId id="2147483717" r:id="rId32"/>
    <p:sldLayoutId id="2147483718" r:id="rId33"/>
    <p:sldLayoutId id="2147483719" r:id="rId34"/>
    <p:sldLayoutId id="2147483720" r:id="rId35"/>
    <p:sldLayoutId id="2147483721" r:id="rId36"/>
    <p:sldLayoutId id="2147483722" r:id="rId37"/>
    <p:sldLayoutId id="2147483723" r:id="rId38"/>
    <p:sldLayoutId id="2147483724" r:id="rId39"/>
    <p:sldLayoutId id="2147483725" r:id="rId40"/>
    <p:sldLayoutId id="2147483726" r:id="rId4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801" r:id="rId1"/>
    <p:sldLayoutId id="2147483802" r:id="rId2"/>
    <p:sldLayoutId id="2147483803" r:id="rId3"/>
    <p:sldLayoutId id="2147483804" r:id="rId4"/>
    <p:sldLayoutId id="2147483805" r:id="rId5"/>
    <p:sldLayoutId id="2147483806" r:id="rId6"/>
    <p:sldLayoutId id="2147483807" r:id="rId7"/>
    <p:sldLayoutId id="2147483808" r:id="rId8"/>
    <p:sldLayoutId id="2147483809" r:id="rId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1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1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1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1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1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1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1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1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1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1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1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1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1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1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1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1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1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1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1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1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1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1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1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1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1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1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1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6.xml"/><Relationship Id="rId2" Type="http://schemas.openxmlformats.org/officeDocument/2006/relationships/notesSlide" Target="../notesSlides/notesSlide147.xml"/></Relationships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3d23a5bc6b1_0_2"/>
          <p:cNvSpPr txBox="1"/>
          <p:nvPr>
            <p:ph type="title"/>
          </p:nvPr>
        </p:nvSpPr>
        <p:spPr>
          <a:xfrm>
            <a:off x="1833785" y="1743334"/>
            <a:ext cx="8781500" cy="187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8" lIns="91417" spcFirstLastPara="1" rIns="91417" wrap="square" tIns="45708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Play"/>
              <a:buNone/>
            </a:pPr>
            <a:r>
              <a:rPr lang="en-US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rPr>
              <a:t>Local LLMs with LM Studio</a:t>
            </a:r>
            <a:endParaRPr/>
          </a:p>
        </p:txBody>
      </p:sp>
      <p:sp>
        <p:nvSpPr>
          <p:cNvPr id="41" name="Google Shape;41;g3d23a5bc6b1_0_2"/>
          <p:cNvSpPr txBox="1"/>
          <p:nvPr>
            <p:ph idx="1" type="body"/>
          </p:nvPr>
        </p:nvSpPr>
        <p:spPr>
          <a:xfrm>
            <a:off x="1833563" y="3710273"/>
            <a:ext cx="5176750" cy="649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8" lIns="91417" spcFirstLastPara="1" rIns="91417" wrap="square" tIns="45708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</a:pPr>
            <a:r>
              <a:rPr lang="en-US"/>
              <a:t>Led by Clayton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2_IntelNewBrand">
  <a:themeElements>
    <a:clrScheme name="Intel2020">
      <a:dk1>
        <a:srgbClr val="525252"/>
      </a:dk1>
      <a:lt1>
        <a:srgbClr val="FFFFFF"/>
      </a:lt1>
      <a:dk2>
        <a:srgbClr val="004A86"/>
      </a:dk2>
      <a:lt2>
        <a:srgbClr val="FFFFFF"/>
      </a:lt2>
      <a:accent1>
        <a:srgbClr val="0068B5"/>
      </a:accent1>
      <a:accent2>
        <a:srgbClr val="00C7FD"/>
      </a:accent2>
      <a:accent3>
        <a:srgbClr val="FEC91B"/>
      </a:accent3>
      <a:accent4>
        <a:srgbClr val="E96115"/>
      </a:accent4>
      <a:accent5>
        <a:srgbClr val="8F5DA2"/>
      </a:accent5>
      <a:accent6>
        <a:srgbClr val="8BAE46"/>
      </a:accent6>
      <a:hlink>
        <a:srgbClr val="00C7FD"/>
      </a:hlink>
      <a:folHlink>
        <a:srgbClr val="0068B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2021-05-25T09:09:29Z</dcterms:created>
  <dc:creator>Varun Shukla</dc:creator>
</cp:coreProperties>
</file>