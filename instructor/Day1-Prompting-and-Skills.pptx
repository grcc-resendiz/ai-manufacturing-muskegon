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Masters/slideMaster3.xml" ContentType="application/vnd.openxmlformats-officedocument.presentationml.slideMaster+xml"/>
  <Override PartName="/ppt/notesSlides/notesSlide141.xml" ContentType="application/vnd.openxmlformats-officedocument.presentationml.notesSlide+xml"/>
  <Override PartName="/ppt/slides/slide41.xml" ContentType="application/vnd.openxmlformats-officedocument.presentationml.slide+xml"/>
  <Override PartName="/ppt/notesSlides/notesSlide142.xml" ContentType="application/vnd.openxmlformats-officedocument.presentationml.notesSlide+xml"/>
  <Override PartName="/ppt/slides/slide42.xml" ContentType="application/vnd.openxmlformats-officedocument.presentationml.slide+xml"/>
  <Override PartName="/ppt/notesSlides/notesSlide143.xml" ContentType="application/vnd.openxmlformats-officedocument.presentationml.notesSlide+xml"/>
  <Override PartName="/ppt/slides/slide43.xml" ContentType="application/vnd.openxmlformats-officedocument.presentationml.slide+xml"/>
  <Override PartName="/ppt/notesSlides/notesSlide144.xml" ContentType="application/vnd.openxmlformats-officedocument.presentationml.notesSlide+xml"/>
  <Override PartName="/ppt/slides/slide44.xml" ContentType="application/vnd.openxmlformats-officedocument.presentationml.slide+xml"/>
  <Override PartName="/ppt/notesSlides/notesSlide145.xml" ContentType="application/vnd.openxmlformats-officedocument.presentationml.notesSlide+xml"/>
  <Override PartName="/ppt/slides/slide45.xml" ContentType="application/vnd.openxmlformats-officedocument.presentationml.slide+xml"/>
  <Override PartName="/ppt/notesSlides/notesSlide146.xml" ContentType="application/vnd.openxmlformats-officedocument.presentationml.notesSlide+xml"/>
  <Override PartName="/ppt/slides/slide46.xml" ContentType="application/vnd.openxmlformats-officedocument.presentationml.slide+xml"/>
  <Override PartName="/ppt/notesSlides/notesSlide147.xml" ContentType="application/vnd.openxmlformats-officedocument.presentationml.notesSlide+xml"/>
  <Override PartName="/ppt/slides/slide47.xml" ContentType="application/vnd.openxmlformats-officedocument.presentationml.slide+xml"/>
  <Override PartName="/ppt/notesSlides/notesSlide149.xml" ContentType="application/vnd.openxmlformats-officedocument.presentationml.notesSlide+xml"/>
  <Override PartName="/ppt/slides/slide49.xml" ContentType="application/vnd.openxmlformats-officedocument.presentationml.slide+xml"/>
  <Override PartName="/ppt/notesSlides/notesSlide150.xml" ContentType="application/vnd.openxmlformats-officedocument.presentationml.notes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slides/slide55.xml" ContentType="application/vnd.openxmlformats-officedocument.presentationml.slide+xml"/>
  <Override PartName="/ppt/notesSlides/notesSlide155.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85" r:id="rId4"/>
    <p:sldMasterId id="2147483800" r:id="rId300"/>
  </p:sldMasterIdLst>
  <p:notesMasterIdLst>
    <p:notesMasterId r:id="rId5"/>
  </p:notesMasterIdLst>
  <p:sldIdLst>
    <p:sldId id="256" r:id="rId6"/>
    <p:sldId id="257" r:id="rId7"/>
    <p:sldId id="258" r:id="rId8"/>
    <p:sldId id="411" r:id="rId301"/>
    <p:sldId id="259" r:id="rId9"/>
    <p:sldId id="260" r:id="rId10"/>
    <p:sldId id="412" r:id="rId302"/>
    <p:sldId id="265" r:id="rId15"/>
    <p:sldId id="266" r:id="rId16"/>
    <p:sldId id="267" r:id="rId17"/>
    <p:sldId id="268" r:id="rId18"/>
    <p:sldId id="269" r:id="rId19"/>
    <p:sldId id="401" r:id="rId241"/>
    <p:sldId id="402" r:id="rId242"/>
    <p:sldId id="403" r:id="rId243"/>
    <p:sldId id="413" r:id="rId303"/>
    <p:sldId id="404" r:id="rId244"/>
    <p:sldId id="405" r:id="rId245"/>
    <p:sldId id="406" r:id="rId246"/>
    <p:sldId id="295" r:id="rId64"/>
    <p:sldId id="408" r:id="rId249"/>
    <p:sldId id="409" r:id="rId250"/>
    <p:sldId id="414" r:id="rId304"/>
    <p:sldId id="415" r:id="rId305"/>
    <p:sldId id="410" r:id="rId247"/>
    <p:sldId id="292" r:id="rId42"/>
    <p:sldId id="293" r:id="rId43"/>
    <p:sldId id="294" r:id="rId44"/>
  </p:sldIdLst>
  <p:sldSz cy="6858000" cx="12192000"/>
  <p:notesSz cx="6858000" cy="9144000"/>
  <p:embeddedFontLst>
    <p:embeddedFont>
      <p:font typeface="Play"/>
      <p:regular r:id="rId45"/>
      <p:bold r:id="rId46"/>
    </p:embeddedFont>
    <p:embeddedFont>
      <p:font typeface="Instrument Sans Medium"/>
      <p:regular r:id="rId47"/>
      <p:bold r:id="rId48"/>
      <p:italic r:id="rId49"/>
      <p:boldItalic r:id="rId50"/>
    </p:embeddedFont>
    <p:embeddedFont>
      <p:font typeface="Quattrocento Sans"/>
      <p:regular r:id="rId51"/>
      <p:bold r:id="rId52"/>
      <p:italic r:id="rId53"/>
      <p:boldItalic r:id="rId54"/>
    </p:embeddedFont>
    <p:embeddedFont>
      <p:font typeface="Helvetica Neue"/>
      <p:regular r:id="rId55"/>
      <p:bold r:id="rId56"/>
      <p:italic r:id="rId57"/>
      <p:boldItalic r:id="rId58"/>
    </p:embeddedFont>
    <p:embeddedFont>
      <p:font typeface="Open Sans"/>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63" roundtripDataSignature="AMtx7mjEZ3avSO2br10BRwhPd8Iql27eD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Play-regular.fntdata"/><Relationship Id="rId46" Type="http://schemas.openxmlformats.org/officeDocument/2006/relationships/font" Target="fonts/Play-bold.fntdata"/><Relationship Id="rId47" Type="http://schemas.openxmlformats.org/officeDocument/2006/relationships/font" Target="fonts/InstrumentSansMedium-regular.fntdata"/><Relationship Id="rId48" Type="http://schemas.openxmlformats.org/officeDocument/2006/relationships/font" Target="fonts/InstrumentSansMedium-bold.fntdata"/><Relationship Id="rId49" Type="http://schemas.openxmlformats.org/officeDocument/2006/relationships/font" Target="fonts/InstrumentSansMedium-italic.fntdata"/><Relationship Id="rId50" Type="http://schemas.openxmlformats.org/officeDocument/2006/relationships/font" Target="fonts/InstrumentSansMedium-boldItalic.fntdata"/><Relationship Id="rId51" Type="http://schemas.openxmlformats.org/officeDocument/2006/relationships/font" Target="fonts/QuattrocentoSans-regular.fntdata"/><Relationship Id="rId52" Type="http://schemas.openxmlformats.org/officeDocument/2006/relationships/font" Target="fonts/QuattrocentoSans-bold.fntdata"/><Relationship Id="rId53" Type="http://schemas.openxmlformats.org/officeDocument/2006/relationships/font" Target="fonts/QuattrocentoSans-italic.fntdata"/><Relationship Id="rId54" Type="http://schemas.openxmlformats.org/officeDocument/2006/relationships/font" Target="fonts/QuattrocentoSans-boldItalic.fntdata"/><Relationship Id="rId55" Type="http://schemas.openxmlformats.org/officeDocument/2006/relationships/font" Target="fonts/HelveticaNeue-regular.fntdata"/><Relationship Id="rId56" Type="http://schemas.openxmlformats.org/officeDocument/2006/relationships/font" Target="fonts/HelveticaNeue-bold.fntdata"/><Relationship Id="rId57" Type="http://schemas.openxmlformats.org/officeDocument/2006/relationships/font" Target="fonts/HelveticaNeue-italic.fntdata"/><Relationship Id="rId58" Type="http://schemas.openxmlformats.org/officeDocument/2006/relationships/font" Target="fonts/HelveticaNeue-boldItalic.fntdata"/><Relationship Id="rId59" Type="http://schemas.openxmlformats.org/officeDocument/2006/relationships/font" Target="fonts/OpenSans-regular.fntdata"/><Relationship Id="rId60" Type="http://schemas.openxmlformats.org/officeDocument/2006/relationships/font" Target="fonts/OpenSans-bold.fntdata"/><Relationship Id="rId61" Type="http://schemas.openxmlformats.org/officeDocument/2006/relationships/font" Target="fonts/OpenSans-italic.fntdata"/><Relationship Id="rId62" Type="http://schemas.openxmlformats.org/officeDocument/2006/relationships/font" Target="fonts/OpenSans-boldItalic.fntdata"/><Relationship Id="rId63" Type="http://customschemas.google.com/relationships/presentationmetadata" Target="metadata"/><Relationship Id="rId64" Type="http://schemas.openxmlformats.org/officeDocument/2006/relationships/slide" Target="slides/slide15.xml"/><Relationship Id="rId241" Type="http://schemas.openxmlformats.org/officeDocument/2006/relationships/slide" Target="slides/slide41.xml"/><Relationship Id="rId242" Type="http://schemas.openxmlformats.org/officeDocument/2006/relationships/slide" Target="slides/slide42.xml"/><Relationship Id="rId243" Type="http://schemas.openxmlformats.org/officeDocument/2006/relationships/slide" Target="slides/slide43.xml"/><Relationship Id="rId244" Type="http://schemas.openxmlformats.org/officeDocument/2006/relationships/slide" Target="slides/slide44.xml"/><Relationship Id="rId245" Type="http://schemas.openxmlformats.org/officeDocument/2006/relationships/slide" Target="slides/slide45.xml"/><Relationship Id="rId246" Type="http://schemas.openxmlformats.org/officeDocument/2006/relationships/slide" Target="slides/slide46.xml"/><Relationship Id="rId247" Type="http://schemas.openxmlformats.org/officeDocument/2006/relationships/slide" Target="slides/slide47.xml"/><Relationship Id="rId249" Type="http://schemas.openxmlformats.org/officeDocument/2006/relationships/slide" Target="slides/slide49.xml"/><Relationship Id="rId250" Type="http://schemas.openxmlformats.org/officeDocument/2006/relationships/slide" Target="slides/slide50.xml"/><Relationship Id="rId300" Type="http://schemas.openxmlformats.org/officeDocument/2006/relationships/slideMaster" Target="slideMasters/slideMaster3.xml"/>  <Relationship Id="rId301" Type="http://schemas.openxmlformats.org/officeDocument/2006/relationships/slide" Target="slides/slide51.xml"/>
  <Relationship Id="rId302" Type="http://schemas.openxmlformats.org/officeDocument/2006/relationships/slide" Target="slides/slide52.xml"/>
  <Relationship Id="rId303" Type="http://schemas.openxmlformats.org/officeDocument/2006/relationships/slide" Target="slides/slide53.xml"/>
  <Relationship Id="rId304" Type="http://schemas.openxmlformats.org/officeDocument/2006/relationships/slide" Target="slides/slide54.xml"/>
  <Relationship Id="rId305" Type="http://schemas.openxmlformats.org/officeDocument/2006/relationships/slide" Target="slides/slide5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5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5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5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5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5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 name="Google Shape;48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rtl="0" algn="l">
              <a:spcBef>
                <a:spcPts val="0"/>
              </a:spcBef>
              <a:spcAft>
                <a:spcPts val="0"/>
              </a:spcAft>
              <a:buNone/>
            </a:pPr>
            <a:r>
              <a:t/>
            </a:r>
            <a:endParaRPr/>
          </a:p>
        </p:txBody>
      </p:sp>
      <p:sp>
        <p:nvSpPr>
          <p:cNvPr id="484" name="Google Shape;48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 name="Google Shape;49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Alright, let’s get into the course.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you have probably gathered, today we have a lot to cover in a short amount of time so please forgive me if I start to talk a little fast.</a:t>
            </a:r>
            <a:endParaRPr/>
          </a:p>
          <a:p>
            <a:pPr indent="0" lvl="0" marL="0" marR="0" rtl="0" algn="l">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rtl="0" algn="l">
              <a:spcBef>
                <a:spcPts val="0"/>
              </a:spcBef>
              <a:spcAft>
                <a:spcPts val="0"/>
              </a:spcAft>
              <a:buNone/>
            </a:pPr>
            <a:r>
              <a:t/>
            </a:r>
            <a:endParaRPr/>
          </a:p>
        </p:txBody>
      </p:sp>
      <p:sp>
        <p:nvSpPr>
          <p:cNvPr id="491" name="Google Shape;49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7" name="Google Shape;4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95250" lvl="0" marL="171450" rtl="0" algn="l">
              <a:spcBef>
                <a:spcPts val="0"/>
              </a:spcBef>
              <a:spcAft>
                <a:spcPts val="0"/>
              </a:spcAft>
              <a:buClr>
                <a:schemeClr val="dk1"/>
              </a:buClr>
              <a:buSzPts val="1200"/>
              <a:buFont typeface="Arial"/>
              <a:buNone/>
            </a:pPr>
            <a:r>
              <a:t/>
            </a:r>
            <a:endParaRPr/>
          </a:p>
        </p:txBody>
      </p:sp>
      <p:sp>
        <p:nvSpPr>
          <p:cNvPr id="498" name="Google Shape;4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Introduce AI as:</a:t>
            </a:r>
          </a:p>
          <a:p>
            <a:r>
              <a:rPr lang="en-US"/>
              <a:t>A machine’s ability to understand, reason, and learn, with the aim of achieving human-like intelligence.</a:t>
            </a:r>
          </a:p>
          <a:p>
            <a:r>
              <a:rPr lang="en-US"/>
              <a:t>So AI refers to computer systems that can perform tasks that typically require a human level of intelligence to complete, in comparison to just general automation tasks that can be done with simple rules for a program to follow.</a:t>
            </a:r>
          </a:p>
        </p:txBody>
      </p:sp>
      <p:sp>
        <p:nvSpPr>
          <p:cNvPr id="509" name="Google Shape;50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 name="Google Shape;52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Introduce the three domains of AI: computer vision, natural language processing, and statistical data.</a:t>
            </a:r>
          </a:p>
          <a:p>
            <a:r>
              <a:rPr lang="en-US"/>
              <a:t>Each one shows up in this training: language on Day 1, vision on Day 2, and data on Day 3.</a:t>
            </a:r>
          </a:p>
        </p:txBody>
      </p:sp>
      <p:sp>
        <p:nvSpPr>
          <p:cNvPr id="521" name="Google Shape;52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 name="Google Shape;58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From there it’s onto an introduction to manufacturing.</a:t>
            </a:r>
            <a:endParaRPr/>
          </a:p>
        </p:txBody>
      </p:sp>
      <p:sp>
        <p:nvSpPr>
          <p:cNvPr id="585" name="Google Shape;58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Ask participants to share top frustrations.</a:t>
            </a:r>
          </a:p>
          <a:p>
            <a:r>
              <a:rPr lang="en-US"/>
              <a:t>Write responses visibly.</a:t>
            </a:r>
          </a:p>
          <a:p>
            <a:r>
              <a:rPr lang="en-US"/>
              <a:t>Connect to workforce pressure.</a:t>
            </a:r>
          </a:p>
          <a:p>
            <a:r>
              <a:rPr lang="en-US"/>
              <a:t/>
            </a:r>
          </a:p>
          <a:p>
            <a:r>
              <a:rPr lang="en-US"/>
              <a:t>Save this list. In the project build at 0:55, each person turns one of these problems into a project.</a:t>
            </a:r>
          </a:p>
        </p:txBody>
      </p:sp>
      <p:sp>
        <p:nvSpPr>
          <p:cNvPr id="592" name="Google Shape;59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Pause after statistics.</a:t>
            </a:r>
          </a:p>
          <a:p>
            <a:r>
              <a:t>Ask: Are you already feeling this hiring pressure?</a:t>
            </a:r>
          </a:p>
          <a:p>
            <a:r>
              <a:t>Source: Deloitte and The Manufacturing Institute, "Taking Charge: Manufacturers support growth with active workforce strategies" (April 3, 2024). https://themanufacturinginstitute.org/manufacturers-need-as-many-as-3-8-million-new-employees-by-2033/</a:t>
            </a:r>
          </a:p>
        </p:txBody>
      </p:sp>
      <p:sp>
        <p:nvSpPr>
          <p:cNvPr id="603" name="Google Shape;603;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9" name="Google Shape;60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Emphasize separation visually.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Let the final two lines land.</a:t>
            </a:r>
            <a:endParaRPr/>
          </a:p>
        </p:txBody>
      </p:sp>
      <p:sp>
        <p:nvSpPr>
          <p:cNvPr id="610" name="Google Shape;61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4" name="Shape 614"/>
        <p:cNvGrpSpPr/>
        <p:nvPr/>
      </p:nvGrpSpPr>
      <p:grpSpPr>
        <a:xfrm>
          <a:off x="0" y="0"/>
          <a:ext cx="0" cy="0"/>
          <a:chOff x="0" y="0"/>
          <a:chExt cx="0" cy="0"/>
        </a:xfrm>
      </p:grpSpPr>
      <p:sp>
        <p:nvSpPr>
          <p:cNvPr id="615" name="Google Shape;615;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6" name="Google Shape;616;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b="0">
              <a:solidFill>
                <a:srgbClr val="FF0000"/>
              </a:solidFill>
            </a:endParaRPr>
          </a:p>
        </p:txBody>
      </p:sp>
      <p:sp>
        <p:nvSpPr>
          <p:cNvPr id="617" name="Google Shape;617;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4" name="Shape 874"/>
        <p:cNvGrpSpPr/>
        <p:nvPr/>
      </p:nvGrpSpPr>
      <p:grpSpPr>
        <a:xfrm>
          <a:off x="0" y="0"/>
          <a:ext cx="0" cy="0"/>
          <a:chOff x="0" y="0"/>
          <a:chExt cx="0" cy="0"/>
        </a:xfrm>
      </p:grpSpPr>
      <p:sp>
        <p:nvSpPr>
          <p:cNvPr id="875" name="Google Shape;875;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6" name="Google Shape;876;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Build anticipation for Day 2.</a:t>
            </a:r>
            <a:endParaRPr/>
          </a:p>
        </p:txBody>
      </p:sp>
      <p:sp>
        <p:nvSpPr>
          <p:cNvPr id="877" name="Google Shape;877;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Are there any questions?</a:t>
            </a:r>
            <a:endParaRPr/>
          </a:p>
        </p:txBody>
      </p:sp>
      <p:sp>
        <p:nvSpPr>
          <p:cNvPr id="883" name="Google Shape;88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7" name="Shape 887"/>
        <p:cNvGrpSpPr/>
        <p:nvPr/>
      </p:nvGrpSpPr>
      <p:grpSpPr>
        <a:xfrm>
          <a:off x="0" y="0"/>
          <a:ext cx="0" cy="0"/>
          <a:chOff x="0" y="0"/>
          <a:chExt cx="0" cy="0"/>
        </a:xfrm>
      </p:grpSpPr>
      <p:sp>
        <p:nvSpPr>
          <p:cNvPr id="888" name="Google Shape;888;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9" name="Google Shape;889;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that I’d like to thank you all for your time today.</a:t>
            </a:r>
            <a:endParaRPr/>
          </a:p>
        </p:txBody>
      </p:sp>
      <p:sp>
        <p:nvSpPr>
          <p:cNvPr id="890" name="Google Shape;890;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rPr lang="en-US"/>
              <a:t>Ask: which AI tool does your company let you use? Build in that one.</a:t>
            </a:r>
          </a:p>
          <a:p>
            <a:r>
              <a:rPr lang="en-US"/>
              <a:t>Gemini: Gems leave personal Google accounts starting November 2026 and turn into skills. Work and school accounts keep Gems until at least March 1, 2027 (business) or June 1, 2027 (education).</a:t>
            </a:r>
          </a:p>
          <a:p>
            <a:r>
              <a:rPr lang="en-US"/>
              <a:t>Sources (checked Oct 16, 2026):</a:t>
            </a:r>
          </a:p>
          <a:p>
            <a:r>
              <a:rPr lang="en-US"/>
              <a:t>Claude Projects: https://support.claude.com/en/articles/9519177</a:t>
            </a:r>
          </a:p>
          <a:p>
            <a:r>
              <a:rPr lang="en-US"/>
              <a:t>ChatGPT Projects: https://help.openai.com/en/articles/10169521-how-to-use-projects-in-chatgpt</a:t>
            </a:r>
          </a:p>
          <a:p>
            <a:r>
              <a:rPr lang="en-US"/>
              <a:t>Copilot Notebooks: https://support.microsoft.com/en-us/microsoft-365-copilot/get-started-with-microsoft-365-copilot-notebooks</a:t>
            </a:r>
          </a:p>
          <a:p>
            <a:r>
              <a:rPr lang="en-US"/>
              <a:t>Gemini Gems: https://support.google.com/gemini/answer/15146780</a:t>
            </a:r>
          </a:p>
          <a:p>
            <a:r>
              <a:rPr lang="en-US"/>
              <a:t>Gemini skills and Gems timeline: https://workspaceupdates.googleblog.com/2026/09/skills-gemini-app-workspace.html</a:t>
            </a:r>
          </a:p>
        </p:txBody>
      </p:sp>
      <p:sp>
        <p:nvSpPr>
          <p:cNvPr id="4" name="Slide Number Placeholder 3"/>
          <p:cNvSpPr>
            <a:spLocks noGrp="1"/>
          </p:cNvSpPr>
          <p:nvPr>
            <p:ph type="sldNum" idx="12"/>
          </p:nvPr>
        </p:nvSpPr>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 name="Shape 42"/>
        <p:cNvGrpSpPr/>
        <p:nvPr/>
      </p:nvGrpSpPr>
      <p:grpSpPr/>
      <p:sp>
        <p:nvSpPr>
          <p:cNvPr id="43" name="Google Shape;43;p1:notes"/>
          <p:cNvSpPr/>
          <p:nvPr>
            <p:ph idx="2" type="sldImg"/>
          </p:nvPr>
        </p:nvSpPr>
        <p:spPr>
          <a:custGeom>
            <a:rect b="b" l="l" r="r" t="t"/>
            <a:pathLst>
              <a:path extrusionOk="0" h="120000" w="120000">
                <a:moveTo>
                  <a:pt x="0" y="0"/>
                </a:moveTo>
                <a:lnTo>
                  <a:pt x="120000" y="0"/>
                </a:lnTo>
                <a:lnTo>
                  <a:pt x="120000" y="120000"/>
                </a:lnTo>
                <a:lnTo>
                  <a:pt x="0" y="120000"/>
                </a:lnTo>
                <a:close/>
              </a:path>
            </a:pathLst>
          </a:custGeom>
          <a:noFill/>
          <a:ln>
            <a:noFill/>
          </a:ln>
        </p:spPr>
      </p:sp>
      <p:sp>
        <p:nvSpPr>
          <p:cNvPr id="44" name="Google Shape;44;p1:notes"/>
          <p:cNvSpPr txBox="1"/>
          <p:nvPr>
            <p:ph idx="1" type="body"/>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45" name="Google Shape;45;p1:notes"/>
          <p:cNvSpPr txBox="1"/>
          <p:nvPr>
            <p:ph idx="12" type="sldNum"/>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p:sp>
        <p:nvSpPr>
          <p:cNvPr id="51" name="Google Shape;51;p2:notes"/>
          <p:cNvSpPr txBox="1"/>
          <p:nvPr>
            <p:ph idx="1" type="body"/>
          </p:nvPr>
        </p:nvSpPr>
        <p:spPr>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notes"/>
          <p:cNvSpPr/>
          <p:nvPr>
            <p:ph idx="2" type="sldImg"/>
          </p:nvPr>
        </p:nvSpPr>
        <p:spPr>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p:sp>
        <p:nvSpPr>
          <p:cNvPr id="60" name="Google Shape;60;p3:notes"/>
          <p:cNvSpPr/>
          <p:nvPr>
            <p:ph idx="2" type="sldImg"/>
          </p:nvPr>
        </p:nvSpPr>
        <p:spPr>
          <a:custGeom>
            <a:rect b="b" l="l" r="r" t="t"/>
            <a:pathLst>
              <a:path extrusionOk="0" h="120000" w="120000">
                <a:moveTo>
                  <a:pt x="0" y="0"/>
                </a:moveTo>
                <a:lnTo>
                  <a:pt x="120000" y="0"/>
                </a:lnTo>
                <a:lnTo>
                  <a:pt x="120000" y="120000"/>
                </a:lnTo>
                <a:lnTo>
                  <a:pt x="0" y="120000"/>
                </a:lnTo>
                <a:close/>
              </a:path>
            </a:pathLst>
          </a:custGeom>
          <a:noFill/>
          <a:ln>
            <a:noFill/>
          </a:ln>
        </p:spPr>
      </p:sp>
      <p:sp>
        <p:nvSpPr>
          <p:cNvPr id="61" name="Google Shape;61;p3:notes"/>
          <p:cNvSpPr txBox="1"/>
          <p:nvPr>
            <p:ph idx="1" type="body"/>
          </p:nvPr>
        </p:nvSpPr>
        <p:spPr>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Kurzgesagt: https://youtu.be/_zfN9wnPvU0?si=WsXsXtY1xfx0VJ-d&amp;t=105</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More likely: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•The question asks for specific lesser-known facts, specific laws, or statistics.</a:t>
            </a:r>
            <a:endParaRPr sz="1200">
              <a:solidFill>
                <a:schemeClr val="dk1"/>
              </a:solidFill>
            </a:endParaRPr>
          </a:p>
          <a:p>
            <a:pPr indent="0" lvl="0" marL="0" rtl="0" algn="l">
              <a:lnSpc>
                <a:spcPct val="115000"/>
              </a:lnSpc>
              <a:spcBef>
                <a:spcPts val="2400"/>
              </a:spcBef>
              <a:spcAft>
                <a:spcPts val="0"/>
              </a:spcAft>
              <a:buClr>
                <a:schemeClr val="dk1"/>
              </a:buClr>
              <a:buSzPts val="1100"/>
              <a:buFont typeface="Arial"/>
              <a:buNone/>
            </a:pPr>
            <a:r>
              <a:rPr lang="en-US" sz="1200">
                <a:solidFill>
                  <a:schemeClr val="dk1"/>
                </a:solidFill>
              </a:rPr>
              <a:t>•The topic involves recent events or information that may have changed.</a:t>
            </a:r>
            <a:endParaRPr sz="1200">
              <a:solidFill>
                <a:schemeClr val="dk1"/>
              </a:solidFill>
            </a:endParaRPr>
          </a:p>
          <a:p>
            <a:pPr indent="0" lvl="0" marL="0" rtl="0" algn="l">
              <a:lnSpc>
                <a:spcPct val="115000"/>
              </a:lnSpc>
              <a:spcBef>
                <a:spcPts val="2400"/>
              </a:spcBef>
              <a:spcAft>
                <a:spcPts val="0"/>
              </a:spcAft>
              <a:buClr>
                <a:schemeClr val="dk1"/>
              </a:buClr>
              <a:buSzPts val="1100"/>
              <a:buFont typeface="Arial"/>
              <a:buNone/>
            </a:pPr>
            <a:r>
              <a:rPr lang="en-US" sz="1200">
                <a:solidFill>
                  <a:schemeClr val="dk1"/>
                </a:solidFill>
              </a:rPr>
              <a:t>•The topic is </a:t>
            </a:r>
            <a:r>
              <a:rPr b="1" lang="en-US" sz="1200">
                <a:solidFill>
                  <a:schemeClr val="dk1"/>
                </a:solidFill>
              </a:rPr>
              <a:t>company-specific, niche, or not well documented</a:t>
            </a:r>
            <a:endParaRPr b="1" sz="1200">
              <a:solidFill>
                <a:schemeClr val="dk1"/>
              </a:solidFill>
            </a:endParaRPr>
          </a:p>
          <a:p>
            <a:pPr indent="0" lvl="0" marL="0" rtl="0" algn="l">
              <a:lnSpc>
                <a:spcPct val="115000"/>
              </a:lnSpc>
              <a:spcBef>
                <a:spcPts val="2400"/>
              </a:spcBef>
              <a:spcAft>
                <a:spcPts val="0"/>
              </a:spcAft>
              <a:buClr>
                <a:schemeClr val="dk1"/>
              </a:buClr>
              <a:buSzPts val="1100"/>
              <a:buFont typeface="Arial"/>
              <a:buNone/>
            </a:pPr>
            <a:r>
              <a:rPr lang="en-US" sz="1200">
                <a:solidFill>
                  <a:schemeClr val="dk1"/>
                </a:solidFill>
              </a:rPr>
              <a:t>•The prompt asks for </a:t>
            </a:r>
            <a:r>
              <a:rPr b="1" lang="en-US" sz="1200">
                <a:solidFill>
                  <a:schemeClr val="dk1"/>
                </a:solidFill>
              </a:rPr>
              <a:t>specific sources, policies, or documents</a:t>
            </a:r>
            <a:r>
              <a:rPr lang="en-US" sz="1200">
                <a:solidFill>
                  <a:schemeClr val="dk1"/>
                </a:solidFill>
              </a:rPr>
              <a:t> that may not exist</a:t>
            </a:r>
            <a:endParaRPr sz="1200">
              <a:solidFill>
                <a:schemeClr val="dk1"/>
              </a:solidFill>
            </a:endParaRPr>
          </a:p>
          <a:p>
            <a:pPr indent="0" lvl="0" marL="0" rtl="0" algn="l">
              <a:lnSpc>
                <a:spcPct val="115000"/>
              </a:lnSpc>
              <a:spcBef>
                <a:spcPts val="2400"/>
              </a:spcBef>
              <a:spcAft>
                <a:spcPts val="0"/>
              </a:spcAft>
              <a:buClr>
                <a:schemeClr val="dk1"/>
              </a:buClr>
              <a:buSzPts val="1100"/>
              <a:buFont typeface="Arial"/>
              <a:buNone/>
            </a:pPr>
            <a:r>
              <a:rPr lang="en-US" sz="1200">
                <a:solidFill>
                  <a:schemeClr val="dk1"/>
                </a:solidFill>
              </a:rPr>
              <a:t>•The model is asked to </a:t>
            </a:r>
            <a:r>
              <a:rPr b="1" lang="en-US" sz="1200">
                <a:solidFill>
                  <a:schemeClr val="dk1"/>
                </a:solidFill>
              </a:rPr>
              <a:t>recall exact numbers, codes, or requirements</a:t>
            </a:r>
            <a:endParaRPr sz="1200">
              <a:solidFill>
                <a:schemeClr val="dk1"/>
              </a:solidFill>
            </a:endParaRPr>
          </a:p>
          <a:p>
            <a:pPr indent="0" lvl="0" marL="0" rtl="0" algn="l">
              <a:lnSpc>
                <a:spcPct val="115000"/>
              </a:lnSpc>
              <a:spcBef>
                <a:spcPts val="2400"/>
              </a:spcBef>
              <a:spcAft>
                <a:spcPts val="0"/>
              </a:spcAft>
              <a:buClr>
                <a:schemeClr val="dk1"/>
              </a:buClr>
              <a:buSzPts val="1100"/>
              <a:buFont typeface="Arial"/>
              <a:buNone/>
            </a:pPr>
            <a:r>
              <a:rPr lang="en-US" sz="1200">
                <a:solidFill>
                  <a:schemeClr val="dk1"/>
                </a:solidFill>
              </a:rPr>
              <a:t>Less likely:</a:t>
            </a:r>
            <a:endParaRPr sz="1200">
              <a:solidFill>
                <a:schemeClr val="dk1"/>
              </a:solidFill>
            </a:endParaRPr>
          </a:p>
          <a:p>
            <a:pPr indent="0" lvl="0" marL="0" rtl="0" algn="l">
              <a:lnSpc>
                <a:spcPct val="115000"/>
              </a:lnSpc>
              <a:spcBef>
                <a:spcPts val="2400"/>
              </a:spcBef>
              <a:spcAft>
                <a:spcPts val="0"/>
              </a:spcAft>
              <a:buClr>
                <a:schemeClr val="dk1"/>
              </a:buClr>
              <a:buSzPts val="1100"/>
              <a:buFont typeface="Arial"/>
              <a:buNone/>
            </a:pPr>
            <a:r>
              <a:rPr lang="en-US" sz="1200">
                <a:solidFill>
                  <a:schemeClr val="dk1"/>
                </a:solidFill>
              </a:rPr>
              <a:t>•The question asks for general explanations or well documented concepts.</a:t>
            </a:r>
            <a:endParaRPr sz="1200">
              <a:solidFill>
                <a:schemeClr val="dk1"/>
              </a:solidFill>
            </a:endParaRPr>
          </a:p>
          <a:p>
            <a:pPr indent="0" lvl="0" marL="0" rtl="0" algn="l">
              <a:lnSpc>
                <a:spcPct val="115000"/>
              </a:lnSpc>
              <a:spcBef>
                <a:spcPts val="1800"/>
              </a:spcBef>
              <a:spcAft>
                <a:spcPts val="0"/>
              </a:spcAft>
              <a:buClr>
                <a:schemeClr val="dk1"/>
              </a:buClr>
              <a:buSzPts val="1100"/>
              <a:buFont typeface="Arial"/>
              <a:buNone/>
            </a:pPr>
            <a:r>
              <a:rPr lang="en-US" sz="1200">
                <a:solidFill>
                  <a:schemeClr val="dk1"/>
                </a:solidFill>
              </a:rPr>
              <a:t>•The topic is </a:t>
            </a:r>
            <a:r>
              <a:rPr b="1" lang="en-US" sz="1200">
                <a:solidFill>
                  <a:schemeClr val="dk1"/>
                </a:solidFill>
              </a:rPr>
              <a:t>standard, widely established, or taught in training</a:t>
            </a:r>
            <a:endParaRPr b="1" sz="1200">
              <a:solidFill>
                <a:schemeClr val="dk1"/>
              </a:solidFill>
            </a:endParaRPr>
          </a:p>
          <a:p>
            <a:pPr indent="0" lvl="0" marL="0" rtl="0" algn="l">
              <a:lnSpc>
                <a:spcPct val="115000"/>
              </a:lnSpc>
              <a:spcBef>
                <a:spcPts val="1800"/>
              </a:spcBef>
              <a:spcAft>
                <a:spcPts val="0"/>
              </a:spcAft>
              <a:buClr>
                <a:schemeClr val="dk1"/>
              </a:buClr>
              <a:buSzPts val="1100"/>
              <a:buFont typeface="Arial"/>
              <a:buNone/>
            </a:pPr>
            <a:r>
              <a:rPr lang="en-US" sz="1200">
                <a:solidFill>
                  <a:schemeClr val="dk1"/>
                </a:solidFill>
              </a:rPr>
              <a:t>•The model is asked to </a:t>
            </a:r>
            <a:r>
              <a:rPr b="1" lang="en-US" sz="1200">
                <a:solidFill>
                  <a:schemeClr val="dk1"/>
                </a:solidFill>
              </a:rPr>
              <a:t>explain, summarize, or compare</a:t>
            </a:r>
            <a:r>
              <a:rPr lang="en-US" sz="1200">
                <a:solidFill>
                  <a:schemeClr val="dk1"/>
                </a:solidFill>
              </a:rPr>
              <a:t> rather than give exact details</a:t>
            </a:r>
            <a:endParaRPr sz="1200">
              <a:solidFill>
                <a:schemeClr val="dk1"/>
              </a:solidFill>
            </a:endParaRPr>
          </a:p>
          <a:p>
            <a:pPr indent="0" lvl="0" marL="0" rtl="0" algn="l">
              <a:lnSpc>
                <a:spcPct val="115000"/>
              </a:lnSpc>
              <a:spcBef>
                <a:spcPts val="1800"/>
              </a:spcBef>
              <a:spcAft>
                <a:spcPts val="0"/>
              </a:spcAft>
              <a:buClr>
                <a:schemeClr val="dk1"/>
              </a:buClr>
              <a:buSzPts val="1100"/>
              <a:buFont typeface="Arial"/>
              <a:buNone/>
            </a:pPr>
            <a:r>
              <a:rPr lang="en-US" sz="1200">
                <a:solidFill>
                  <a:schemeClr val="dk1"/>
                </a:solidFill>
              </a:rPr>
              <a:t>•The user asks the model to </a:t>
            </a:r>
            <a:r>
              <a:rPr b="1" lang="en-US" sz="1200">
                <a:solidFill>
                  <a:schemeClr val="dk1"/>
                </a:solidFill>
              </a:rPr>
              <a:t>say when it is unsure or to verify uncertainty</a:t>
            </a:r>
            <a:endParaRPr b="1" sz="1200">
              <a:solidFill>
                <a:schemeClr val="dk1"/>
              </a:solidFill>
            </a:endParaRPr>
          </a:p>
          <a:p>
            <a:pPr indent="0" lvl="0" marL="0" rtl="0" algn="l">
              <a:lnSpc>
                <a:spcPct val="115000"/>
              </a:lnSpc>
              <a:spcBef>
                <a:spcPts val="1800"/>
              </a:spcBef>
              <a:spcAft>
                <a:spcPts val="0"/>
              </a:spcAft>
              <a:buClr>
                <a:schemeClr val="dk1"/>
              </a:buClr>
              <a:buSzPts val="1100"/>
              <a:buFont typeface="Arial"/>
              <a:buNone/>
            </a:pPr>
            <a:r>
              <a:rPr lang="en-US" sz="1200">
                <a:solidFill>
                  <a:schemeClr val="dk1"/>
                </a:solidFill>
              </a:rPr>
              <a:t>•The answer can be </a:t>
            </a:r>
            <a:r>
              <a:rPr b="1" lang="en-US" sz="1200">
                <a:solidFill>
                  <a:schemeClr val="dk1"/>
                </a:solidFill>
              </a:rPr>
              <a:t>cross-checked easily (e.g., against a manual or SOP you have uploaded)</a:t>
            </a:r>
            <a:endParaRPr b="1" sz="1200">
              <a:solidFill>
                <a:schemeClr val="dk1"/>
              </a:solidFill>
            </a:endParaRPr>
          </a:p>
          <a:p>
            <a:pPr indent="0" lvl="0" marL="0" rtl="0" algn="l">
              <a:spcBef>
                <a:spcPts val="1800"/>
              </a:spcBef>
              <a:spcAft>
                <a:spcPts val="0"/>
              </a:spcAft>
              <a:buClr>
                <a:schemeClr val="dk1"/>
              </a:buClr>
              <a:buFont typeface="Arial"/>
              <a:buNone/>
            </a:pPr>
            <a:r>
              <a:t/>
            </a:r>
            <a:endParaRPr sz="12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62" name="Google Shape;62;p3:notes"/>
          <p:cNvSpPr txBox="1"/>
          <p:nvPr>
            <p:ph idx="12" type="sldNum"/>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p:sp>
        <p:nvSpPr>
          <p:cNvPr id="89" name="Google Shape;89;p4:notes"/>
          <p:cNvSpPr/>
          <p:nvPr>
            <p:ph idx="2" type="sldImg"/>
          </p:nvPr>
        </p:nvSpPr>
        <p:spPr>
          <a:custGeom>
            <a:rect b="b" l="l" r="r" t="t"/>
            <a:pathLst>
              <a:path extrusionOk="0" h="120000" w="120000">
                <a:moveTo>
                  <a:pt x="0" y="0"/>
                </a:moveTo>
                <a:lnTo>
                  <a:pt x="120000" y="0"/>
                </a:lnTo>
                <a:lnTo>
                  <a:pt x="120000" y="120000"/>
                </a:lnTo>
                <a:lnTo>
                  <a:pt x="0" y="120000"/>
                </a:lnTo>
                <a:close/>
              </a:path>
            </a:pathLst>
          </a:custGeom>
          <a:noFill/>
          <a:ln>
            <a:noFill/>
          </a:ln>
        </p:spPr>
      </p:sp>
      <p:sp>
        <p:nvSpPr>
          <p:cNvPr id="90" name="Google Shape;90;p4:notes"/>
          <p:cNvSpPr txBox="1"/>
          <p:nvPr>
            <p:ph idx="1" type="body"/>
          </p:nvPr>
        </p:nvSpPr>
        <p:spPr>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Format:</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•Step by step instructions</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•Numbered / bulleted list</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•Table</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•Before / after comparison</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Constraints:</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•Use only the provided document or data</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•If information is missing, ask a follow-up question instead of guessing</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•Focus on safety considerations</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•Avoid technical jargon / use simple language</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a:t>
            </a:r>
            <a:endParaRPr sz="12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91" name="Google Shape;91;p4:notes"/>
          <p:cNvSpPr txBox="1"/>
          <p:nvPr>
            <p:ph idx="12" type="sldNum"/>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p:sp>
        <p:nvSpPr>
          <p:cNvPr id="108" name="Google Shape;108;p5:notes"/>
          <p:cNvSpPr/>
          <p:nvPr>
            <p:ph idx="2" type="sldImg"/>
          </p:nvPr>
        </p:nvSpPr>
        <p:spPr>
          <a:custGeom>
            <a:rect b="b" l="l" r="r" t="t"/>
            <a:pathLst>
              <a:path extrusionOk="0" h="120000" w="120000">
                <a:moveTo>
                  <a:pt x="0" y="0"/>
                </a:moveTo>
                <a:lnTo>
                  <a:pt x="120000" y="0"/>
                </a:lnTo>
                <a:lnTo>
                  <a:pt x="120000" y="120000"/>
                </a:lnTo>
                <a:lnTo>
                  <a:pt x="0" y="120000"/>
                </a:lnTo>
                <a:close/>
              </a:path>
            </a:pathLst>
          </a:custGeom>
          <a:noFill/>
          <a:ln>
            <a:noFill/>
          </a:ln>
        </p:spPr>
      </p:sp>
      <p:sp>
        <p:nvSpPr>
          <p:cNvPr id="109" name="Google Shape;109;p5:notes"/>
          <p:cNvSpPr txBox="1"/>
          <p:nvPr>
            <p:ph idx="1" type="body"/>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endParaRPr>
          </a:p>
        </p:txBody>
      </p:sp>
      <p:sp>
        <p:nvSpPr>
          <p:cNvPr id="110" name="Google Shape;110;p5:notes"/>
          <p:cNvSpPr txBox="1"/>
          <p:nvPr>
            <p:ph idx="12" type="sldNum"/>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p:sp>
        <p:nvSpPr>
          <p:cNvPr id="122" name="Google Shape;122;p6:notes"/>
          <p:cNvSpPr/>
          <p:nvPr>
            <p:ph idx="2" type="sldImg"/>
          </p:nvPr>
        </p:nvSpPr>
        <p:spPr>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6:notes"/>
          <p:cNvSpPr txBox="1"/>
          <p:nvPr>
            <p:ph idx="1" type="body"/>
          </p:nvPr>
        </p:nvSpPr>
        <p:spPr>
          <a:prstGeom prst="rect">
            <a:avLst/>
          </a:prstGeom>
          <a:noFill/>
          <a:ln>
            <a:noFill/>
          </a:ln>
        </p:spPr>
        <p:txBody>
          <a:bodyPr anchorCtr="0" anchor="t" bIns="45700" lIns="91425" spcFirstLastPara="1" rIns="91425" wrap="square" tIns="45700">
            <a:noAutofit/>
          </a:bodyPr>
          <a:lstStyle/>
          <a:p>
            <a:r>
              <a:rPr lang="en-US"/>
              <a:t>Common uses: searching a large document such as a manual, writing reports in a set style, summarizing information in a set format.</a:t>
            </a:r>
          </a:p>
          <a:p>
            <a:r>
              <a:rPr lang="en-US"/>
              <a:t>Every major AI tool has a version of this: Projects in Claude and ChatGPT, Notebooks in Microsoft Copilot, Gems in Gemini.</a:t>
            </a:r>
          </a:p>
        </p:txBody>
      </p:sp>
      <p:sp>
        <p:nvSpPr>
          <p:cNvPr id="124" name="Google Shape;124;p6:notes"/>
          <p:cNvSpPr txBox="1"/>
          <p:nvPr>
            <p:ph idx="12" type="sldNum"/>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a:t>Clayton's section, 2:00 to 2:55 on Day 1, then a 5 minute wrap up.</a:t>
            </a:r>
          </a:p>
          <a:p>
            <a:r>
              <a:rPr lang="en-US"/>
              <a:t>Clayton presents from his own deck: instructor/Day1-LM-Studio-Clayton.pptx in the course repo. Switch to it here, then come back for Next Session and Questions.</a:t>
            </a:r>
          </a:p>
        </p:txBody>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a:t>Demo: build the mill maintenance helper live. Instructions come from the workbook; the reference file is the Bridgeport Series I manual (M-508) linked in the README.</a:t>
            </a:r>
          </a:p>
          <a:p>
            <a:r>
              <a:rPr lang="en-US"/>
              <a:t>Tell people to keep a copy of their instructions in a document. That text is what moves between tools, and it becomes a skill later.</a:t>
            </a:r>
          </a:p>
        </p:txBody>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a:t>Claude: Projects are on all plans; free accounts can create up to 5. Source: https://support.claude.com/en/articles/9519177</a:t>
            </a:r>
          </a:p>
          <a:p>
            <a:r>
              <a:rPr lang="en-US"/>
              <a:t>ChatGPT: Projects are on all plans; the Free plan allows 5 files per project, and up to 10 files can be uploaded at once. Source: https://help.openai.com/en/articles/10169521-how-to-use-projects-in-chatgpt</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 expectations: short talks, lots of hands-on.</a:t>
            </a:r>
          </a:p>
          <a:p>
            <a:r>
              <a:rPr lang="en-US"/>
              <a:t>The problems they share at 0:10 become their project ideas at 0:55, so keep the list visible.</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AI use cases that matter most on the floor map to the three days: quality control is Day 2, predictive maintenance is Day 3.</a:t>
            </a:r>
          </a:p>
          <a:p>
            <a:r>
              <a:rPr lang="en-US"/>
              <a:t>Process optimization and supply chain also benefit from AI, but this training focuses on quality and maintenance.</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does your company have an AI policy? Who would you ask?</a:t>
            </a:r>
          </a:p>
          <a:p>
            <a:r>
              <a:rPr lang="en-US"/>
              <a:t>Tie back to hallucinations: AI can sound sure and still be wrong about a torque value or a tolerance.</a:t>
            </a:r>
          </a:p>
          <a:p>
            <a:r>
              <a:rPr lang="en-US"/>
              <a:t>This sets up Clayton's LM Studio section at the end of the day.</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Copilot Notebooks need a Microsoft Copilot or Copilot Chat license plus OneDrive or SharePoint. If Notebooks is missing, check the app launcher, or ask IT. Sources: https://support.microsoft.com/en-us/microsoft-365-copilot/get-started-with-microsoft-365-copilot-notebooks and https://support.microsoft.com/en-US/Microsoft-365-Copilot/provide-custom-instructions-for-your-microsoft-365-copilot-notebook</a:t>
            </a:r>
          </a:p>
          <a:p>
            <a:r>
              <a:rPr lang="en-US"/>
              <a:t>Gemini: Gems remain on work and school accounts until at least March 2027. Personal accounts are moving from Gems to skills starting November 2026; Create manually lets people paste a name, description, and instructions. Source: https://support.google.com/gemini/answer/15146780</a:t>
            </a:r>
          </a:p>
          <a:p>
            <a:r>
              <a:rPr lang="en-US"/>
              <a:t>No project feature at all? Paste the instructions at the top of a new chat and attach the file.</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Instructor demo, about 5 minutes. Show the mill maintenance helper as a skill in Claude, then ask it a question outside a project.</a:t>
            </a:r>
          </a:p>
          <a:p>
            <a:r>
              <a:rPr lang="en-US"/>
              <a:t>Claude needs Settings &gt; Capabilities &gt; Code execution turned on for skills. Source: https://support.claude.com/en/articles/12512180-use-skills-in-claude</a:t>
            </a:r>
          </a:p>
          <a:p>
            <a:r>
              <a:rPr lang="en-US"/>
              <a:t>Custom GPTs retire Dec 11, 2026: https://help.openai.com/en/articles/20001519-custom-gpt-retirement-and-migration-faq</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5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7.png"/><Relationship Id="rId4" Type="http://schemas.openxmlformats.org/officeDocument/2006/relationships/image" Target="../media/image16.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7.png"/><Relationship Id="rId4" Type="http://schemas.openxmlformats.org/officeDocument/2006/relationships/image" Target="../media/image1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5.png"/><Relationship Id="rId4" Type="http://schemas.openxmlformats.org/officeDocument/2006/relationships/image" Target="../media/image1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2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2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2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2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2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2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Breaker">
  <p:cSld name="1_Section Breaker">
    <p:spTree>
      <p:nvGrpSpPr>
        <p:cNvPr id="15" name="Shape 15"/>
        <p:cNvGrpSpPr/>
        <p:nvPr/>
      </p:nvGrpSpPr>
      <p:grpSpPr>
        <a:xfrm>
          <a:off x="0" y="0"/>
          <a:ext cx="0" cy="0"/>
          <a:chOff x="0" y="0"/>
          <a:chExt cx="0" cy="0"/>
        </a:xfrm>
      </p:grpSpPr>
      <p:pic>
        <p:nvPicPr>
          <p:cNvPr id="16" name="Google Shape;16;p42"/>
          <p:cNvPicPr preferRelativeResize="0"/>
          <p:nvPr/>
        </p:nvPicPr>
        <p:blipFill rotWithShape="1">
          <a:blip r:embed="rId2">
            <a:alphaModFix/>
          </a:blip>
          <a:srcRect b="0" l="0" r="0" t="0"/>
          <a:stretch/>
        </p:blipFill>
        <p:spPr>
          <a:xfrm>
            <a:off x="0" y="-3174"/>
            <a:ext cx="12202447" cy="6861174"/>
          </a:xfrm>
          <a:prstGeom prst="rect">
            <a:avLst/>
          </a:prstGeom>
          <a:noFill/>
          <a:ln>
            <a:noFill/>
          </a:ln>
        </p:spPr>
      </p:pic>
      <p:sp>
        <p:nvSpPr>
          <p:cNvPr id="17" name="Google Shape;17;p42"/>
          <p:cNvSpPr txBox="1"/>
          <p:nvPr>
            <p:ph type="title"/>
          </p:nvPr>
        </p:nvSpPr>
        <p:spPr>
          <a:xfrm>
            <a:off x="1833785" y="1743334"/>
            <a:ext cx="8781661" cy="187485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42"/>
          <p:cNvSpPr txBox="1"/>
          <p:nvPr>
            <p:ph idx="1" type="body"/>
          </p:nvPr>
        </p:nvSpPr>
        <p:spPr>
          <a:xfrm>
            <a:off x="1833563" y="3710273"/>
            <a:ext cx="5176837" cy="6492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divider">
  <p:cSld name="12_divider">
    <p:bg>
      <p:bgPr>
        <a:solidFill>
          <a:srgbClr val="FFE27A"/>
        </a:solidFill>
      </p:bgPr>
    </p:bg>
    <p:spTree>
      <p:nvGrpSpPr>
        <p:cNvPr id="19" name="Shape 19"/>
        <p:cNvGrpSpPr/>
        <p:nvPr/>
      </p:nvGrpSpPr>
      <p:grpSpPr>
        <a:xfrm>
          <a:off x="0" y="0"/>
          <a:ext cx="0" cy="0"/>
          <a:chOff x="0" y="0"/>
          <a:chExt cx="0" cy="0"/>
        </a:xfrm>
      </p:grpSpPr>
      <p:sp>
        <p:nvSpPr>
          <p:cNvPr id="20" name="Google Shape;20;p43"/>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3"/>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2" name="Google Shape;22;p43"/>
          <p:cNvSpPr/>
          <p:nvPr>
            <p:ph idx="2" type="pic"/>
          </p:nvPr>
        </p:nvSpPr>
        <p:spPr>
          <a:xfrm>
            <a:off x="874642" y="-695294"/>
            <a:ext cx="6678652" cy="6678652"/>
          </a:xfrm>
          <a:prstGeom prst="flowChartDelay">
            <a:avLst/>
          </a:prstGeom>
          <a:noFill/>
          <a:ln>
            <a:noFill/>
          </a:ln>
        </p:spPr>
      </p:sp>
      <p:sp>
        <p:nvSpPr>
          <p:cNvPr id="23" name="Google Shape;23;p43"/>
          <p:cNvSpPr/>
          <p:nvPr/>
        </p:nvSpPr>
        <p:spPr>
          <a:xfrm>
            <a:off x="0" y="5983356"/>
            <a:ext cx="874643" cy="874643"/>
          </a:xfrm>
          <a:prstGeom prst="rect">
            <a:avLst/>
          </a:prstGeom>
          <a:solidFill>
            <a:srgbClr val="EEB2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pic>
        <p:nvPicPr>
          <p:cNvPr id="24" name="Google Shape;24;p43"/>
          <p:cNvPicPr preferRelativeResize="0"/>
          <p:nvPr/>
        </p:nvPicPr>
        <p:blipFill rotWithShape="1">
          <a:blip r:embed="rId2">
            <a:alphaModFix/>
          </a:blip>
          <a:srcRect b="0" l="0" r="0" t="0"/>
          <a:stretch/>
        </p:blipFill>
        <p:spPr>
          <a:xfrm>
            <a:off x="1352747" y="6253214"/>
            <a:ext cx="1352277" cy="356414"/>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rmal Page">
  <p:cSld name="Normal Page">
    <p:spTree>
      <p:nvGrpSpPr>
        <p:cNvPr id="25" name="Shape 25"/>
        <p:cNvGrpSpPr/>
        <p:nvPr/>
      </p:nvGrpSpPr>
      <p:grpSpPr>
        <a:xfrm>
          <a:off x="0" y="0"/>
          <a:ext cx="0" cy="0"/>
          <a:chOff x="0" y="0"/>
          <a:chExt cx="0" cy="0"/>
        </a:xfrm>
      </p:grpSpPr>
      <p:sp>
        <p:nvSpPr>
          <p:cNvPr id="26" name="Google Shape;26;p44"/>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7" name="Google Shape;27;p44"/>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8" name="Google Shape;28;p44"/>
          <p:cNvSpPr txBox="1"/>
          <p:nvPr>
            <p:ph idx="1" type="body"/>
          </p:nvPr>
        </p:nvSpPr>
        <p:spPr>
          <a:xfrm>
            <a:off x="386557" y="1665697"/>
            <a:ext cx="10515600" cy="3998912"/>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Font typeface="Arial"/>
              <a:buChar char="•"/>
              <a:defRPr sz="2400">
                <a:solidFill>
                  <a:schemeClr val="dk1"/>
                </a:solidFill>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2pPr>
            <a:lvl3pPr indent="-381000" lvl="2" marL="13716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3pPr>
            <a:lvl4pPr indent="-381000" lvl="3" marL="18288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4pPr>
            <a:lvl5pPr indent="-381000" lvl="4" marL="22860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44"/>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30" name="Google Shape;30;p44"/>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31" name="Google Shape;31;p44"/>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2" name="Shape 32"/>
        <p:cNvGrpSpPr/>
        <p:nvPr/>
      </p:nvGrpSpPr>
      <p:grpSpPr>
        <a:xfrm>
          <a:off x="0" y="0"/>
          <a:ext cx="0" cy="0"/>
          <a:chOff x="0" y="0"/>
          <a:chExt cx="0" cy="0"/>
        </a:xfrm>
      </p:grpSpPr>
      <p:sp>
        <p:nvSpPr>
          <p:cNvPr id="33" name="Google Shape;33;p4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4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5" name="Google Shape;35;p4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4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45"/>
          <p:cNvSpPr txBox="1"/>
          <p:nvPr>
            <p:ph idx="12" type="sldNum"/>
          </p:nvPr>
        </p:nvSpPr>
        <p:spPr>
          <a:xfrm>
            <a:off x="11690927" y="6492875"/>
            <a:ext cx="501073" cy="365125"/>
          </a:xfrm>
          <a:prstGeom prst="rect">
            <a:avLst/>
          </a:prstGeom>
          <a:noFill/>
          <a:ln>
            <a:noFill/>
          </a:ln>
        </p:spPr>
        <p:txBody>
          <a:bodyPr anchorCtr="0" anchor="t"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8 master">
  <p:cSld name="Slide 8 master">
    <p:bg>
      <p:bgPr>
        <a:solidFill>
          <a:srgbClr val="000000"/>
        </a:solidFill>
      </p:bgPr>
    </p:bg>
    <p:spTree>
      <p:nvGrpSpPr>
        <p:cNvPr id="38" name="Shape 38"/>
        <p:cNvGrpSpPr/>
        <p:nvPr/>
      </p:nvGrpSpPr>
      <p:grpSpPr>
        <a:xfrm>
          <a:off x="0" y="0"/>
          <a:ext cx="0" cy="0"/>
          <a:chOff x="0" y="0"/>
          <a:chExt cx="0" cy="0"/>
        </a:xfrm>
      </p:grpSpPr>
      <p:sp>
        <p:nvSpPr>
          <p:cNvPr id="39" name="Google Shape;39;p46"/>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40" name="Google Shape;40;p46"/>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0 master">
  <p:cSld name="Slide 10 master">
    <p:bg>
      <p:bgPr>
        <a:solidFill>
          <a:srgbClr val="000000"/>
        </a:solidFill>
      </p:bgPr>
    </p:bg>
    <p:spTree>
      <p:nvGrpSpPr>
        <p:cNvPr id="41" name="Shape 41"/>
        <p:cNvGrpSpPr/>
        <p:nvPr/>
      </p:nvGrpSpPr>
      <p:grpSpPr>
        <a:xfrm>
          <a:off x="0" y="0"/>
          <a:ext cx="0" cy="0"/>
          <a:chOff x="0" y="0"/>
          <a:chExt cx="0" cy="0"/>
        </a:xfrm>
      </p:grpSpPr>
      <p:sp>
        <p:nvSpPr>
          <p:cNvPr id="42" name="Google Shape;42;p47"/>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43" name="Google Shape;43;p47"/>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1 master">
  <p:cSld name="Slide 11 master">
    <p:bg>
      <p:bgPr>
        <a:solidFill>
          <a:srgbClr val="000000"/>
        </a:solidFill>
      </p:bgPr>
    </p:bg>
    <p:spTree>
      <p:nvGrpSpPr>
        <p:cNvPr id="44" name="Shape 44"/>
        <p:cNvGrpSpPr/>
        <p:nvPr/>
      </p:nvGrpSpPr>
      <p:grpSpPr>
        <a:xfrm>
          <a:off x="0" y="0"/>
          <a:ext cx="0" cy="0"/>
          <a:chOff x="0" y="0"/>
          <a:chExt cx="0" cy="0"/>
        </a:xfrm>
      </p:grpSpPr>
      <p:sp>
        <p:nvSpPr>
          <p:cNvPr id="45" name="Google Shape;45;p48"/>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46" name="Google Shape;46;p48"/>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2 master">
  <p:cSld name="Slide 12 master">
    <p:bg>
      <p:bgPr>
        <a:solidFill>
          <a:srgbClr val="000000"/>
        </a:solidFill>
      </p:bgPr>
    </p:bg>
    <p:spTree>
      <p:nvGrpSpPr>
        <p:cNvPr id="47" name="Shape 47"/>
        <p:cNvGrpSpPr/>
        <p:nvPr/>
      </p:nvGrpSpPr>
      <p:grpSpPr>
        <a:xfrm>
          <a:off x="0" y="0"/>
          <a:ext cx="0" cy="0"/>
          <a:chOff x="0" y="0"/>
          <a:chExt cx="0" cy="0"/>
        </a:xfrm>
      </p:grpSpPr>
      <p:sp>
        <p:nvSpPr>
          <p:cNvPr id="48" name="Google Shape;48;p49"/>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49" name="Google Shape;49;p49"/>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5 master">
  <p:cSld name="Slide 15 master">
    <p:bg>
      <p:bgPr>
        <a:solidFill>
          <a:srgbClr val="000000"/>
        </a:solidFill>
      </p:bgPr>
    </p:bg>
    <p:spTree>
      <p:nvGrpSpPr>
        <p:cNvPr id="50" name="Shape 50"/>
        <p:cNvGrpSpPr/>
        <p:nvPr/>
      </p:nvGrpSpPr>
      <p:grpSpPr>
        <a:xfrm>
          <a:off x="0" y="0"/>
          <a:ext cx="0" cy="0"/>
          <a:chOff x="0" y="0"/>
          <a:chExt cx="0" cy="0"/>
        </a:xfrm>
      </p:grpSpPr>
      <p:sp>
        <p:nvSpPr>
          <p:cNvPr id="51" name="Google Shape;51;p50"/>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52" name="Google Shape;52;p50"/>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5 master">
  <p:cSld name="Slide 5 master">
    <p:bg>
      <p:bgPr>
        <a:solidFill>
          <a:srgbClr val="000000"/>
        </a:solidFill>
      </p:bgPr>
    </p:bg>
    <p:spTree>
      <p:nvGrpSpPr>
        <p:cNvPr id="53" name="Shape 53"/>
        <p:cNvGrpSpPr/>
        <p:nvPr/>
      </p:nvGrpSpPr>
      <p:grpSpPr>
        <a:xfrm>
          <a:off x="0" y="0"/>
          <a:ext cx="0" cy="0"/>
          <a:chOff x="0" y="0"/>
          <a:chExt cx="0" cy="0"/>
        </a:xfrm>
      </p:grpSpPr>
      <p:sp>
        <p:nvSpPr>
          <p:cNvPr id="54" name="Google Shape;54;p51"/>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55" name="Google Shape;55;p51"/>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6 master">
  <p:cSld name="Slide 6 master">
    <p:bg>
      <p:bgPr>
        <a:solidFill>
          <a:srgbClr val="000000"/>
        </a:solidFill>
      </p:bgPr>
    </p:bg>
    <p:spTree>
      <p:nvGrpSpPr>
        <p:cNvPr id="56" name="Shape 56"/>
        <p:cNvGrpSpPr/>
        <p:nvPr/>
      </p:nvGrpSpPr>
      <p:grpSpPr>
        <a:xfrm>
          <a:off x="0" y="0"/>
          <a:ext cx="0" cy="0"/>
          <a:chOff x="0" y="0"/>
          <a:chExt cx="0" cy="0"/>
        </a:xfrm>
      </p:grpSpPr>
      <p:sp>
        <p:nvSpPr>
          <p:cNvPr id="57" name="Google Shape;57;p52"/>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58" name="Google Shape;58;p52"/>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Highlight Activity">
  <p:cSld name="2_Highlight Activity">
    <p:bg>
      <p:bgPr>
        <a:solidFill>
          <a:schemeClr val="lt1"/>
        </a:solidFill>
      </p:bgPr>
    </p:bg>
    <p:spTree>
      <p:nvGrpSpPr>
        <p:cNvPr id="59" name="Shape 59"/>
        <p:cNvGrpSpPr/>
        <p:nvPr/>
      </p:nvGrpSpPr>
      <p:grpSpPr>
        <a:xfrm>
          <a:off x="0" y="0"/>
          <a:ext cx="0" cy="0"/>
          <a:chOff x="0" y="0"/>
          <a:chExt cx="0" cy="0"/>
        </a:xfrm>
      </p:grpSpPr>
      <p:sp>
        <p:nvSpPr>
          <p:cNvPr id="60" name="Google Shape;60;p53"/>
          <p:cNvSpPr/>
          <p:nvPr/>
        </p:nvSpPr>
        <p:spPr>
          <a:xfrm>
            <a:off x="11734800"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1" name="Google Shape;61;p53"/>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2" name="Google Shape;62;p53"/>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63" name="Google Shape;63;p53"/>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64" name="Google Shape;64;p53"/>
          <p:cNvSpPr txBox="1"/>
          <p:nvPr>
            <p:ph idx="1" type="body"/>
          </p:nvPr>
        </p:nvSpPr>
        <p:spPr>
          <a:xfrm>
            <a:off x="838200" y="4196482"/>
            <a:ext cx="10515600" cy="172402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5" name="Google Shape;65;p53"/>
          <p:cNvSpPr/>
          <p:nvPr/>
        </p:nvSpPr>
        <p:spPr>
          <a:xfrm>
            <a:off x="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66" name="Google Shape;66;p53"/>
          <p:cNvSpPr/>
          <p:nvPr/>
        </p:nvSpPr>
        <p:spPr>
          <a:xfrm>
            <a:off x="457200" y="4618"/>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67" name="Google Shape;67;p53"/>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68" name="Google Shape;68;p53"/>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9" name="Shape 69"/>
        <p:cNvGrpSpPr/>
        <p:nvPr/>
      </p:nvGrpSpPr>
      <p:grpSpPr>
        <a:xfrm>
          <a:off x="0" y="0"/>
          <a:ext cx="0" cy="0"/>
          <a:chOff x="0" y="0"/>
          <a:chExt cx="0" cy="0"/>
        </a:xfrm>
      </p:grpSpPr>
      <p:sp>
        <p:nvSpPr>
          <p:cNvPr id="70" name="Google Shape;70;p96"/>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1" name="Google Shape;71;p96"/>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72" name="Google Shape;72;p96"/>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73" name="Google Shape;73;p96"/>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74" name="Google Shape;74;p96"/>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75" name="Google Shape;75;p96"/>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ddle Layout">
  <p:cSld name="Middle Layout">
    <p:spTree>
      <p:nvGrpSpPr>
        <p:cNvPr id="76" name="Shape 76"/>
        <p:cNvGrpSpPr/>
        <p:nvPr/>
      </p:nvGrpSpPr>
      <p:grpSpPr>
        <a:xfrm>
          <a:off x="0" y="0"/>
          <a:ext cx="0" cy="0"/>
          <a:chOff x="0" y="0"/>
          <a:chExt cx="0" cy="0"/>
        </a:xfrm>
      </p:grpSpPr>
      <p:sp>
        <p:nvSpPr>
          <p:cNvPr id="77" name="Google Shape;77;p97"/>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78" name="Google Shape;78;p97"/>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79" name="Google Shape;79;p97"/>
          <p:cNvSpPr txBox="1"/>
          <p:nvPr>
            <p:ph type="title"/>
          </p:nvPr>
        </p:nvSpPr>
        <p:spPr>
          <a:xfrm>
            <a:off x="394855" y="2766218"/>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97"/>
          <p:cNvSpPr txBox="1"/>
          <p:nvPr>
            <p:ph idx="1" type="body"/>
          </p:nvPr>
        </p:nvSpPr>
        <p:spPr>
          <a:xfrm>
            <a:off x="395288" y="4202113"/>
            <a:ext cx="9090025" cy="6286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1" name="Google Shape;81;p97"/>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82" name="Google Shape;82;p97"/>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Review">
  <p:cSld name="Agenda / Review">
    <p:bg>
      <p:bgPr>
        <a:solidFill>
          <a:schemeClr val="lt1"/>
        </a:solidFill>
      </p:bgPr>
    </p:bg>
    <p:spTree>
      <p:nvGrpSpPr>
        <p:cNvPr id="83" name="Shape 83"/>
        <p:cNvGrpSpPr/>
        <p:nvPr/>
      </p:nvGrpSpPr>
      <p:grpSpPr>
        <a:xfrm>
          <a:off x="0" y="0"/>
          <a:ext cx="0" cy="0"/>
          <a:chOff x="0" y="0"/>
          <a:chExt cx="0" cy="0"/>
        </a:xfrm>
      </p:grpSpPr>
      <p:sp>
        <p:nvSpPr>
          <p:cNvPr id="84" name="Google Shape;84;p98"/>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5" name="Google Shape;85;p98"/>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86" name="Google Shape;86;p98"/>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87" name="Google Shape;87;p98"/>
          <p:cNvSpPr txBox="1"/>
          <p:nvPr>
            <p:ph idx="1" type="body"/>
          </p:nvPr>
        </p:nvSpPr>
        <p:spPr>
          <a:xfrm>
            <a:off x="386557" y="1579178"/>
            <a:ext cx="10069513" cy="3473450"/>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Font typeface="Arial"/>
              <a:buChar char="•"/>
              <a:defRPr sz="2400">
                <a:solidFill>
                  <a:schemeClr val="dk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88" name="Google Shape;88;p98"/>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89" name="Google Shape;89;p98"/>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Breaker">
  <p:cSld name="Section Breaker">
    <p:spTree>
      <p:nvGrpSpPr>
        <p:cNvPr id="90" name="Shape 90"/>
        <p:cNvGrpSpPr/>
        <p:nvPr/>
      </p:nvGrpSpPr>
      <p:grpSpPr>
        <a:xfrm>
          <a:off x="0" y="0"/>
          <a:ext cx="0" cy="0"/>
          <a:chOff x="0" y="0"/>
          <a:chExt cx="0" cy="0"/>
        </a:xfrm>
      </p:grpSpPr>
      <p:pic>
        <p:nvPicPr>
          <p:cNvPr descr="Shape&#10;&#10;Description automatically generated" id="91" name="Google Shape;91;p99"/>
          <p:cNvPicPr preferRelativeResize="0"/>
          <p:nvPr/>
        </p:nvPicPr>
        <p:blipFill rotWithShape="1">
          <a:blip r:embed="rId2">
            <a:alphaModFix/>
          </a:blip>
          <a:srcRect b="0" l="0" r="0" t="0"/>
          <a:stretch/>
        </p:blipFill>
        <p:spPr>
          <a:xfrm>
            <a:off x="1" y="-3174"/>
            <a:ext cx="12207250" cy="6861174"/>
          </a:xfrm>
          <a:prstGeom prst="rect">
            <a:avLst/>
          </a:prstGeom>
          <a:noFill/>
          <a:ln>
            <a:noFill/>
          </a:ln>
        </p:spPr>
      </p:pic>
      <p:sp>
        <p:nvSpPr>
          <p:cNvPr id="92" name="Google Shape;92;p99"/>
          <p:cNvSpPr txBox="1"/>
          <p:nvPr>
            <p:ph type="title"/>
          </p:nvPr>
        </p:nvSpPr>
        <p:spPr>
          <a:xfrm>
            <a:off x="1833785" y="1743334"/>
            <a:ext cx="8781661" cy="187485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3" name="Google Shape;93;p99"/>
          <p:cNvSpPr txBox="1"/>
          <p:nvPr>
            <p:ph idx="1" type="body"/>
          </p:nvPr>
        </p:nvSpPr>
        <p:spPr>
          <a:xfrm>
            <a:off x="1833563" y="3617913"/>
            <a:ext cx="5176837" cy="6492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4" name="Google Shape;94;p99"/>
          <p:cNvSpPr/>
          <p:nvPr/>
        </p:nvSpPr>
        <p:spPr>
          <a:xfrm>
            <a:off x="11734800" y="6393067"/>
            <a:ext cx="457199" cy="464933"/>
          </a:xfrm>
          <a:prstGeom prst="rect">
            <a:avLst/>
          </a:prstGeom>
          <a:solidFill>
            <a:srgbClr val="8BAE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ighlight Activity">
  <p:cSld name="Highlight Activity">
    <p:bg>
      <p:bgPr>
        <a:solidFill>
          <a:schemeClr val="lt1"/>
        </a:solidFill>
      </p:bgPr>
    </p:bg>
    <p:spTree>
      <p:nvGrpSpPr>
        <p:cNvPr id="95" name="Shape 95"/>
        <p:cNvGrpSpPr/>
        <p:nvPr/>
      </p:nvGrpSpPr>
      <p:grpSpPr>
        <a:xfrm>
          <a:off x="0" y="0"/>
          <a:ext cx="0" cy="0"/>
          <a:chOff x="0" y="0"/>
          <a:chExt cx="0" cy="0"/>
        </a:xfrm>
      </p:grpSpPr>
      <p:sp>
        <p:nvSpPr>
          <p:cNvPr id="96" name="Google Shape;96;p100"/>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7" name="Google Shape;97;p100"/>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98" name="Google Shape;98;p100"/>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99" name="Google Shape;99;p100"/>
          <p:cNvSpPr txBox="1"/>
          <p:nvPr>
            <p:ph idx="1" type="body"/>
          </p:nvPr>
        </p:nvSpPr>
        <p:spPr>
          <a:xfrm>
            <a:off x="838200" y="4196482"/>
            <a:ext cx="10515600" cy="172402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0" name="Google Shape;100;p100"/>
          <p:cNvSpPr/>
          <p:nvPr/>
        </p:nvSpPr>
        <p:spPr>
          <a:xfrm>
            <a:off x="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01" name="Google Shape;101;p100"/>
          <p:cNvSpPr/>
          <p:nvPr/>
        </p:nvSpPr>
        <p:spPr>
          <a:xfrm>
            <a:off x="457200" y="4618"/>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02" name="Google Shape;102;p100"/>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03" name="Google Shape;103;p100"/>
          <p:cNvSpPr txBox="1"/>
          <p:nvPr>
            <p:ph idx="12" type="sldNum"/>
          </p:nvPr>
        </p:nvSpPr>
        <p:spPr>
          <a:xfrm>
            <a:off x="11734801" y="6423246"/>
            <a:ext cx="457200"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Breaker Image">
  <p:cSld name="Section Breaker Image">
    <p:spTree>
      <p:nvGrpSpPr>
        <p:cNvPr id="104" name="Shape 104"/>
        <p:cNvGrpSpPr/>
        <p:nvPr/>
      </p:nvGrpSpPr>
      <p:grpSpPr>
        <a:xfrm>
          <a:off x="0" y="0"/>
          <a:ext cx="0" cy="0"/>
          <a:chOff x="0" y="0"/>
          <a:chExt cx="0" cy="0"/>
        </a:xfrm>
      </p:grpSpPr>
      <p:sp>
        <p:nvSpPr>
          <p:cNvPr id="105" name="Google Shape;105;p101"/>
          <p:cNvSpPr txBox="1"/>
          <p:nvPr/>
        </p:nvSpPr>
        <p:spPr>
          <a:xfrm>
            <a:off x="1515309" y="3581295"/>
            <a:ext cx="2837616" cy="153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chemeClr val="lt1"/>
              </a:buClr>
              <a:buSzPts val="1000"/>
              <a:buFont typeface="Arial"/>
              <a:buNone/>
            </a:pPr>
            <a:r>
              <a:rPr b="0" i="0" lang="en-US" sz="1000" u="none" cap="none" strike="noStrike">
                <a:solidFill>
                  <a:schemeClr val="lt1"/>
                </a:solidFill>
                <a:latin typeface="Arial"/>
                <a:ea typeface="Arial"/>
                <a:cs typeface="Arial"/>
                <a:sym typeface="Arial"/>
              </a:rPr>
              <a:t>     </a:t>
            </a:r>
            <a:endParaRPr i="0" sz="800" u="none" cap="none" strike="noStrike">
              <a:solidFill>
                <a:schemeClr val="lt1"/>
              </a:solidFill>
              <a:latin typeface="Arial"/>
              <a:ea typeface="Arial"/>
              <a:cs typeface="Arial"/>
              <a:sym typeface="Arial"/>
            </a:endParaRPr>
          </a:p>
        </p:txBody>
      </p:sp>
      <p:sp>
        <p:nvSpPr>
          <p:cNvPr id="106" name="Google Shape;106;p101"/>
          <p:cNvSpPr/>
          <p:nvPr/>
        </p:nvSpPr>
        <p:spPr>
          <a:xfrm>
            <a:off x="1181933" y="1160392"/>
            <a:ext cx="3314700" cy="3314700"/>
          </a:xfrm>
          <a:prstGeom prst="rect">
            <a:avLst/>
          </a:prstGeom>
          <a:solidFill>
            <a:srgbClr val="FEC91B">
              <a:alpha val="94117"/>
            </a:srgbClr>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07" name="Google Shape;107;p101"/>
          <p:cNvSpPr/>
          <p:nvPr/>
        </p:nvSpPr>
        <p:spPr>
          <a:xfrm>
            <a:off x="797124" y="4475092"/>
            <a:ext cx="384809" cy="384809"/>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08" name="Google Shape;108;p101"/>
          <p:cNvSpPr/>
          <p:nvPr/>
        </p:nvSpPr>
        <p:spPr>
          <a:xfrm>
            <a:off x="622806" y="4300774"/>
            <a:ext cx="174318" cy="174318"/>
          </a:xfrm>
          <a:prstGeom prst="rect">
            <a:avLst/>
          </a:prstGeom>
          <a:solidFill>
            <a:srgbClr val="FFE17A"/>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09" name="Google Shape;109;p101"/>
          <p:cNvSpPr txBox="1"/>
          <p:nvPr>
            <p:ph type="title"/>
          </p:nvPr>
        </p:nvSpPr>
        <p:spPr>
          <a:xfrm>
            <a:off x="1391067" y="1694763"/>
            <a:ext cx="2961858" cy="88265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3200"/>
              <a:buFont typeface="Play"/>
              <a:buNone/>
              <a:defRPr sz="32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0" name="Google Shape;110;p101"/>
          <p:cNvSpPr txBox="1"/>
          <p:nvPr>
            <p:ph idx="1" type="body"/>
          </p:nvPr>
        </p:nvSpPr>
        <p:spPr>
          <a:xfrm>
            <a:off x="1390233" y="3575050"/>
            <a:ext cx="2961858" cy="70553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1000"/>
              <a:buNone/>
              <a:defRPr sz="1000">
                <a:solidFill>
                  <a:schemeClr val="l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rt / Finish">
  <p:cSld name="Start / Finish">
    <p:spTree>
      <p:nvGrpSpPr>
        <p:cNvPr id="111" name="Shape 111"/>
        <p:cNvGrpSpPr/>
        <p:nvPr/>
      </p:nvGrpSpPr>
      <p:grpSpPr>
        <a:xfrm>
          <a:off x="0" y="0"/>
          <a:ext cx="0" cy="0"/>
          <a:chOff x="0" y="0"/>
          <a:chExt cx="0" cy="0"/>
        </a:xfrm>
      </p:grpSpPr>
      <p:sp>
        <p:nvSpPr>
          <p:cNvPr id="112" name="Google Shape;112;p102"/>
          <p:cNvSpPr/>
          <p:nvPr>
            <p:ph idx="2" type="pic"/>
          </p:nvPr>
        </p:nvSpPr>
        <p:spPr>
          <a:xfrm>
            <a:off x="0" y="0"/>
            <a:ext cx="12192000" cy="6858000"/>
          </a:xfrm>
          <a:prstGeom prst="rect">
            <a:avLst/>
          </a:prstGeom>
          <a:noFill/>
          <a:ln>
            <a:noFill/>
          </a:ln>
        </p:spPr>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
  <p:cSld name="Test">
    <p:spTree>
      <p:nvGrpSpPr>
        <p:cNvPr id="113" name="Shape 113"/>
        <p:cNvGrpSpPr/>
        <p:nvPr/>
      </p:nvGrpSpPr>
      <p:grpSpPr>
        <a:xfrm>
          <a:off x="0" y="0"/>
          <a:ext cx="0" cy="0"/>
          <a:chOff x="0" y="0"/>
          <a:chExt cx="0" cy="0"/>
        </a:xfrm>
      </p:grpSpPr>
      <p:sp>
        <p:nvSpPr>
          <p:cNvPr id="114" name="Google Shape;114;p103"/>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15" name="Google Shape;115;p103"/>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16" name="Google Shape;116;p103"/>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17" name="Google Shape;117;p103"/>
          <p:cNvSpPr/>
          <p:nvPr/>
        </p:nvSpPr>
        <p:spPr>
          <a:xfrm>
            <a:off x="11734801"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8" name="Google Shape;118;p103"/>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sentation Title">
  <p:cSld name="Presentation Title">
    <p:spTree>
      <p:nvGrpSpPr>
        <p:cNvPr id="119" name="Shape 119"/>
        <p:cNvGrpSpPr/>
        <p:nvPr/>
      </p:nvGrpSpPr>
      <p:grpSpPr>
        <a:xfrm>
          <a:off x="0" y="0"/>
          <a:ext cx="0" cy="0"/>
          <a:chOff x="0" y="0"/>
          <a:chExt cx="0" cy="0"/>
        </a:xfrm>
      </p:grpSpPr>
      <p:pic>
        <p:nvPicPr>
          <p:cNvPr descr="Two people looking at a tablet&#10;&#10;Description automatically generated with medium confidence" id="120" name="Google Shape;120;p104"/>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21" name="Google Shape;121;p104"/>
          <p:cNvSpPr txBox="1"/>
          <p:nvPr/>
        </p:nvSpPr>
        <p:spPr>
          <a:xfrm>
            <a:off x="1482438" y="5246255"/>
            <a:ext cx="6734282" cy="93060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400">
              <a:solidFill>
                <a:srgbClr val="FFFFFF"/>
              </a:solidFill>
              <a:latin typeface="Play"/>
              <a:ea typeface="Play"/>
              <a:cs typeface="Play"/>
              <a:sym typeface="Play"/>
            </a:endParaRPr>
          </a:p>
        </p:txBody>
      </p:sp>
      <p:sp>
        <p:nvSpPr>
          <p:cNvPr id="122" name="Google Shape;122;p104"/>
          <p:cNvSpPr txBox="1"/>
          <p:nvPr>
            <p:ph type="title"/>
          </p:nvPr>
        </p:nvSpPr>
        <p:spPr>
          <a:xfrm>
            <a:off x="1482437" y="2766218"/>
            <a:ext cx="5491017" cy="2480037"/>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3" name="Google Shape;123;p104"/>
          <p:cNvSpPr txBox="1"/>
          <p:nvPr>
            <p:ph idx="1" type="body"/>
          </p:nvPr>
        </p:nvSpPr>
        <p:spPr>
          <a:xfrm>
            <a:off x="1482438" y="5347422"/>
            <a:ext cx="5491016" cy="9144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400"/>
              <a:buNone/>
              <a:defRPr sz="2400">
                <a:solidFill>
                  <a:schemeClr val="l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Agenda / Review">
  <p:cSld name="1_Agenda / Review">
    <p:bg>
      <p:bgPr>
        <a:solidFill>
          <a:srgbClr val="FFE17A"/>
        </a:solidFill>
      </p:bgPr>
    </p:bg>
    <p:spTree>
      <p:nvGrpSpPr>
        <p:cNvPr id="124" name="Shape 124"/>
        <p:cNvGrpSpPr/>
        <p:nvPr/>
      </p:nvGrpSpPr>
      <p:grpSpPr>
        <a:xfrm>
          <a:off x="0" y="0"/>
          <a:ext cx="0" cy="0"/>
          <a:chOff x="0" y="0"/>
          <a:chExt cx="0" cy="0"/>
        </a:xfrm>
      </p:grpSpPr>
      <p:sp>
        <p:nvSpPr>
          <p:cNvPr id="125" name="Google Shape;125;p105"/>
          <p:cNvSpPr txBox="1"/>
          <p:nvPr>
            <p:ph type="title"/>
          </p:nvPr>
        </p:nvSpPr>
        <p:spPr>
          <a:xfrm>
            <a:off x="484237" y="106709"/>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6" name="Google Shape;126;p105"/>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27" name="Google Shape;127;p105"/>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28" name="Google Shape;128;p105"/>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
        <p:nvSpPr>
          <p:cNvPr id="129" name="Google Shape;129;p105"/>
          <p:cNvSpPr txBox="1"/>
          <p:nvPr>
            <p:ph idx="1" type="body"/>
          </p:nvPr>
        </p:nvSpPr>
        <p:spPr>
          <a:xfrm>
            <a:off x="484237" y="1432272"/>
            <a:ext cx="10069513" cy="3473450"/>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Font typeface="Arial"/>
              <a:buChar char="•"/>
              <a:defRPr sz="2400">
                <a:solidFill>
                  <a:schemeClr val="dk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130" name="Google Shape;130;p105"/>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Normal Page">
  <p:cSld name="1_Normal Page">
    <p:spTree>
      <p:nvGrpSpPr>
        <p:cNvPr id="131" name="Shape 131"/>
        <p:cNvGrpSpPr/>
        <p:nvPr/>
      </p:nvGrpSpPr>
      <p:grpSpPr>
        <a:xfrm>
          <a:off x="0" y="0"/>
          <a:ext cx="0" cy="0"/>
          <a:chOff x="0" y="0"/>
          <a:chExt cx="0" cy="0"/>
        </a:xfrm>
      </p:grpSpPr>
      <p:sp>
        <p:nvSpPr>
          <p:cNvPr id="132" name="Google Shape;132;p106"/>
          <p:cNvSpPr txBox="1"/>
          <p:nvPr>
            <p:ph type="title"/>
          </p:nvPr>
        </p:nvSpPr>
        <p:spPr>
          <a:xfrm>
            <a:off x="431800" y="118268"/>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3" name="Google Shape;133;p106"/>
          <p:cNvSpPr txBox="1"/>
          <p:nvPr>
            <p:ph idx="1" type="body"/>
          </p:nvPr>
        </p:nvSpPr>
        <p:spPr>
          <a:xfrm>
            <a:off x="431799" y="1443831"/>
            <a:ext cx="10515600" cy="399891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Font typeface="Arial"/>
              <a:buNone/>
              <a:defRPr sz="2400">
                <a:solidFill>
                  <a:schemeClr val="dk1"/>
                </a:solidFill>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2pPr>
            <a:lvl3pPr indent="-381000" lvl="2" marL="13716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3pPr>
            <a:lvl4pPr indent="-381000" lvl="3" marL="18288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4pPr>
            <a:lvl5pPr indent="-381000" lvl="4" marL="22860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34" name="Google Shape;134;p106"/>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35" name="Google Shape;135;p106"/>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36" name="Google Shape;136;p106"/>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37" name="Google Shape;137;p106"/>
          <p:cNvSpPr/>
          <p:nvPr/>
        </p:nvSpPr>
        <p:spPr>
          <a:xfrm>
            <a:off x="11734801"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 name="Google Shape;138;p106"/>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Middle Layout">
  <p:cSld name="1_Middle Layout">
    <p:spTree>
      <p:nvGrpSpPr>
        <p:cNvPr id="139" name="Shape 139"/>
        <p:cNvGrpSpPr/>
        <p:nvPr/>
      </p:nvGrpSpPr>
      <p:grpSpPr>
        <a:xfrm>
          <a:off x="0" y="0"/>
          <a:ext cx="0" cy="0"/>
          <a:chOff x="0" y="0"/>
          <a:chExt cx="0" cy="0"/>
        </a:xfrm>
      </p:grpSpPr>
      <p:sp>
        <p:nvSpPr>
          <p:cNvPr id="140" name="Google Shape;140;p107"/>
          <p:cNvSpPr txBox="1"/>
          <p:nvPr>
            <p:ph type="title"/>
          </p:nvPr>
        </p:nvSpPr>
        <p:spPr>
          <a:xfrm>
            <a:off x="247073" y="2766218"/>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1" name="Google Shape;141;p107"/>
          <p:cNvSpPr txBox="1"/>
          <p:nvPr>
            <p:ph idx="1" type="body"/>
          </p:nvPr>
        </p:nvSpPr>
        <p:spPr>
          <a:xfrm>
            <a:off x="247073" y="4116720"/>
            <a:ext cx="10515600" cy="56948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42" name="Google Shape;142;p107"/>
          <p:cNvSpPr/>
          <p:nvPr/>
        </p:nvSpPr>
        <p:spPr>
          <a:xfrm>
            <a:off x="11734800" y="6393067"/>
            <a:ext cx="457199" cy="464933"/>
          </a:xfrm>
          <a:prstGeom prst="rect">
            <a:avLst/>
          </a:prstGeom>
          <a:solidFill>
            <a:srgbClr val="FFE17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 name="Google Shape;143;p107"/>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44" name="Google Shape;144;p107"/>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45" name="Google Shape;145;p107"/>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146" name="Google Shape;146;p107"/>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Highlight Activity">
  <p:cSld name="1_Highlight Activity">
    <p:bg>
      <p:bgPr>
        <a:solidFill>
          <a:schemeClr val="lt1"/>
        </a:solidFill>
      </p:bgPr>
    </p:bg>
    <p:spTree>
      <p:nvGrpSpPr>
        <p:cNvPr id="147" name="Shape 147"/>
        <p:cNvGrpSpPr/>
        <p:nvPr/>
      </p:nvGrpSpPr>
      <p:grpSpPr>
        <a:xfrm>
          <a:off x="0" y="0"/>
          <a:ext cx="0" cy="0"/>
          <a:chOff x="0" y="0"/>
          <a:chExt cx="0" cy="0"/>
        </a:xfrm>
      </p:grpSpPr>
      <p:sp>
        <p:nvSpPr>
          <p:cNvPr id="148" name="Google Shape;148;p108"/>
          <p:cNvSpPr/>
          <p:nvPr/>
        </p:nvSpPr>
        <p:spPr>
          <a:xfrm>
            <a:off x="11734800" y="6393067"/>
            <a:ext cx="457199" cy="464933"/>
          </a:xfrm>
          <a:prstGeom prst="rect">
            <a:avLst/>
          </a:prstGeom>
          <a:solidFill>
            <a:srgbClr val="FFE17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 name="Google Shape;149;p108"/>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0" name="Google Shape;150;p108"/>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1" name="Google Shape;151;p108"/>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2" name="Google Shape;152;p108"/>
          <p:cNvSpPr txBox="1"/>
          <p:nvPr>
            <p:ph idx="1" type="body"/>
          </p:nvPr>
        </p:nvSpPr>
        <p:spPr>
          <a:xfrm>
            <a:off x="838200" y="4196482"/>
            <a:ext cx="10515600" cy="172402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53" name="Google Shape;153;p108"/>
          <p:cNvSpPr/>
          <p:nvPr/>
        </p:nvSpPr>
        <p:spPr>
          <a:xfrm>
            <a:off x="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4" name="Google Shape;154;p108"/>
          <p:cNvSpPr/>
          <p:nvPr/>
        </p:nvSpPr>
        <p:spPr>
          <a:xfrm>
            <a:off x="457200" y="-3695"/>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5" name="Google Shape;155;p108"/>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156" name="Google Shape;156;p108"/>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ecap Visual Slide">
  <p:cSld name="Recap Visual Slide">
    <p:spTree>
      <p:nvGrpSpPr>
        <p:cNvPr id="157" name="Shape 157"/>
        <p:cNvGrpSpPr/>
        <p:nvPr/>
      </p:nvGrpSpPr>
      <p:grpSpPr>
        <a:xfrm>
          <a:off x="0" y="0"/>
          <a:ext cx="0" cy="0"/>
          <a:chOff x="0" y="0"/>
          <a:chExt cx="0" cy="0"/>
        </a:xfrm>
      </p:grpSpPr>
      <p:pic>
        <p:nvPicPr>
          <p:cNvPr descr="A picture containing text, person, yellow&#10;&#10;Description automatically generated" id="158" name="Google Shape;158;p109"/>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59" name="Google Shape;159;p109"/>
          <p:cNvSpPr txBox="1"/>
          <p:nvPr/>
        </p:nvSpPr>
        <p:spPr>
          <a:xfrm>
            <a:off x="8880600" y="2827905"/>
            <a:ext cx="2757218" cy="1874852"/>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000000"/>
              </a:buClr>
              <a:buSzPts val="4500"/>
              <a:buFont typeface="Play"/>
              <a:buNone/>
            </a:pPr>
            <a:r>
              <a:rPr b="0" i="0" lang="en-US" sz="4500" u="none" cap="none" strike="noStrike">
                <a:solidFill>
                  <a:srgbClr val="000000"/>
                </a:solidFill>
                <a:latin typeface="Play"/>
                <a:ea typeface="Play"/>
                <a:cs typeface="Play"/>
                <a:sym typeface="Play"/>
              </a:rPr>
              <a:t>Recap</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Breaker Image">
  <p:cSld name="1_Section Breaker Image">
    <p:spTree>
      <p:nvGrpSpPr>
        <p:cNvPr id="160" name="Shape 160"/>
        <p:cNvGrpSpPr/>
        <p:nvPr/>
      </p:nvGrpSpPr>
      <p:grpSpPr>
        <a:xfrm>
          <a:off x="0" y="0"/>
          <a:ext cx="0" cy="0"/>
          <a:chOff x="0" y="0"/>
          <a:chExt cx="0" cy="0"/>
        </a:xfrm>
      </p:grpSpPr>
      <p:sp>
        <p:nvSpPr>
          <p:cNvPr id="161" name="Google Shape;161;p110"/>
          <p:cNvSpPr txBox="1"/>
          <p:nvPr/>
        </p:nvSpPr>
        <p:spPr>
          <a:xfrm>
            <a:off x="1515309" y="3581295"/>
            <a:ext cx="2837616" cy="153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chemeClr val="lt1"/>
              </a:buClr>
              <a:buSzPts val="1000"/>
              <a:buFont typeface="Arial"/>
              <a:buNone/>
            </a:pPr>
            <a:r>
              <a:rPr b="0" i="0" lang="en-US" sz="1000" u="none" cap="none" strike="noStrike">
                <a:solidFill>
                  <a:schemeClr val="lt1"/>
                </a:solidFill>
                <a:latin typeface="Arial"/>
                <a:ea typeface="Arial"/>
                <a:cs typeface="Arial"/>
                <a:sym typeface="Arial"/>
              </a:rPr>
              <a:t>     </a:t>
            </a:r>
            <a:endParaRPr i="0" sz="800" u="none" cap="none" strike="noStrike">
              <a:solidFill>
                <a:schemeClr val="lt1"/>
              </a:solidFill>
              <a:latin typeface="Arial"/>
              <a:ea typeface="Arial"/>
              <a:cs typeface="Arial"/>
              <a:sym typeface="Arial"/>
            </a:endParaRPr>
          </a:p>
        </p:txBody>
      </p:sp>
      <p:sp>
        <p:nvSpPr>
          <p:cNvPr id="162" name="Google Shape;162;p110"/>
          <p:cNvSpPr/>
          <p:nvPr/>
        </p:nvSpPr>
        <p:spPr>
          <a:xfrm>
            <a:off x="1181933" y="1160392"/>
            <a:ext cx="3314700" cy="3314700"/>
          </a:xfrm>
          <a:prstGeom prst="rect">
            <a:avLst/>
          </a:prstGeom>
          <a:solidFill>
            <a:srgbClr val="FEC91B">
              <a:alpha val="94117"/>
            </a:srgbClr>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63" name="Google Shape;163;p110"/>
          <p:cNvSpPr/>
          <p:nvPr/>
        </p:nvSpPr>
        <p:spPr>
          <a:xfrm>
            <a:off x="797124" y="4475092"/>
            <a:ext cx="384809" cy="384809"/>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64" name="Google Shape;164;p110"/>
          <p:cNvSpPr/>
          <p:nvPr/>
        </p:nvSpPr>
        <p:spPr>
          <a:xfrm>
            <a:off x="622806" y="4300774"/>
            <a:ext cx="174318" cy="174318"/>
          </a:xfrm>
          <a:prstGeom prst="rect">
            <a:avLst/>
          </a:prstGeom>
          <a:solidFill>
            <a:srgbClr val="FFE17A"/>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65" name="Google Shape;165;p110"/>
          <p:cNvSpPr txBox="1"/>
          <p:nvPr>
            <p:ph type="title"/>
          </p:nvPr>
        </p:nvSpPr>
        <p:spPr>
          <a:xfrm>
            <a:off x="1391067" y="1694763"/>
            <a:ext cx="2961858" cy="88265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3200"/>
              <a:buFont typeface="Play"/>
              <a:buNone/>
              <a:defRPr sz="32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6" name="Google Shape;166;p110"/>
          <p:cNvSpPr txBox="1"/>
          <p:nvPr>
            <p:ph idx="1" type="body"/>
          </p:nvPr>
        </p:nvSpPr>
        <p:spPr>
          <a:xfrm>
            <a:off x="1390233" y="3575050"/>
            <a:ext cx="2961858" cy="70553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1000"/>
              <a:buNone/>
              <a:defRPr sz="1000">
                <a:solidFill>
                  <a:schemeClr val="l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sentation Ending">
  <p:cSld name="Presentation Ending">
    <p:spTree>
      <p:nvGrpSpPr>
        <p:cNvPr id="167" name="Shape 167"/>
        <p:cNvGrpSpPr/>
        <p:nvPr/>
      </p:nvGrpSpPr>
      <p:grpSpPr>
        <a:xfrm>
          <a:off x="0" y="0"/>
          <a:ext cx="0" cy="0"/>
          <a:chOff x="0" y="0"/>
          <a:chExt cx="0" cy="0"/>
        </a:xfrm>
      </p:grpSpPr>
      <p:pic>
        <p:nvPicPr>
          <p:cNvPr descr="A group of people looking at a computer&#10;&#10;Description automatically generated with medium confidence" id="168" name="Google Shape;168;p111"/>
          <p:cNvPicPr preferRelativeResize="0"/>
          <p:nvPr/>
        </p:nvPicPr>
        <p:blipFill rotWithShape="1">
          <a:blip r:embed="rId2">
            <a:alphaModFix/>
          </a:blip>
          <a:srcRect b="0" l="0" r="0" t="0"/>
          <a:stretch/>
        </p:blipFill>
        <p:spPr>
          <a:xfrm>
            <a:off x="0" y="0"/>
            <a:ext cx="12192000" cy="6858000"/>
          </a:xfrm>
          <a:prstGeom prst="rect">
            <a:avLst/>
          </a:prstGeom>
          <a:noFill/>
          <a:ln>
            <a:noFill/>
          </a:ln>
        </p:spPr>
      </p:pic>
      <p:pic>
        <p:nvPicPr>
          <p:cNvPr descr="Graphical user interface&#10;&#10;Description automatically generated" id="169" name="Google Shape;169;p111"/>
          <p:cNvPicPr preferRelativeResize="0"/>
          <p:nvPr/>
        </p:nvPicPr>
        <p:blipFill rotWithShape="1">
          <a:blip r:embed="rId3">
            <a:alphaModFix/>
          </a:blip>
          <a:srcRect b="0" l="0" r="0" t="0"/>
          <a:stretch/>
        </p:blipFill>
        <p:spPr>
          <a:xfrm>
            <a:off x="-136633" y="432187"/>
            <a:ext cx="7567992" cy="4255427"/>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Presentation Title">
  <p:cSld name="1_Presentation Title">
    <p:spTree>
      <p:nvGrpSpPr>
        <p:cNvPr id="170" name="Shape 170"/>
        <p:cNvGrpSpPr/>
        <p:nvPr/>
      </p:nvGrpSpPr>
      <p:grpSpPr>
        <a:xfrm>
          <a:off x="0" y="0"/>
          <a:ext cx="0" cy="0"/>
          <a:chOff x="0" y="0"/>
          <a:chExt cx="0" cy="0"/>
        </a:xfrm>
      </p:grpSpPr>
      <p:pic>
        <p:nvPicPr>
          <p:cNvPr descr="Two people looking at a tablet&#10;&#10;Description automatically generated with medium confidence" id="171" name="Google Shape;171;p112"/>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72" name="Google Shape;172;p112"/>
          <p:cNvSpPr txBox="1"/>
          <p:nvPr/>
        </p:nvSpPr>
        <p:spPr>
          <a:xfrm>
            <a:off x="1482438" y="5246255"/>
            <a:ext cx="6734282" cy="93060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400">
              <a:solidFill>
                <a:srgbClr val="FFFFFF"/>
              </a:solidFill>
              <a:latin typeface="Play"/>
              <a:ea typeface="Play"/>
              <a:cs typeface="Play"/>
              <a:sym typeface="Play"/>
            </a:endParaRPr>
          </a:p>
        </p:txBody>
      </p:sp>
      <p:sp>
        <p:nvSpPr>
          <p:cNvPr id="173" name="Google Shape;173;p112"/>
          <p:cNvSpPr txBox="1"/>
          <p:nvPr>
            <p:ph type="title"/>
          </p:nvPr>
        </p:nvSpPr>
        <p:spPr>
          <a:xfrm>
            <a:off x="1557252" y="2699715"/>
            <a:ext cx="3663141" cy="2480037"/>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4" name="Google Shape;174;p112"/>
          <p:cNvSpPr txBox="1"/>
          <p:nvPr>
            <p:ph idx="1" type="body"/>
          </p:nvPr>
        </p:nvSpPr>
        <p:spPr>
          <a:xfrm>
            <a:off x="1557252" y="5296134"/>
            <a:ext cx="4045527" cy="9144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400"/>
              <a:buNone/>
              <a:defRPr sz="2400">
                <a:solidFill>
                  <a:schemeClr val="l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Section Breaker">
  <p:cSld name="2_Section Breaker">
    <p:spTree>
      <p:nvGrpSpPr>
        <p:cNvPr id="175" name="Shape 175"/>
        <p:cNvGrpSpPr/>
        <p:nvPr/>
      </p:nvGrpSpPr>
      <p:grpSpPr>
        <a:xfrm>
          <a:off x="0" y="0"/>
          <a:ext cx="0" cy="0"/>
          <a:chOff x="0" y="0"/>
          <a:chExt cx="0" cy="0"/>
        </a:xfrm>
      </p:grpSpPr>
      <p:pic>
        <p:nvPicPr>
          <p:cNvPr id="176" name="Google Shape;176;p113"/>
          <p:cNvPicPr preferRelativeResize="0"/>
          <p:nvPr/>
        </p:nvPicPr>
        <p:blipFill rotWithShape="1">
          <a:blip r:embed="rId2">
            <a:alphaModFix/>
          </a:blip>
          <a:srcRect b="0" l="0" r="0" t="0"/>
          <a:stretch/>
        </p:blipFill>
        <p:spPr>
          <a:xfrm>
            <a:off x="4805" y="-3174"/>
            <a:ext cx="12197642" cy="6861174"/>
          </a:xfrm>
          <a:prstGeom prst="rect">
            <a:avLst/>
          </a:prstGeom>
          <a:noFill/>
          <a:ln>
            <a:noFill/>
          </a:ln>
        </p:spPr>
      </p:pic>
      <p:sp>
        <p:nvSpPr>
          <p:cNvPr id="177" name="Google Shape;177;p113"/>
          <p:cNvSpPr txBox="1"/>
          <p:nvPr>
            <p:ph type="title"/>
          </p:nvPr>
        </p:nvSpPr>
        <p:spPr>
          <a:xfrm>
            <a:off x="1833786" y="1743334"/>
            <a:ext cx="6611946" cy="187485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8" name="Google Shape;178;p113"/>
          <p:cNvSpPr txBox="1"/>
          <p:nvPr>
            <p:ph idx="1" type="body"/>
          </p:nvPr>
        </p:nvSpPr>
        <p:spPr>
          <a:xfrm>
            <a:off x="1833563" y="3710273"/>
            <a:ext cx="5176837" cy="6492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Agenda / Review">
  <p:cSld name="2_Agenda / Review">
    <p:bg>
      <p:bgPr>
        <a:solidFill>
          <a:srgbClr val="FFE17A"/>
        </a:solidFill>
      </p:bgPr>
    </p:bg>
    <p:spTree>
      <p:nvGrpSpPr>
        <p:cNvPr id="179" name="Shape 179"/>
        <p:cNvGrpSpPr/>
        <p:nvPr/>
      </p:nvGrpSpPr>
      <p:grpSpPr>
        <a:xfrm>
          <a:off x="0" y="0"/>
          <a:ext cx="0" cy="0"/>
          <a:chOff x="0" y="0"/>
          <a:chExt cx="0" cy="0"/>
        </a:xfrm>
      </p:grpSpPr>
      <p:sp>
        <p:nvSpPr>
          <p:cNvPr id="180" name="Google Shape;180;p114"/>
          <p:cNvSpPr txBox="1"/>
          <p:nvPr>
            <p:ph type="title"/>
          </p:nvPr>
        </p:nvSpPr>
        <p:spPr>
          <a:xfrm>
            <a:off x="484237" y="227473"/>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1" name="Google Shape;181;p114"/>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82" name="Google Shape;182;p114"/>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83" name="Google Shape;183;p114"/>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
        <p:nvSpPr>
          <p:cNvPr id="184" name="Google Shape;184;p114"/>
          <p:cNvSpPr txBox="1"/>
          <p:nvPr>
            <p:ph idx="1" type="body"/>
          </p:nvPr>
        </p:nvSpPr>
        <p:spPr>
          <a:xfrm>
            <a:off x="484237" y="1561349"/>
            <a:ext cx="10069513" cy="3473450"/>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Font typeface="Arial"/>
              <a:buChar char="•"/>
              <a:defRPr sz="2800">
                <a:solidFill>
                  <a:schemeClr val="dk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185" name="Google Shape;185;p114"/>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Agenda / Review">
  <p:cSld name="3_Agenda / Review">
    <p:bg>
      <p:bgPr>
        <a:solidFill>
          <a:srgbClr val="FFE17A"/>
        </a:solidFill>
      </p:bgPr>
    </p:bg>
    <p:spTree>
      <p:nvGrpSpPr>
        <p:cNvPr id="186" name="Shape 186"/>
        <p:cNvGrpSpPr/>
        <p:nvPr/>
      </p:nvGrpSpPr>
      <p:grpSpPr>
        <a:xfrm>
          <a:off x="0" y="0"/>
          <a:ext cx="0" cy="0"/>
          <a:chOff x="0" y="0"/>
          <a:chExt cx="0" cy="0"/>
        </a:xfrm>
      </p:grpSpPr>
      <p:sp>
        <p:nvSpPr>
          <p:cNvPr id="187" name="Google Shape;187;p115"/>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88" name="Google Shape;188;p115"/>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89" name="Google Shape;189;p115"/>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190" name="Google Shape;190;p115"/>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91" name="Google Shape;191;p115"/>
          <p:cNvSpPr txBox="1"/>
          <p:nvPr>
            <p:ph type="title"/>
          </p:nvPr>
        </p:nvSpPr>
        <p:spPr>
          <a:xfrm>
            <a:off x="247073" y="2784693"/>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2" name="Google Shape;192;p115"/>
          <p:cNvSpPr txBox="1"/>
          <p:nvPr>
            <p:ph idx="1" type="body"/>
          </p:nvPr>
        </p:nvSpPr>
        <p:spPr>
          <a:xfrm>
            <a:off x="247073" y="4242665"/>
            <a:ext cx="10515600" cy="56948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Normal Page">
  <p:cSld name="2_Normal Page">
    <p:spTree>
      <p:nvGrpSpPr>
        <p:cNvPr id="193" name="Shape 193"/>
        <p:cNvGrpSpPr/>
        <p:nvPr/>
      </p:nvGrpSpPr>
      <p:grpSpPr>
        <a:xfrm>
          <a:off x="0" y="0"/>
          <a:ext cx="0" cy="0"/>
          <a:chOff x="0" y="0"/>
          <a:chExt cx="0" cy="0"/>
        </a:xfrm>
      </p:grpSpPr>
      <p:sp>
        <p:nvSpPr>
          <p:cNvPr id="194" name="Google Shape;194;p116"/>
          <p:cNvSpPr txBox="1"/>
          <p:nvPr>
            <p:ph type="title"/>
          </p:nvPr>
        </p:nvSpPr>
        <p:spPr>
          <a:xfrm>
            <a:off x="487217" y="55362"/>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5" name="Google Shape;195;p116"/>
          <p:cNvSpPr txBox="1"/>
          <p:nvPr>
            <p:ph idx="1" type="body"/>
          </p:nvPr>
        </p:nvSpPr>
        <p:spPr>
          <a:xfrm>
            <a:off x="487217" y="1380925"/>
            <a:ext cx="10515600" cy="399891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800"/>
              <a:buFont typeface="Arial"/>
              <a:buNone/>
              <a:defRPr sz="2800">
                <a:solidFill>
                  <a:schemeClr val="dk1"/>
                </a:solidFill>
                <a:latin typeface="Arial"/>
                <a:ea typeface="Arial"/>
                <a:cs typeface="Arial"/>
                <a:sym typeface="Arial"/>
              </a:defRPr>
            </a:lvl1pPr>
            <a:lvl2pPr indent="-406400" lvl="1" marL="9144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2pPr>
            <a:lvl3pPr indent="-406400" lvl="2" marL="13716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3pPr>
            <a:lvl4pPr indent="-406400" lvl="3" marL="18288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4pPr>
            <a:lvl5pPr indent="-406400" lvl="4" marL="22860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96" name="Google Shape;196;p116"/>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97" name="Google Shape;197;p116"/>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98" name="Google Shape;198;p116"/>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99" name="Google Shape;199;p116"/>
          <p:cNvSpPr/>
          <p:nvPr/>
        </p:nvSpPr>
        <p:spPr>
          <a:xfrm>
            <a:off x="11734801"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0" name="Google Shape;200;p116"/>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Middle Layout">
  <p:cSld name="2_Middle Layout">
    <p:spTree>
      <p:nvGrpSpPr>
        <p:cNvPr id="201" name="Shape 201"/>
        <p:cNvGrpSpPr/>
        <p:nvPr/>
      </p:nvGrpSpPr>
      <p:grpSpPr>
        <a:xfrm>
          <a:off x="0" y="0"/>
          <a:ext cx="0" cy="0"/>
          <a:chOff x="0" y="0"/>
          <a:chExt cx="0" cy="0"/>
        </a:xfrm>
      </p:grpSpPr>
      <p:sp>
        <p:nvSpPr>
          <p:cNvPr id="202" name="Google Shape;202;p117"/>
          <p:cNvSpPr txBox="1"/>
          <p:nvPr>
            <p:ph type="title"/>
          </p:nvPr>
        </p:nvSpPr>
        <p:spPr>
          <a:xfrm>
            <a:off x="247073" y="2784693"/>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3" name="Google Shape;203;p117"/>
          <p:cNvSpPr txBox="1"/>
          <p:nvPr>
            <p:ph idx="1" type="body"/>
          </p:nvPr>
        </p:nvSpPr>
        <p:spPr>
          <a:xfrm>
            <a:off x="247073" y="4242665"/>
            <a:ext cx="10515600" cy="56948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4" name="Google Shape;204;p117"/>
          <p:cNvSpPr/>
          <p:nvPr/>
        </p:nvSpPr>
        <p:spPr>
          <a:xfrm>
            <a:off x="11734800" y="6393067"/>
            <a:ext cx="457199" cy="464933"/>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5" name="Google Shape;205;p117"/>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06" name="Google Shape;206;p117"/>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07" name="Google Shape;207;p117"/>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208" name="Google Shape;208;p117"/>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USVersionEnd">
  <p:cSld name="USVersionEnd">
    <p:bg>
      <p:bgPr>
        <a:blipFill>
          <a:blip r:embed="rId2">
            <a:alphaModFix/>
          </a:blip>
          <a:stretch>
            <a:fillRect/>
          </a:stretch>
        </a:blipFill>
      </p:bgPr>
    </p:bg>
    <p:spTree>
      <p:nvGrpSpPr>
        <p:cNvPr id="209" name="Shape 209"/>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4 copy" type="tx">
  <p:cSld name="TITLE_AND_BODY">
    <p:spTree>
      <p:nvGrpSpPr>
        <p:cNvPr id="210" name="Shape 210"/>
        <p:cNvGrpSpPr/>
        <p:nvPr/>
      </p:nvGrpSpPr>
      <p:grpSpPr>
        <a:xfrm>
          <a:off x="0" y="0"/>
          <a:ext cx="0" cy="0"/>
          <a:chOff x="0" y="0"/>
          <a:chExt cx="0" cy="0"/>
        </a:xfrm>
      </p:grpSpPr>
      <p:sp>
        <p:nvSpPr>
          <p:cNvPr id="211" name="Google Shape;211;p119"/>
          <p:cNvSpPr/>
          <p:nvPr/>
        </p:nvSpPr>
        <p:spPr>
          <a:xfrm>
            <a:off x="11750073" y="-5406"/>
            <a:ext cx="438151" cy="6429217"/>
          </a:xfrm>
          <a:prstGeom prst="rect">
            <a:avLst/>
          </a:prstGeom>
          <a:solidFill>
            <a:srgbClr val="E9E9E9"/>
          </a:solidFill>
          <a:ln>
            <a:noFill/>
          </a:ln>
        </p:spPr>
        <p:txBody>
          <a:bodyPr anchorCtr="0" anchor="ctr" bIns="0" lIns="0" spcFirstLastPara="1" rIns="0" wrap="square" tIns="0">
            <a:noAutofit/>
          </a:bodyPr>
          <a:lstStyle/>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p:txBody>
      </p:sp>
      <p:sp>
        <p:nvSpPr>
          <p:cNvPr id="212" name="Google Shape;212;p119"/>
          <p:cNvSpPr/>
          <p:nvPr/>
        </p:nvSpPr>
        <p:spPr>
          <a:xfrm rot="5400000">
            <a:off x="5660355" y="766299"/>
            <a:ext cx="438151" cy="11753431"/>
          </a:xfrm>
          <a:prstGeom prst="rect">
            <a:avLst/>
          </a:prstGeom>
          <a:solidFill>
            <a:srgbClr val="E9E9E9"/>
          </a:solidFill>
          <a:ln>
            <a:noFill/>
          </a:ln>
        </p:spPr>
        <p:txBody>
          <a:bodyPr anchorCtr="0" anchor="ctr" bIns="0" lIns="0" spcFirstLastPara="1" rIns="0" wrap="square" tIns="0">
            <a:noAutofit/>
          </a:bodyPr>
          <a:lstStyle/>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p:txBody>
      </p:sp>
      <p:cxnSp>
        <p:nvCxnSpPr>
          <p:cNvPr id="213" name="Google Shape;213;p119"/>
          <p:cNvCxnSpPr/>
          <p:nvPr/>
        </p:nvCxnSpPr>
        <p:spPr>
          <a:xfrm rot="10800000">
            <a:off x="388358" y="329449"/>
            <a:ext cx="3761390" cy="1"/>
          </a:xfrm>
          <a:prstGeom prst="straightConnector1">
            <a:avLst/>
          </a:prstGeom>
          <a:noFill/>
          <a:ln cap="flat" cmpd="sng" w="12700">
            <a:solidFill>
              <a:srgbClr val="A5A5A5"/>
            </a:solidFill>
            <a:prstDash val="solid"/>
            <a:miter lim="8000"/>
            <a:headEnd len="sm" w="sm" type="none"/>
            <a:tailEnd len="sm" w="sm" type="none"/>
          </a:ln>
        </p:spPr>
      </p:cxnSp>
      <p:sp>
        <p:nvSpPr>
          <p:cNvPr id="214" name="Google Shape;214;p119"/>
          <p:cNvSpPr txBox="1"/>
          <p:nvPr>
            <p:ph idx="1" type="body"/>
          </p:nvPr>
        </p:nvSpPr>
        <p:spPr>
          <a:xfrm>
            <a:off x="367358" y="445135"/>
            <a:ext cx="4001657" cy="247651"/>
          </a:xfrm>
          <a:prstGeom prst="rect">
            <a:avLst/>
          </a:prstGeom>
          <a:noFill/>
          <a:ln>
            <a:noFill/>
          </a:ln>
        </p:spPr>
        <p:txBody>
          <a:bodyPr anchorCtr="0" anchor="t" bIns="45700" lIns="91425" spcFirstLastPara="1" rIns="91425" wrap="square" tIns="45700">
            <a:spAutoFit/>
          </a:bodyPr>
          <a:lstStyle>
            <a:lvl1pPr indent="-228600" lvl="0" marL="457200" algn="l">
              <a:lnSpc>
                <a:spcPct val="80000"/>
              </a:lnSpc>
              <a:spcBef>
                <a:spcPts val="0"/>
              </a:spcBef>
              <a:spcAft>
                <a:spcPts val="0"/>
              </a:spcAft>
              <a:buClr>
                <a:srgbClr val="0D295C"/>
              </a:buClr>
              <a:buSzPts val="1200"/>
              <a:buNone/>
              <a:defRPr sz="1200">
                <a:solidFill>
                  <a:srgbClr val="0D295C"/>
                </a:solidFill>
                <a:latin typeface="Calibri"/>
                <a:ea typeface="Calibri"/>
                <a:cs typeface="Calibri"/>
                <a:sym typeface="Calibri"/>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15" name="Google Shape;215;p119"/>
          <p:cNvSpPr txBox="1"/>
          <p:nvPr>
            <p:ph idx="2" type="body"/>
          </p:nvPr>
        </p:nvSpPr>
        <p:spPr>
          <a:xfrm>
            <a:off x="367358" y="698500"/>
            <a:ext cx="2555441" cy="830997"/>
          </a:xfrm>
          <a:prstGeom prst="rect">
            <a:avLst/>
          </a:prstGeom>
          <a:noFill/>
          <a:ln>
            <a:noFill/>
          </a:ln>
        </p:spPr>
        <p:txBody>
          <a:bodyPr anchorCtr="0" anchor="t" bIns="45700" lIns="91425" spcFirstLastPara="1" rIns="91425" wrap="square" tIns="45700">
            <a:spAutoFit/>
          </a:bodyPr>
          <a:lstStyle>
            <a:lvl1pPr indent="-228600" lvl="0" marL="457200" algn="l">
              <a:lnSpc>
                <a:spcPct val="80000"/>
              </a:lnSpc>
              <a:spcBef>
                <a:spcPts val="0"/>
              </a:spcBef>
              <a:spcAft>
                <a:spcPts val="0"/>
              </a:spcAft>
              <a:buClr>
                <a:srgbClr val="0D295B"/>
              </a:buClr>
              <a:buSzPts val="3000"/>
              <a:buNone/>
              <a:defRPr sz="3000">
                <a:solidFill>
                  <a:srgbClr val="0D295B"/>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16" name="Google Shape;216;p119"/>
          <p:cNvSpPr txBox="1"/>
          <p:nvPr>
            <p:ph idx="3" type="body"/>
          </p:nvPr>
        </p:nvSpPr>
        <p:spPr>
          <a:xfrm>
            <a:off x="344751" y="1828800"/>
            <a:ext cx="3764699" cy="1833881"/>
          </a:xfrm>
          <a:prstGeom prst="rect">
            <a:avLst/>
          </a:prstGeom>
          <a:noFill/>
          <a:ln>
            <a:noFill/>
          </a:ln>
        </p:spPr>
        <p:txBody>
          <a:bodyPr anchorCtr="0" anchor="t" bIns="91425" lIns="91425" spcFirstLastPara="1" rIns="91425" wrap="square" tIns="91425">
            <a:spAutoFit/>
          </a:bodyPr>
          <a:lstStyle>
            <a:lvl1pPr indent="-228600" lvl="0" marL="457200" algn="l">
              <a:lnSpc>
                <a:spcPct val="110000"/>
              </a:lnSpc>
              <a:spcBef>
                <a:spcPts val="1300"/>
              </a:spcBef>
              <a:spcAft>
                <a:spcPts val="0"/>
              </a:spcAft>
              <a:buClr>
                <a:schemeClr val="dk1"/>
              </a:buClr>
              <a:buSzPts val="1100"/>
              <a:buNone/>
              <a:defRPr sz="1100">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17" name="Google Shape;217;p119"/>
          <p:cNvSpPr txBox="1"/>
          <p:nvPr>
            <p:ph idx="12" type="sldNum"/>
          </p:nvPr>
        </p:nvSpPr>
        <p:spPr>
          <a:xfrm>
            <a:off x="11883354" y="6540500"/>
            <a:ext cx="184287" cy="190500"/>
          </a:xfrm>
          <a:prstGeom prst="rect">
            <a:avLst/>
          </a:prstGeom>
          <a:noFill/>
          <a:ln>
            <a:noFill/>
          </a:ln>
        </p:spPr>
        <p:txBody>
          <a:bodyPr anchorCtr="0" anchor="t" bIns="45700" lIns="91425" spcFirstLastPara="1" rIns="91425" wrap="square" tIns="45700">
            <a:noAutofit/>
          </a:bodyPr>
          <a:lstStyle>
            <a:lvl1pPr indent="0" lvl="0" marL="0" algn="l">
              <a:spcBef>
                <a:spcPts val="0"/>
              </a:spcBef>
              <a:buNone/>
              <a:defRPr sz="900">
                <a:latin typeface="Helvetica Neue"/>
                <a:ea typeface="Helvetica Neue"/>
                <a:cs typeface="Helvetica Neue"/>
                <a:sym typeface="Helvetica Neue"/>
              </a:defRPr>
            </a:lvl1pPr>
            <a:lvl2pPr indent="0" lvl="1" marL="0" algn="l">
              <a:spcBef>
                <a:spcPts val="0"/>
              </a:spcBef>
              <a:buNone/>
              <a:defRPr sz="900">
                <a:latin typeface="Helvetica Neue"/>
                <a:ea typeface="Helvetica Neue"/>
                <a:cs typeface="Helvetica Neue"/>
                <a:sym typeface="Helvetica Neue"/>
              </a:defRPr>
            </a:lvl2pPr>
            <a:lvl3pPr indent="0" lvl="2" marL="0" algn="l">
              <a:spcBef>
                <a:spcPts val="0"/>
              </a:spcBef>
              <a:buNone/>
              <a:defRPr sz="900">
                <a:latin typeface="Helvetica Neue"/>
                <a:ea typeface="Helvetica Neue"/>
                <a:cs typeface="Helvetica Neue"/>
                <a:sym typeface="Helvetica Neue"/>
              </a:defRPr>
            </a:lvl3pPr>
            <a:lvl4pPr indent="0" lvl="3" marL="0" algn="l">
              <a:spcBef>
                <a:spcPts val="0"/>
              </a:spcBef>
              <a:buNone/>
              <a:defRPr sz="900">
                <a:latin typeface="Helvetica Neue"/>
                <a:ea typeface="Helvetica Neue"/>
                <a:cs typeface="Helvetica Neue"/>
                <a:sym typeface="Helvetica Neue"/>
              </a:defRPr>
            </a:lvl4pPr>
            <a:lvl5pPr indent="0" lvl="4" marL="0" algn="l">
              <a:spcBef>
                <a:spcPts val="0"/>
              </a:spcBef>
              <a:buNone/>
              <a:defRPr sz="900">
                <a:latin typeface="Helvetica Neue"/>
                <a:ea typeface="Helvetica Neue"/>
                <a:cs typeface="Helvetica Neue"/>
                <a:sym typeface="Helvetica Neue"/>
              </a:defRPr>
            </a:lvl5pPr>
            <a:lvl6pPr indent="0" lvl="5" marL="0" algn="l">
              <a:spcBef>
                <a:spcPts val="0"/>
              </a:spcBef>
              <a:buNone/>
              <a:defRPr sz="900">
                <a:latin typeface="Helvetica Neue"/>
                <a:ea typeface="Helvetica Neue"/>
                <a:cs typeface="Helvetica Neue"/>
                <a:sym typeface="Helvetica Neue"/>
              </a:defRPr>
            </a:lvl6pPr>
            <a:lvl7pPr indent="0" lvl="6" marL="0" algn="l">
              <a:spcBef>
                <a:spcPts val="0"/>
              </a:spcBef>
              <a:buNone/>
              <a:defRPr sz="900">
                <a:latin typeface="Helvetica Neue"/>
                <a:ea typeface="Helvetica Neue"/>
                <a:cs typeface="Helvetica Neue"/>
                <a:sym typeface="Helvetica Neue"/>
              </a:defRPr>
            </a:lvl7pPr>
            <a:lvl8pPr indent="0" lvl="7" marL="0" algn="l">
              <a:spcBef>
                <a:spcPts val="0"/>
              </a:spcBef>
              <a:buNone/>
              <a:defRPr sz="900">
                <a:latin typeface="Helvetica Neue"/>
                <a:ea typeface="Helvetica Neue"/>
                <a:cs typeface="Helvetica Neue"/>
                <a:sym typeface="Helvetica Neue"/>
              </a:defRPr>
            </a:lvl8pPr>
            <a:lvl9pPr indent="0" lvl="8" marL="0" algn="l">
              <a:spcBef>
                <a:spcPts val="0"/>
              </a:spcBef>
              <a:buNone/>
              <a:defRPr sz="900">
                <a:latin typeface="Helvetica Neue"/>
                <a:ea typeface="Helvetica Neue"/>
                <a:cs typeface="Helvetica Neue"/>
                <a:sym typeface="Helvetica Neue"/>
              </a:defRPr>
            </a:lvl9pPr>
          </a:lstStyle>
          <a:p>
            <a:pPr indent="0" lvl="0" marL="0" rtl="0" algn="l">
              <a:spcBef>
                <a:spcPts val="0"/>
              </a:spcBef>
              <a:spcAft>
                <a:spcPts val="0"/>
              </a:spcAft>
              <a:buNone/>
            </a:pPr>
            <a:fld id="{00000000-1234-1234-1234-123412341234}" type="slidenum">
              <a:rPr lang="en-US"/>
              <a:t>‹#›</a:t>
            </a:fld>
            <a:endParaRPr>
              <a:solidFill>
                <a:schemeClr val="dk1"/>
              </a:solidFill>
            </a:endParaRPr>
          </a:p>
        </p:txBody>
      </p:sp>
      <p:pic>
        <p:nvPicPr>
          <p:cNvPr descr="Image" id="218" name="Google Shape;218;p119"/>
          <p:cNvPicPr preferRelativeResize="0"/>
          <p:nvPr/>
        </p:nvPicPr>
        <p:blipFill rotWithShape="1">
          <a:blip r:embed="rId2">
            <a:alphaModFix/>
          </a:blip>
          <a:srcRect b="0" l="0" r="0" t="0"/>
          <a:stretch/>
        </p:blipFill>
        <p:spPr>
          <a:xfrm>
            <a:off x="10591014" y="6511152"/>
            <a:ext cx="989661" cy="261845"/>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22" name="Shape 222"/>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p:cSld name="1_title">
    <p:spTree>
      <p:nvGrpSpPr>
        <p:cNvPr id="223" name="Shape 223"/>
        <p:cNvGrpSpPr/>
        <p:nvPr/>
      </p:nvGrpSpPr>
      <p:grpSpPr>
        <a:xfrm>
          <a:off x="0" y="0"/>
          <a:ext cx="0" cy="0"/>
          <a:chOff x="0" y="0"/>
          <a:chExt cx="0" cy="0"/>
        </a:xfrm>
      </p:grpSpPr>
      <p:sp>
        <p:nvSpPr>
          <p:cNvPr id="224" name="Google Shape;224;p56"/>
          <p:cNvSpPr/>
          <p:nvPr>
            <p:ph idx="2" type="pic"/>
          </p:nvPr>
        </p:nvSpPr>
        <p:spPr>
          <a:xfrm>
            <a:off x="0" y="0"/>
            <a:ext cx="12192000" cy="6858000"/>
          </a:xfrm>
          <a:prstGeom prst="rect">
            <a:avLst/>
          </a:prstGeom>
          <a:noFill/>
          <a:ln>
            <a:noFill/>
          </a:ln>
        </p:spPr>
      </p:sp>
      <p:pic>
        <p:nvPicPr>
          <p:cNvPr id="225" name="Google Shape;225;p56"/>
          <p:cNvPicPr preferRelativeResize="0"/>
          <p:nvPr/>
        </p:nvPicPr>
        <p:blipFill rotWithShape="1">
          <a:blip r:embed="rId2">
            <a:alphaModFix/>
          </a:blip>
          <a:srcRect b="0" l="0" r="0" t="0"/>
          <a:stretch/>
        </p:blipFill>
        <p:spPr>
          <a:xfrm>
            <a:off x="0" y="0"/>
            <a:ext cx="7638757" cy="7638757"/>
          </a:xfrm>
          <a:prstGeom prst="rect">
            <a:avLst/>
          </a:prstGeom>
          <a:noFill/>
          <a:ln>
            <a:noFill/>
          </a:ln>
        </p:spPr>
      </p:pic>
      <p:pic>
        <p:nvPicPr>
          <p:cNvPr id="226" name="Google Shape;226;p56"/>
          <p:cNvPicPr preferRelativeResize="0"/>
          <p:nvPr/>
        </p:nvPicPr>
        <p:blipFill rotWithShape="1">
          <a:blip r:embed="rId3">
            <a:alphaModFix/>
          </a:blip>
          <a:srcRect b="0" l="0" r="0" t="0"/>
          <a:stretch/>
        </p:blipFill>
        <p:spPr>
          <a:xfrm>
            <a:off x="1379122" y="1392116"/>
            <a:ext cx="1358900" cy="838200"/>
          </a:xfrm>
          <a:prstGeom prst="rect">
            <a:avLst/>
          </a:prstGeom>
          <a:noFill/>
          <a:ln>
            <a:noFill/>
          </a:ln>
        </p:spPr>
      </p:pic>
      <p:sp>
        <p:nvSpPr>
          <p:cNvPr id="227" name="Google Shape;227;p56"/>
          <p:cNvSpPr txBox="1"/>
          <p:nvPr>
            <p:ph type="ctrTitle"/>
          </p:nvPr>
        </p:nvSpPr>
        <p:spPr>
          <a:xfrm>
            <a:off x="1264245" y="2920341"/>
            <a:ext cx="4566715"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28" name="Google Shape;228;p56"/>
          <p:cNvSpPr txBox="1"/>
          <p:nvPr>
            <p:ph idx="1" type="subTitle"/>
          </p:nvPr>
        </p:nvSpPr>
        <p:spPr>
          <a:xfrm>
            <a:off x="1264245" y="4887268"/>
            <a:ext cx="4566715"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p:cSld name="2_title">
    <p:bg>
      <p:bgPr>
        <a:solidFill>
          <a:srgbClr val="1F31AD"/>
        </a:solidFill>
      </p:bgPr>
    </p:bg>
    <p:spTree>
      <p:nvGrpSpPr>
        <p:cNvPr id="229" name="Shape 229"/>
        <p:cNvGrpSpPr/>
        <p:nvPr/>
      </p:nvGrpSpPr>
      <p:grpSpPr>
        <a:xfrm>
          <a:off x="0" y="0"/>
          <a:ext cx="0" cy="0"/>
          <a:chOff x="0" y="0"/>
          <a:chExt cx="0" cy="0"/>
        </a:xfrm>
      </p:grpSpPr>
      <p:sp>
        <p:nvSpPr>
          <p:cNvPr id="230" name="Google Shape;230;p57"/>
          <p:cNvSpPr txBox="1"/>
          <p:nvPr>
            <p:ph type="ctrTitle"/>
          </p:nvPr>
        </p:nvSpPr>
        <p:spPr>
          <a:xfrm>
            <a:off x="8090008" y="1554148"/>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500"/>
              <a:buFont typeface="Play"/>
              <a:buNone/>
              <a:defRPr sz="45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1" name="Google Shape;231;p57"/>
          <p:cNvSpPr txBox="1"/>
          <p:nvPr>
            <p:ph idx="1" type="subTitle"/>
          </p:nvPr>
        </p:nvSpPr>
        <p:spPr>
          <a:xfrm>
            <a:off x="8090008" y="3521075"/>
            <a:ext cx="3598410"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32" name="Google Shape;232;p57"/>
          <p:cNvPicPr preferRelativeResize="0"/>
          <p:nvPr/>
        </p:nvPicPr>
        <p:blipFill rotWithShape="1">
          <a:blip r:embed="rId2">
            <a:alphaModFix/>
          </a:blip>
          <a:srcRect b="0" l="0" r="0" t="0"/>
          <a:stretch/>
        </p:blipFill>
        <p:spPr>
          <a:xfrm>
            <a:off x="-1" y="5983357"/>
            <a:ext cx="874643" cy="874643"/>
          </a:xfrm>
          <a:prstGeom prst="rect">
            <a:avLst/>
          </a:prstGeom>
          <a:noFill/>
          <a:ln>
            <a:noFill/>
          </a:ln>
        </p:spPr>
      </p:pic>
      <p:sp>
        <p:nvSpPr>
          <p:cNvPr id="233" name="Google Shape;233;p57"/>
          <p:cNvSpPr/>
          <p:nvPr>
            <p:ph idx="2" type="pic"/>
          </p:nvPr>
        </p:nvSpPr>
        <p:spPr>
          <a:xfrm>
            <a:off x="874642" y="-695294"/>
            <a:ext cx="6678652" cy="6678652"/>
          </a:xfrm>
          <a:prstGeom prst="flowChartDelay">
            <a:avLst/>
          </a:prstGeom>
          <a:noFill/>
          <a:ln>
            <a:noFill/>
          </a:ln>
        </p:spPr>
      </p:sp>
      <p:pic>
        <p:nvPicPr>
          <p:cNvPr id="234" name="Google Shape;234;p57"/>
          <p:cNvPicPr preferRelativeResize="0"/>
          <p:nvPr/>
        </p:nvPicPr>
        <p:blipFill rotWithShape="1">
          <a:blip r:embed="rId3">
            <a:alphaModFix/>
          </a:blip>
          <a:srcRect b="0" l="0" r="0" t="0"/>
          <a:stretch/>
        </p:blipFill>
        <p:spPr>
          <a:xfrm>
            <a:off x="8926848" y="5621866"/>
            <a:ext cx="2523761" cy="665177"/>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p:cSld name="3_title">
    <p:bg>
      <p:bgPr>
        <a:solidFill>
          <a:srgbClr val="DCDCDC"/>
        </a:solidFill>
      </p:bgPr>
    </p:bg>
    <p:spTree>
      <p:nvGrpSpPr>
        <p:cNvPr id="235" name="Shape 235"/>
        <p:cNvGrpSpPr/>
        <p:nvPr/>
      </p:nvGrpSpPr>
      <p:grpSpPr>
        <a:xfrm>
          <a:off x="0" y="0"/>
          <a:ext cx="0" cy="0"/>
          <a:chOff x="0" y="0"/>
          <a:chExt cx="0" cy="0"/>
        </a:xfrm>
      </p:grpSpPr>
      <p:sp>
        <p:nvSpPr>
          <p:cNvPr id="236" name="Google Shape;236;p58"/>
          <p:cNvSpPr txBox="1"/>
          <p:nvPr>
            <p:ph type="ctrTitle"/>
          </p:nvPr>
        </p:nvSpPr>
        <p:spPr>
          <a:xfrm>
            <a:off x="7118003" y="2330005"/>
            <a:ext cx="435137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rgbClr val="000000"/>
              </a:buClr>
              <a:buSzPts val="5000"/>
              <a:buFont typeface="Play"/>
              <a:buNone/>
              <a:defRPr sz="5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7" name="Google Shape;237;p58"/>
          <p:cNvSpPr txBox="1"/>
          <p:nvPr>
            <p:ph idx="1" type="subTitle"/>
          </p:nvPr>
        </p:nvSpPr>
        <p:spPr>
          <a:xfrm>
            <a:off x="7118003" y="4296932"/>
            <a:ext cx="435137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38" name="Google Shape;238;p58"/>
          <p:cNvPicPr preferRelativeResize="0"/>
          <p:nvPr/>
        </p:nvPicPr>
        <p:blipFill rotWithShape="1">
          <a:blip r:embed="rId2">
            <a:alphaModFix/>
          </a:blip>
          <a:srcRect b="0" l="0" r="0" t="0"/>
          <a:stretch/>
        </p:blipFill>
        <p:spPr>
          <a:xfrm>
            <a:off x="-1" y="0"/>
            <a:ext cx="722625" cy="722625"/>
          </a:xfrm>
          <a:prstGeom prst="rect">
            <a:avLst/>
          </a:prstGeom>
          <a:noFill/>
          <a:ln>
            <a:noFill/>
          </a:ln>
        </p:spPr>
      </p:pic>
      <p:sp>
        <p:nvSpPr>
          <p:cNvPr id="239" name="Google Shape;239;p58"/>
          <p:cNvSpPr/>
          <p:nvPr>
            <p:ph idx="2" type="pic"/>
          </p:nvPr>
        </p:nvSpPr>
        <p:spPr>
          <a:xfrm>
            <a:off x="722624" y="724112"/>
            <a:ext cx="5517866" cy="5517866"/>
          </a:xfrm>
          <a:prstGeom prst="flowChartDelay">
            <a:avLst/>
          </a:prstGeom>
          <a:noFill/>
          <a:ln>
            <a:noFill/>
          </a:ln>
        </p:spPr>
      </p:sp>
      <p:pic>
        <p:nvPicPr>
          <p:cNvPr id="240" name="Google Shape;240;p58"/>
          <p:cNvPicPr preferRelativeResize="0"/>
          <p:nvPr/>
        </p:nvPicPr>
        <p:blipFill rotWithShape="1">
          <a:blip r:embed="rId3">
            <a:alphaModFix/>
          </a:blip>
          <a:srcRect b="0" l="0" r="0" t="0"/>
          <a:stretch/>
        </p:blipFill>
        <p:spPr>
          <a:xfrm>
            <a:off x="6462165" y="995711"/>
            <a:ext cx="2281959" cy="604907"/>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itle">
  <p:cSld name="4_title">
    <p:spTree>
      <p:nvGrpSpPr>
        <p:cNvPr id="241" name="Shape 241"/>
        <p:cNvGrpSpPr/>
        <p:nvPr/>
      </p:nvGrpSpPr>
      <p:grpSpPr>
        <a:xfrm>
          <a:off x="0" y="0"/>
          <a:ext cx="0" cy="0"/>
          <a:chOff x="0" y="0"/>
          <a:chExt cx="0" cy="0"/>
        </a:xfrm>
      </p:grpSpPr>
      <p:sp>
        <p:nvSpPr>
          <p:cNvPr id="242" name="Google Shape;242;p59"/>
          <p:cNvSpPr/>
          <p:nvPr>
            <p:ph idx="2" type="pic"/>
          </p:nvPr>
        </p:nvSpPr>
        <p:spPr>
          <a:xfrm>
            <a:off x="0" y="0"/>
            <a:ext cx="12192000" cy="6858000"/>
          </a:xfrm>
          <a:prstGeom prst="rect">
            <a:avLst/>
          </a:prstGeom>
          <a:noFill/>
          <a:ln>
            <a:noFill/>
          </a:ln>
        </p:spPr>
      </p:sp>
      <p:pic>
        <p:nvPicPr>
          <p:cNvPr id="243" name="Google Shape;243;p59"/>
          <p:cNvPicPr preferRelativeResize="0"/>
          <p:nvPr/>
        </p:nvPicPr>
        <p:blipFill rotWithShape="1">
          <a:blip r:embed="rId2">
            <a:alphaModFix/>
          </a:blip>
          <a:srcRect b="0" l="0" r="0" t="0"/>
          <a:stretch/>
        </p:blipFill>
        <p:spPr>
          <a:xfrm>
            <a:off x="-1" y="-3491246"/>
            <a:ext cx="10358214" cy="10358214"/>
          </a:xfrm>
          <a:prstGeom prst="rect">
            <a:avLst/>
          </a:prstGeom>
          <a:noFill/>
          <a:ln>
            <a:noFill/>
          </a:ln>
        </p:spPr>
      </p:pic>
      <p:sp>
        <p:nvSpPr>
          <p:cNvPr id="244" name="Google Shape;244;p59"/>
          <p:cNvSpPr/>
          <p:nvPr>
            <p:ph idx="3" type="pic"/>
          </p:nvPr>
        </p:nvSpPr>
        <p:spPr>
          <a:xfrm>
            <a:off x="0" y="0"/>
            <a:ext cx="12192000" cy="6858000"/>
          </a:xfrm>
          <a:prstGeom prst="rect">
            <a:avLst/>
          </a:prstGeom>
          <a:noFill/>
          <a:ln>
            <a:noFill/>
          </a:ln>
        </p:spPr>
      </p:sp>
      <p:sp>
        <p:nvSpPr>
          <p:cNvPr id="245" name="Google Shape;245;p59"/>
          <p:cNvSpPr txBox="1"/>
          <p:nvPr>
            <p:ph type="ctrTitle"/>
          </p:nvPr>
        </p:nvSpPr>
        <p:spPr>
          <a:xfrm>
            <a:off x="1833787" y="786741"/>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6" name="Google Shape;246;p59"/>
          <p:cNvSpPr txBox="1"/>
          <p:nvPr>
            <p:ph idx="1" type="subTitle"/>
          </p:nvPr>
        </p:nvSpPr>
        <p:spPr>
          <a:xfrm>
            <a:off x="1833787" y="2753669"/>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47" name="Google Shape;247;p59"/>
          <p:cNvPicPr preferRelativeResize="0"/>
          <p:nvPr/>
        </p:nvPicPr>
        <p:blipFill rotWithShape="1">
          <a:blip r:embed="rId3">
            <a:alphaModFix/>
          </a:blip>
          <a:srcRect b="0" l="0" r="0" t="0"/>
          <a:stretch/>
        </p:blipFill>
        <p:spPr>
          <a:xfrm>
            <a:off x="8926848" y="5621866"/>
            <a:ext cx="2523761" cy="665177"/>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divider">
  <p:cSld name="1_divider">
    <p:bg>
      <p:bgPr>
        <a:solidFill>
          <a:srgbClr val="1F31AD"/>
        </a:solidFill>
      </p:bgPr>
    </p:bg>
    <p:spTree>
      <p:nvGrpSpPr>
        <p:cNvPr id="248" name="Shape 248"/>
        <p:cNvGrpSpPr/>
        <p:nvPr/>
      </p:nvGrpSpPr>
      <p:grpSpPr>
        <a:xfrm>
          <a:off x="0" y="0"/>
          <a:ext cx="0" cy="0"/>
          <a:chOff x="0" y="0"/>
          <a:chExt cx="0" cy="0"/>
        </a:xfrm>
      </p:grpSpPr>
      <p:pic>
        <p:nvPicPr>
          <p:cNvPr id="249" name="Google Shape;249;p60"/>
          <p:cNvPicPr preferRelativeResize="0"/>
          <p:nvPr/>
        </p:nvPicPr>
        <p:blipFill rotWithShape="1">
          <a:blip r:embed="rId2">
            <a:alphaModFix/>
          </a:blip>
          <a:srcRect b="0" l="0" r="0" t="0"/>
          <a:stretch/>
        </p:blipFill>
        <p:spPr>
          <a:xfrm>
            <a:off x="0" y="0"/>
            <a:ext cx="8518358" cy="8518358"/>
          </a:xfrm>
          <a:prstGeom prst="rect">
            <a:avLst/>
          </a:prstGeom>
          <a:noFill/>
          <a:ln>
            <a:noFill/>
          </a:ln>
        </p:spPr>
      </p:pic>
      <p:sp>
        <p:nvSpPr>
          <p:cNvPr id="250" name="Google Shape;250;p60"/>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1" name="Google Shape;251;p60"/>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52" name="Google Shape;252;p60"/>
          <p:cNvPicPr preferRelativeResize="0"/>
          <p:nvPr/>
        </p:nvPicPr>
        <p:blipFill rotWithShape="1">
          <a:blip r:embed="rId3">
            <a:alphaModFix/>
          </a:blip>
          <a:srcRect b="0" l="0" r="0" t="0"/>
          <a:stretch/>
        </p:blipFill>
        <p:spPr>
          <a:xfrm>
            <a:off x="1352549" y="288758"/>
            <a:ext cx="1352277" cy="356414"/>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divider">
  <p:cSld name="2_divider">
    <p:bg>
      <p:bgPr>
        <a:solidFill>
          <a:srgbClr val="5B69FF"/>
        </a:solidFill>
      </p:bgPr>
    </p:bg>
    <p:spTree>
      <p:nvGrpSpPr>
        <p:cNvPr id="253" name="Shape 253"/>
        <p:cNvGrpSpPr/>
        <p:nvPr/>
      </p:nvGrpSpPr>
      <p:grpSpPr>
        <a:xfrm>
          <a:off x="0" y="0"/>
          <a:ext cx="0" cy="0"/>
          <a:chOff x="0" y="0"/>
          <a:chExt cx="0" cy="0"/>
        </a:xfrm>
      </p:grpSpPr>
      <p:pic>
        <p:nvPicPr>
          <p:cNvPr id="254" name="Google Shape;254;p61"/>
          <p:cNvPicPr preferRelativeResize="0"/>
          <p:nvPr/>
        </p:nvPicPr>
        <p:blipFill rotWithShape="1">
          <a:blip r:embed="rId2">
            <a:alphaModFix/>
          </a:blip>
          <a:srcRect b="0" l="0" r="0" t="0"/>
          <a:stretch/>
        </p:blipFill>
        <p:spPr>
          <a:xfrm>
            <a:off x="-18007" y="-2896617"/>
            <a:ext cx="9763585" cy="9763585"/>
          </a:xfrm>
          <a:prstGeom prst="rect">
            <a:avLst/>
          </a:prstGeom>
          <a:noFill/>
          <a:ln>
            <a:noFill/>
          </a:ln>
        </p:spPr>
      </p:pic>
      <p:sp>
        <p:nvSpPr>
          <p:cNvPr id="255" name="Google Shape;255;p61"/>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6" name="Google Shape;256;p61"/>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57" name="Google Shape;257;p61"/>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divider">
  <p:cSld name="3_divider">
    <p:bg>
      <p:bgPr>
        <a:solidFill>
          <a:srgbClr val="98A1FF"/>
        </a:solidFill>
      </p:bgPr>
    </p:bg>
    <p:spTree>
      <p:nvGrpSpPr>
        <p:cNvPr id="258" name="Shape 258"/>
        <p:cNvGrpSpPr/>
        <p:nvPr/>
      </p:nvGrpSpPr>
      <p:grpSpPr>
        <a:xfrm>
          <a:off x="0" y="0"/>
          <a:ext cx="0" cy="0"/>
          <a:chOff x="0" y="0"/>
          <a:chExt cx="0" cy="0"/>
        </a:xfrm>
      </p:grpSpPr>
      <p:sp>
        <p:nvSpPr>
          <p:cNvPr id="259" name="Google Shape;259;p62"/>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0" name="Google Shape;260;p62"/>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61" name="Google Shape;261;p62"/>
          <p:cNvPicPr preferRelativeResize="0"/>
          <p:nvPr/>
        </p:nvPicPr>
        <p:blipFill rotWithShape="1">
          <a:blip r:embed="rId2">
            <a:alphaModFix/>
          </a:blip>
          <a:srcRect b="0" l="0" r="0" t="0"/>
          <a:stretch/>
        </p:blipFill>
        <p:spPr>
          <a:xfrm>
            <a:off x="-1" y="5983357"/>
            <a:ext cx="874643" cy="874643"/>
          </a:xfrm>
          <a:prstGeom prst="rect">
            <a:avLst/>
          </a:prstGeom>
          <a:noFill/>
          <a:ln>
            <a:noFill/>
          </a:ln>
        </p:spPr>
      </p:pic>
      <p:sp>
        <p:nvSpPr>
          <p:cNvPr id="262" name="Google Shape;262;p62"/>
          <p:cNvSpPr/>
          <p:nvPr>
            <p:ph idx="2" type="pic"/>
          </p:nvPr>
        </p:nvSpPr>
        <p:spPr>
          <a:xfrm>
            <a:off x="874642" y="-695294"/>
            <a:ext cx="6678652" cy="6678652"/>
          </a:xfrm>
          <a:prstGeom prst="flowChartDelay">
            <a:avLst/>
          </a:prstGeom>
          <a:noFill/>
          <a:ln>
            <a:noFill/>
          </a:ln>
        </p:spPr>
      </p:sp>
      <p:pic>
        <p:nvPicPr>
          <p:cNvPr id="263" name="Google Shape;263;p62"/>
          <p:cNvPicPr preferRelativeResize="0"/>
          <p:nvPr/>
        </p:nvPicPr>
        <p:blipFill rotWithShape="1">
          <a:blip r:embed="rId3">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divider">
  <p:cSld name="4_divider">
    <p:bg>
      <p:bgPr>
        <a:solidFill>
          <a:srgbClr val="C81326"/>
        </a:solidFill>
      </p:bgPr>
    </p:bg>
    <p:spTree>
      <p:nvGrpSpPr>
        <p:cNvPr id="264" name="Shape 264"/>
        <p:cNvGrpSpPr/>
        <p:nvPr/>
      </p:nvGrpSpPr>
      <p:grpSpPr>
        <a:xfrm>
          <a:off x="0" y="0"/>
          <a:ext cx="0" cy="0"/>
          <a:chOff x="0" y="0"/>
          <a:chExt cx="0" cy="0"/>
        </a:xfrm>
      </p:grpSpPr>
      <p:sp>
        <p:nvSpPr>
          <p:cNvPr id="265" name="Google Shape;265;p63"/>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6" name="Google Shape;266;p63"/>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67" name="Google Shape;267;p63"/>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268" name="Google Shape;268;p63"/>
          <p:cNvPicPr preferRelativeResize="0"/>
          <p:nvPr/>
        </p:nvPicPr>
        <p:blipFill rotWithShape="1">
          <a:blip r:embed="rId3">
            <a:alphaModFix/>
          </a:blip>
          <a:srcRect b="0" l="0" r="0" t="0"/>
          <a:stretch/>
        </p:blipFill>
        <p:spPr>
          <a:xfrm>
            <a:off x="-1" y="-1"/>
            <a:ext cx="8518357" cy="8518357"/>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divider">
  <p:cSld name="5_divider">
    <p:bg>
      <p:bgPr>
        <a:solidFill>
          <a:srgbClr val="FF5660"/>
        </a:solidFill>
      </p:bgPr>
    </p:bg>
    <p:spTree>
      <p:nvGrpSpPr>
        <p:cNvPr id="269" name="Shape 269"/>
        <p:cNvGrpSpPr/>
        <p:nvPr/>
      </p:nvGrpSpPr>
      <p:grpSpPr>
        <a:xfrm>
          <a:off x="0" y="0"/>
          <a:ext cx="0" cy="0"/>
          <a:chOff x="0" y="0"/>
          <a:chExt cx="0" cy="0"/>
        </a:xfrm>
      </p:grpSpPr>
      <p:pic>
        <p:nvPicPr>
          <p:cNvPr id="270" name="Google Shape;270;p64"/>
          <p:cNvPicPr preferRelativeResize="0"/>
          <p:nvPr/>
        </p:nvPicPr>
        <p:blipFill rotWithShape="1">
          <a:blip r:embed="rId2">
            <a:alphaModFix/>
          </a:blip>
          <a:srcRect b="0" l="0" r="0" t="0"/>
          <a:stretch/>
        </p:blipFill>
        <p:spPr>
          <a:xfrm>
            <a:off x="-18008" y="-2891071"/>
            <a:ext cx="9763585" cy="9763585"/>
          </a:xfrm>
          <a:prstGeom prst="rect">
            <a:avLst/>
          </a:prstGeom>
          <a:noFill/>
          <a:ln>
            <a:noFill/>
          </a:ln>
        </p:spPr>
      </p:pic>
      <p:sp>
        <p:nvSpPr>
          <p:cNvPr id="271" name="Google Shape;271;p64"/>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2" name="Google Shape;272;p64"/>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73" name="Google Shape;273;p64"/>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divider">
  <p:cSld name="6_divider">
    <p:bg>
      <p:bgPr>
        <a:solidFill>
          <a:srgbClr val="FF858A"/>
        </a:solidFill>
      </p:bgPr>
    </p:bg>
    <p:spTree>
      <p:nvGrpSpPr>
        <p:cNvPr id="274" name="Shape 274"/>
        <p:cNvGrpSpPr/>
        <p:nvPr/>
      </p:nvGrpSpPr>
      <p:grpSpPr>
        <a:xfrm>
          <a:off x="0" y="0"/>
          <a:ext cx="0" cy="0"/>
          <a:chOff x="0" y="0"/>
          <a:chExt cx="0" cy="0"/>
        </a:xfrm>
      </p:grpSpPr>
      <p:sp>
        <p:nvSpPr>
          <p:cNvPr id="275" name="Google Shape;275;p65"/>
          <p:cNvSpPr txBox="1"/>
          <p:nvPr>
            <p:ph type="ctrTitle"/>
          </p:nvPr>
        </p:nvSpPr>
        <p:spPr>
          <a:xfrm>
            <a:off x="8017438" y="1842906"/>
            <a:ext cx="3598410" cy="1874852"/>
          </a:xfrm>
          <a:prstGeom prst="rect">
            <a:avLst/>
          </a:prstGeom>
          <a:solidFill>
            <a:srgbClr val="FF858A"/>
          </a:solid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6" name="Google Shape;276;p65"/>
          <p:cNvSpPr txBox="1"/>
          <p:nvPr>
            <p:ph idx="1" type="subTitle"/>
          </p:nvPr>
        </p:nvSpPr>
        <p:spPr>
          <a:xfrm>
            <a:off x="8017438" y="3809833"/>
            <a:ext cx="3598410" cy="930609"/>
          </a:xfrm>
          <a:prstGeom prst="rect">
            <a:avLst/>
          </a:prstGeom>
          <a:solidFill>
            <a:srgbClr val="FF858A"/>
          </a:solid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77" name="Google Shape;277;p65"/>
          <p:cNvSpPr/>
          <p:nvPr>
            <p:ph idx="2" type="pic"/>
          </p:nvPr>
        </p:nvSpPr>
        <p:spPr>
          <a:xfrm>
            <a:off x="874642" y="-695294"/>
            <a:ext cx="6678652" cy="6678652"/>
          </a:xfrm>
          <a:prstGeom prst="flowChartDelay">
            <a:avLst/>
          </a:prstGeom>
          <a:noFill/>
          <a:ln>
            <a:noFill/>
          </a:ln>
        </p:spPr>
      </p:sp>
      <p:sp>
        <p:nvSpPr>
          <p:cNvPr id="278" name="Google Shape;278;p65"/>
          <p:cNvSpPr/>
          <p:nvPr/>
        </p:nvSpPr>
        <p:spPr>
          <a:xfrm>
            <a:off x="0" y="5983356"/>
            <a:ext cx="874643" cy="874643"/>
          </a:xfrm>
          <a:prstGeom prst="rect">
            <a:avLst/>
          </a:prstGeom>
          <a:solidFill>
            <a:srgbClr val="FFB6B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279" name="Google Shape;279;p65"/>
          <p:cNvPicPr preferRelativeResize="0"/>
          <p:nvPr/>
        </p:nvPicPr>
        <p:blipFill rotWithShape="1">
          <a:blip r:embed="rId2">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divider">
  <p:cSld name="7_divider">
    <p:bg>
      <p:bgPr>
        <a:solidFill>
          <a:srgbClr val="005C84"/>
        </a:solidFill>
      </p:bgPr>
    </p:bg>
    <p:spTree>
      <p:nvGrpSpPr>
        <p:cNvPr id="280" name="Shape 280"/>
        <p:cNvGrpSpPr/>
        <p:nvPr/>
      </p:nvGrpSpPr>
      <p:grpSpPr>
        <a:xfrm>
          <a:off x="0" y="0"/>
          <a:ext cx="0" cy="0"/>
          <a:chOff x="0" y="0"/>
          <a:chExt cx="0" cy="0"/>
        </a:xfrm>
      </p:grpSpPr>
      <p:sp>
        <p:nvSpPr>
          <p:cNvPr id="281" name="Google Shape;281;p66"/>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2" name="Google Shape;282;p66"/>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83" name="Google Shape;283;p66"/>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284" name="Google Shape;284;p66"/>
          <p:cNvPicPr preferRelativeResize="0"/>
          <p:nvPr/>
        </p:nvPicPr>
        <p:blipFill rotWithShape="1">
          <a:blip r:embed="rId3">
            <a:alphaModFix/>
          </a:blip>
          <a:srcRect b="0" l="0" r="0" t="0"/>
          <a:stretch/>
        </p:blipFill>
        <p:spPr>
          <a:xfrm>
            <a:off x="0" y="-1"/>
            <a:ext cx="8518356" cy="851835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divider">
  <p:cSld name="8_divider">
    <p:bg>
      <p:bgPr>
        <a:solidFill>
          <a:srgbClr val="02C8FD"/>
        </a:solidFill>
      </p:bgPr>
    </p:bg>
    <p:spTree>
      <p:nvGrpSpPr>
        <p:cNvPr id="285" name="Shape 285"/>
        <p:cNvGrpSpPr/>
        <p:nvPr/>
      </p:nvGrpSpPr>
      <p:grpSpPr>
        <a:xfrm>
          <a:off x="0" y="0"/>
          <a:ext cx="0" cy="0"/>
          <a:chOff x="0" y="0"/>
          <a:chExt cx="0" cy="0"/>
        </a:xfrm>
      </p:grpSpPr>
      <p:pic>
        <p:nvPicPr>
          <p:cNvPr id="286" name="Google Shape;286;p67"/>
          <p:cNvPicPr preferRelativeResize="0"/>
          <p:nvPr/>
        </p:nvPicPr>
        <p:blipFill rotWithShape="1">
          <a:blip r:embed="rId2">
            <a:alphaModFix/>
          </a:blip>
          <a:srcRect b="0" l="0" r="0" t="0"/>
          <a:stretch/>
        </p:blipFill>
        <p:spPr>
          <a:xfrm>
            <a:off x="-14515" y="-2893472"/>
            <a:ext cx="9760092" cy="9760092"/>
          </a:xfrm>
          <a:prstGeom prst="rect">
            <a:avLst/>
          </a:prstGeom>
          <a:noFill/>
          <a:ln>
            <a:noFill/>
          </a:ln>
        </p:spPr>
      </p:pic>
      <p:sp>
        <p:nvSpPr>
          <p:cNvPr id="287" name="Google Shape;287;p67"/>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8" name="Google Shape;288;p67"/>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89" name="Google Shape;289;p67"/>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_divider">
  <p:cSld name="9_divider">
    <p:bg>
      <p:bgPr>
        <a:solidFill>
          <a:srgbClr val="7ADEFF"/>
        </a:solidFill>
      </p:bgPr>
    </p:bg>
    <p:spTree>
      <p:nvGrpSpPr>
        <p:cNvPr id="290" name="Shape 290"/>
        <p:cNvGrpSpPr/>
        <p:nvPr/>
      </p:nvGrpSpPr>
      <p:grpSpPr>
        <a:xfrm>
          <a:off x="0" y="0"/>
          <a:ext cx="0" cy="0"/>
          <a:chOff x="0" y="0"/>
          <a:chExt cx="0" cy="0"/>
        </a:xfrm>
      </p:grpSpPr>
      <p:sp>
        <p:nvSpPr>
          <p:cNvPr id="291" name="Google Shape;291;p68"/>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2" name="Google Shape;292;p68"/>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93" name="Google Shape;293;p68"/>
          <p:cNvSpPr/>
          <p:nvPr>
            <p:ph idx="2" type="pic"/>
          </p:nvPr>
        </p:nvSpPr>
        <p:spPr>
          <a:xfrm>
            <a:off x="874642" y="-695294"/>
            <a:ext cx="6678652" cy="6678652"/>
          </a:xfrm>
          <a:prstGeom prst="flowChartDelay">
            <a:avLst/>
          </a:prstGeom>
          <a:noFill/>
          <a:ln>
            <a:noFill/>
          </a:ln>
        </p:spPr>
      </p:sp>
      <p:sp>
        <p:nvSpPr>
          <p:cNvPr id="294" name="Google Shape;294;p68"/>
          <p:cNvSpPr/>
          <p:nvPr/>
        </p:nvSpPr>
        <p:spPr>
          <a:xfrm>
            <a:off x="0" y="5983356"/>
            <a:ext cx="874643" cy="874643"/>
          </a:xfrm>
          <a:prstGeom prst="rect">
            <a:avLst/>
          </a:prstGeom>
          <a:solidFill>
            <a:srgbClr val="02C8F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295" name="Google Shape;295;p68"/>
          <p:cNvPicPr preferRelativeResize="0"/>
          <p:nvPr/>
        </p:nvPicPr>
        <p:blipFill rotWithShape="1">
          <a:blip r:embed="rId2">
            <a:alphaModFix/>
          </a:blip>
          <a:srcRect b="0" l="0" r="0" t="0"/>
          <a:stretch/>
        </p:blipFill>
        <p:spPr>
          <a:xfrm>
            <a:off x="1919978" y="7168467"/>
            <a:ext cx="8268750" cy="6858000"/>
          </a:xfrm>
          <a:prstGeom prst="rect">
            <a:avLst/>
          </a:prstGeom>
          <a:noFill/>
          <a:ln>
            <a:noFill/>
          </a:ln>
        </p:spPr>
      </p:pic>
      <p:pic>
        <p:nvPicPr>
          <p:cNvPr id="296" name="Google Shape;296;p68"/>
          <p:cNvPicPr preferRelativeResize="0"/>
          <p:nvPr/>
        </p:nvPicPr>
        <p:blipFill rotWithShape="1">
          <a:blip r:embed="rId3">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_divider">
  <p:cSld name="10_divider">
    <p:bg>
      <p:bgPr>
        <a:solidFill>
          <a:srgbClr val="CA8F00"/>
        </a:solidFill>
      </p:bgPr>
    </p:bg>
    <p:spTree>
      <p:nvGrpSpPr>
        <p:cNvPr id="297" name="Shape 297"/>
        <p:cNvGrpSpPr/>
        <p:nvPr/>
      </p:nvGrpSpPr>
      <p:grpSpPr>
        <a:xfrm>
          <a:off x="0" y="0"/>
          <a:ext cx="0" cy="0"/>
          <a:chOff x="0" y="0"/>
          <a:chExt cx="0" cy="0"/>
        </a:xfrm>
      </p:grpSpPr>
      <p:sp>
        <p:nvSpPr>
          <p:cNvPr id="298" name="Google Shape;298;p69"/>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9" name="Google Shape;299;p69"/>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00" name="Google Shape;300;p69"/>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301" name="Google Shape;301;p69"/>
          <p:cNvPicPr preferRelativeResize="0"/>
          <p:nvPr/>
        </p:nvPicPr>
        <p:blipFill rotWithShape="1">
          <a:blip r:embed="rId3">
            <a:alphaModFix/>
          </a:blip>
          <a:srcRect b="0" l="0" r="0" t="0"/>
          <a:stretch/>
        </p:blipFill>
        <p:spPr>
          <a:xfrm>
            <a:off x="0" y="0"/>
            <a:ext cx="8518356" cy="8518356"/>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_divider">
  <p:cSld name="11_divider">
    <p:bg>
      <p:bgPr>
        <a:solidFill>
          <a:srgbClr val="F7CC4A"/>
        </a:solidFill>
      </p:bgPr>
    </p:bg>
    <p:spTree>
      <p:nvGrpSpPr>
        <p:cNvPr id="302" name="Shape 302"/>
        <p:cNvGrpSpPr/>
        <p:nvPr/>
      </p:nvGrpSpPr>
      <p:grpSpPr>
        <a:xfrm>
          <a:off x="0" y="0"/>
          <a:ext cx="0" cy="0"/>
          <a:chOff x="0" y="0"/>
          <a:chExt cx="0" cy="0"/>
        </a:xfrm>
      </p:grpSpPr>
      <p:pic>
        <p:nvPicPr>
          <p:cNvPr id="303" name="Google Shape;303;p70"/>
          <p:cNvPicPr preferRelativeResize="0"/>
          <p:nvPr/>
        </p:nvPicPr>
        <p:blipFill rotWithShape="1">
          <a:blip r:embed="rId2">
            <a:alphaModFix/>
          </a:blip>
          <a:srcRect b="0" l="0" r="0" t="0"/>
          <a:stretch/>
        </p:blipFill>
        <p:spPr>
          <a:xfrm>
            <a:off x="-14516" y="-2893471"/>
            <a:ext cx="9760091" cy="9760091"/>
          </a:xfrm>
          <a:prstGeom prst="rect">
            <a:avLst/>
          </a:prstGeom>
          <a:noFill/>
          <a:ln>
            <a:noFill/>
          </a:ln>
        </p:spPr>
      </p:pic>
      <p:sp>
        <p:nvSpPr>
          <p:cNvPr id="304" name="Google Shape;304;p70"/>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5" name="Google Shape;305;p70"/>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06" name="Google Shape;306;p70"/>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pic>
        <p:nvPicPr>
          <p:cNvPr id="307" name="Google Shape;307;p70"/>
          <p:cNvPicPr preferRelativeResize="0"/>
          <p:nvPr/>
        </p:nvPicPr>
        <p:blipFill rotWithShape="1">
          <a:blip r:embed="rId4">
            <a:alphaModFix/>
          </a:blip>
          <a:srcRect b="0" l="0" r="0" t="0"/>
          <a:stretch/>
        </p:blipFill>
        <p:spPr>
          <a:xfrm>
            <a:off x="1919978" y="7168467"/>
            <a:ext cx="8268750" cy="68580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divider">
  <p:cSld name="12_divider">
    <p:bg>
      <p:bgPr>
        <a:solidFill>
          <a:srgbClr val="FFE27A"/>
        </a:solidFill>
      </p:bgPr>
    </p:bg>
    <p:spTree>
      <p:nvGrpSpPr>
        <p:cNvPr id="308" name="Shape 308"/>
        <p:cNvGrpSpPr/>
        <p:nvPr/>
      </p:nvGrpSpPr>
      <p:grpSpPr>
        <a:xfrm>
          <a:off x="0" y="0"/>
          <a:ext cx="0" cy="0"/>
          <a:chOff x="0" y="0"/>
          <a:chExt cx="0" cy="0"/>
        </a:xfrm>
      </p:grpSpPr>
      <p:sp>
        <p:nvSpPr>
          <p:cNvPr id="309" name="Google Shape;309;p71"/>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0" name="Google Shape;310;p71"/>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11" name="Google Shape;311;p71"/>
          <p:cNvSpPr/>
          <p:nvPr>
            <p:ph idx="2" type="pic"/>
          </p:nvPr>
        </p:nvSpPr>
        <p:spPr>
          <a:xfrm>
            <a:off x="874642" y="-695294"/>
            <a:ext cx="6678652" cy="6678652"/>
          </a:xfrm>
          <a:prstGeom prst="flowChartDelay">
            <a:avLst/>
          </a:prstGeom>
          <a:noFill/>
          <a:ln>
            <a:noFill/>
          </a:ln>
        </p:spPr>
      </p:sp>
      <p:sp>
        <p:nvSpPr>
          <p:cNvPr id="312" name="Google Shape;312;p71"/>
          <p:cNvSpPr/>
          <p:nvPr/>
        </p:nvSpPr>
        <p:spPr>
          <a:xfrm>
            <a:off x="0" y="5983356"/>
            <a:ext cx="874643" cy="874643"/>
          </a:xfrm>
          <a:prstGeom prst="rect">
            <a:avLst/>
          </a:prstGeom>
          <a:solidFill>
            <a:srgbClr val="EEB2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313" name="Google Shape;313;p71"/>
          <p:cNvPicPr preferRelativeResize="0"/>
          <p:nvPr/>
        </p:nvPicPr>
        <p:blipFill rotWithShape="1">
          <a:blip r:embed="rId2">
            <a:alphaModFix/>
          </a:blip>
          <a:srcRect b="0" l="0" r="0" t="0"/>
          <a:stretch/>
        </p:blipFill>
        <p:spPr>
          <a:xfrm>
            <a:off x="1352747" y="6253214"/>
            <a:ext cx="1352277" cy="356414"/>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divider">
  <p:cSld name="13_divider">
    <p:bg>
      <p:bgPr>
        <a:solidFill>
          <a:srgbClr val="515A3C"/>
        </a:solidFill>
      </p:bgPr>
    </p:bg>
    <p:spTree>
      <p:nvGrpSpPr>
        <p:cNvPr id="314" name="Shape 314"/>
        <p:cNvGrpSpPr/>
        <p:nvPr/>
      </p:nvGrpSpPr>
      <p:grpSpPr>
        <a:xfrm>
          <a:off x="0" y="0"/>
          <a:ext cx="0" cy="0"/>
          <a:chOff x="0" y="0"/>
          <a:chExt cx="0" cy="0"/>
        </a:xfrm>
      </p:grpSpPr>
      <p:sp>
        <p:nvSpPr>
          <p:cNvPr id="315" name="Google Shape;315;p72"/>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6" name="Google Shape;316;p72"/>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17" name="Google Shape;317;p72"/>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318" name="Google Shape;318;p72"/>
          <p:cNvPicPr preferRelativeResize="0"/>
          <p:nvPr/>
        </p:nvPicPr>
        <p:blipFill rotWithShape="1">
          <a:blip r:embed="rId3">
            <a:alphaModFix/>
          </a:blip>
          <a:srcRect b="0" l="0" r="0" t="0"/>
          <a:stretch/>
        </p:blipFill>
        <p:spPr>
          <a:xfrm>
            <a:off x="3406" y="-1"/>
            <a:ext cx="8529463" cy="8529463"/>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divider">
  <p:cSld name="14_divider">
    <p:bg>
      <p:bgPr>
        <a:solidFill>
          <a:srgbClr val="8BAE46"/>
        </a:solidFill>
      </p:bgPr>
    </p:bg>
    <p:spTree>
      <p:nvGrpSpPr>
        <p:cNvPr id="319" name="Shape 319"/>
        <p:cNvGrpSpPr/>
        <p:nvPr/>
      </p:nvGrpSpPr>
      <p:grpSpPr>
        <a:xfrm>
          <a:off x="0" y="0"/>
          <a:ext cx="0" cy="0"/>
          <a:chOff x="0" y="0"/>
          <a:chExt cx="0" cy="0"/>
        </a:xfrm>
      </p:grpSpPr>
      <p:pic>
        <p:nvPicPr>
          <p:cNvPr id="320" name="Google Shape;320;p73"/>
          <p:cNvPicPr preferRelativeResize="0"/>
          <p:nvPr/>
        </p:nvPicPr>
        <p:blipFill rotWithShape="1">
          <a:blip r:embed="rId2">
            <a:alphaModFix/>
          </a:blip>
          <a:srcRect b="0" l="0" r="0" t="0"/>
          <a:stretch/>
        </p:blipFill>
        <p:spPr>
          <a:xfrm>
            <a:off x="-14515" y="-2878954"/>
            <a:ext cx="9745574" cy="9745574"/>
          </a:xfrm>
          <a:prstGeom prst="rect">
            <a:avLst/>
          </a:prstGeom>
          <a:noFill/>
          <a:ln>
            <a:noFill/>
          </a:ln>
        </p:spPr>
      </p:pic>
      <p:sp>
        <p:nvSpPr>
          <p:cNvPr id="321" name="Google Shape;321;p73"/>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2" name="Google Shape;322;p73"/>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23" name="Google Shape;323;p73"/>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pic>
        <p:nvPicPr>
          <p:cNvPr id="324" name="Google Shape;324;p73"/>
          <p:cNvPicPr preferRelativeResize="0"/>
          <p:nvPr/>
        </p:nvPicPr>
        <p:blipFill rotWithShape="1">
          <a:blip r:embed="rId4">
            <a:alphaModFix/>
          </a:blip>
          <a:srcRect b="0" l="0" r="0" t="0"/>
          <a:stretch/>
        </p:blipFill>
        <p:spPr>
          <a:xfrm>
            <a:off x="1919978" y="7168467"/>
            <a:ext cx="8268750" cy="68580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5_divider">
  <p:cSld name="15_divider">
    <p:bg>
      <p:bgPr>
        <a:solidFill>
          <a:srgbClr val="ADCC6E"/>
        </a:solidFill>
      </p:bgPr>
    </p:bg>
    <p:spTree>
      <p:nvGrpSpPr>
        <p:cNvPr id="325" name="Shape 325"/>
        <p:cNvGrpSpPr/>
        <p:nvPr/>
      </p:nvGrpSpPr>
      <p:grpSpPr>
        <a:xfrm>
          <a:off x="0" y="0"/>
          <a:ext cx="0" cy="0"/>
          <a:chOff x="0" y="0"/>
          <a:chExt cx="0" cy="0"/>
        </a:xfrm>
      </p:grpSpPr>
      <p:sp>
        <p:nvSpPr>
          <p:cNvPr id="326" name="Google Shape;326;p74"/>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7" name="Google Shape;327;p74"/>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28" name="Google Shape;328;p74"/>
          <p:cNvSpPr/>
          <p:nvPr>
            <p:ph idx="2" type="pic"/>
          </p:nvPr>
        </p:nvSpPr>
        <p:spPr>
          <a:xfrm>
            <a:off x="874642" y="-695294"/>
            <a:ext cx="6678652" cy="6678652"/>
          </a:xfrm>
          <a:prstGeom prst="flowChartDelay">
            <a:avLst/>
          </a:prstGeom>
          <a:noFill/>
          <a:ln>
            <a:noFill/>
          </a:ln>
        </p:spPr>
      </p:sp>
      <p:sp>
        <p:nvSpPr>
          <p:cNvPr id="329" name="Google Shape;329;p74"/>
          <p:cNvSpPr/>
          <p:nvPr/>
        </p:nvSpPr>
        <p:spPr>
          <a:xfrm>
            <a:off x="0" y="5983356"/>
            <a:ext cx="874643" cy="874643"/>
          </a:xfrm>
          <a:prstGeom prst="rect">
            <a:avLst/>
          </a:prstGeom>
          <a:solidFill>
            <a:srgbClr val="8BAE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330" name="Google Shape;330;p74"/>
          <p:cNvPicPr preferRelativeResize="0"/>
          <p:nvPr/>
        </p:nvPicPr>
        <p:blipFill rotWithShape="1">
          <a:blip r:embed="rId2">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divider">
  <p:cSld name="16_divider">
    <p:bg>
      <p:bgPr>
        <a:solidFill>
          <a:srgbClr val="272727"/>
        </a:solidFill>
      </p:bgPr>
    </p:bg>
    <p:spTree>
      <p:nvGrpSpPr>
        <p:cNvPr id="331" name="Shape 331"/>
        <p:cNvGrpSpPr/>
        <p:nvPr/>
      </p:nvGrpSpPr>
      <p:grpSpPr>
        <a:xfrm>
          <a:off x="0" y="0"/>
          <a:ext cx="0" cy="0"/>
          <a:chOff x="0" y="0"/>
          <a:chExt cx="0" cy="0"/>
        </a:xfrm>
      </p:grpSpPr>
      <p:pic>
        <p:nvPicPr>
          <p:cNvPr id="332" name="Google Shape;332;p75"/>
          <p:cNvPicPr preferRelativeResize="0"/>
          <p:nvPr/>
        </p:nvPicPr>
        <p:blipFill rotWithShape="1">
          <a:blip r:embed="rId2">
            <a:alphaModFix/>
          </a:blip>
          <a:srcRect b="0" l="0" r="0" t="0"/>
          <a:stretch/>
        </p:blipFill>
        <p:spPr>
          <a:xfrm>
            <a:off x="-1" y="-1"/>
            <a:ext cx="8529463" cy="8529463"/>
          </a:xfrm>
          <a:prstGeom prst="rect">
            <a:avLst/>
          </a:prstGeom>
          <a:noFill/>
          <a:ln>
            <a:noFill/>
          </a:ln>
        </p:spPr>
      </p:pic>
      <p:sp>
        <p:nvSpPr>
          <p:cNvPr id="333" name="Google Shape;333;p75"/>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4" name="Google Shape;334;p75"/>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35" name="Google Shape;335;p75"/>
          <p:cNvPicPr preferRelativeResize="0"/>
          <p:nvPr/>
        </p:nvPicPr>
        <p:blipFill rotWithShape="1">
          <a:blip r:embed="rId3">
            <a:alphaModFix/>
          </a:blip>
          <a:srcRect b="0" l="0" r="0" t="0"/>
          <a:stretch/>
        </p:blipFill>
        <p:spPr>
          <a:xfrm>
            <a:off x="1352549" y="288758"/>
            <a:ext cx="1352277" cy="356414"/>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7_divider">
  <p:cSld name="17_divider">
    <p:bg>
      <p:bgPr>
        <a:solidFill>
          <a:srgbClr val="AEAEAE"/>
        </a:solidFill>
      </p:bgPr>
    </p:bg>
    <p:spTree>
      <p:nvGrpSpPr>
        <p:cNvPr id="336" name="Shape 336"/>
        <p:cNvGrpSpPr/>
        <p:nvPr/>
      </p:nvGrpSpPr>
      <p:grpSpPr>
        <a:xfrm>
          <a:off x="0" y="0"/>
          <a:ext cx="0" cy="0"/>
          <a:chOff x="0" y="0"/>
          <a:chExt cx="0" cy="0"/>
        </a:xfrm>
      </p:grpSpPr>
      <p:pic>
        <p:nvPicPr>
          <p:cNvPr id="337" name="Google Shape;337;p76"/>
          <p:cNvPicPr preferRelativeResize="0"/>
          <p:nvPr/>
        </p:nvPicPr>
        <p:blipFill rotWithShape="1">
          <a:blip r:embed="rId2">
            <a:alphaModFix/>
          </a:blip>
          <a:srcRect b="0" l="0" r="0" t="0"/>
          <a:stretch/>
        </p:blipFill>
        <p:spPr>
          <a:xfrm>
            <a:off x="-14516" y="-2887573"/>
            <a:ext cx="9745573" cy="9745573"/>
          </a:xfrm>
          <a:prstGeom prst="rect">
            <a:avLst/>
          </a:prstGeom>
          <a:noFill/>
          <a:ln>
            <a:noFill/>
          </a:ln>
        </p:spPr>
      </p:pic>
      <p:pic>
        <p:nvPicPr>
          <p:cNvPr id="338" name="Google Shape;338;p76"/>
          <p:cNvPicPr preferRelativeResize="0"/>
          <p:nvPr/>
        </p:nvPicPr>
        <p:blipFill rotWithShape="1">
          <a:blip r:embed="rId3">
            <a:alphaModFix/>
          </a:blip>
          <a:srcRect b="0" l="0" r="0" t="0"/>
          <a:stretch/>
        </p:blipFill>
        <p:spPr>
          <a:xfrm>
            <a:off x="-14515" y="-2878954"/>
            <a:ext cx="9745574" cy="9745574"/>
          </a:xfrm>
          <a:prstGeom prst="rect">
            <a:avLst/>
          </a:prstGeom>
          <a:noFill/>
          <a:ln>
            <a:noFill/>
          </a:ln>
        </p:spPr>
      </p:pic>
      <p:sp>
        <p:nvSpPr>
          <p:cNvPr id="339" name="Google Shape;339;p76"/>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0" name="Google Shape;340;p76"/>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41" name="Google Shape;341;p76"/>
          <p:cNvPicPr preferRelativeResize="0"/>
          <p:nvPr/>
        </p:nvPicPr>
        <p:blipFill rotWithShape="1">
          <a:blip r:embed="rId4">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divider">
  <p:cSld name="18_divider">
    <p:bg>
      <p:bgPr>
        <a:solidFill>
          <a:srgbClr val="E9E9E9"/>
        </a:solidFill>
      </p:bgPr>
    </p:bg>
    <p:spTree>
      <p:nvGrpSpPr>
        <p:cNvPr id="342" name="Shape 342"/>
        <p:cNvGrpSpPr/>
        <p:nvPr/>
      </p:nvGrpSpPr>
      <p:grpSpPr>
        <a:xfrm>
          <a:off x="0" y="0"/>
          <a:ext cx="0" cy="0"/>
          <a:chOff x="0" y="0"/>
          <a:chExt cx="0" cy="0"/>
        </a:xfrm>
      </p:grpSpPr>
      <p:sp>
        <p:nvSpPr>
          <p:cNvPr id="343" name="Google Shape;343;p77"/>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4" name="Google Shape;344;p77"/>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45" name="Google Shape;345;p77"/>
          <p:cNvSpPr/>
          <p:nvPr>
            <p:ph idx="2" type="pic"/>
          </p:nvPr>
        </p:nvSpPr>
        <p:spPr>
          <a:xfrm>
            <a:off x="874642" y="-695294"/>
            <a:ext cx="6678652" cy="6678652"/>
          </a:xfrm>
          <a:prstGeom prst="flowChartDelay">
            <a:avLst/>
          </a:prstGeom>
          <a:noFill/>
          <a:ln>
            <a:noFill/>
          </a:ln>
        </p:spPr>
      </p:sp>
      <p:sp>
        <p:nvSpPr>
          <p:cNvPr id="346" name="Google Shape;346;p77"/>
          <p:cNvSpPr/>
          <p:nvPr/>
        </p:nvSpPr>
        <p:spPr>
          <a:xfrm>
            <a:off x="0" y="5983356"/>
            <a:ext cx="874643" cy="874643"/>
          </a:xfrm>
          <a:prstGeom prst="rect">
            <a:avLst/>
          </a:prstGeom>
          <a:solidFill>
            <a:srgbClr val="AEAE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347" name="Google Shape;347;p77"/>
          <p:cNvPicPr preferRelativeResize="0"/>
          <p:nvPr/>
        </p:nvPicPr>
        <p:blipFill rotWithShape="1">
          <a:blip r:embed="rId2">
            <a:alphaModFix/>
          </a:blip>
          <a:srcRect b="0" l="0" r="0" t="0"/>
          <a:stretch/>
        </p:blipFill>
        <p:spPr>
          <a:xfrm>
            <a:off x="1352747" y="6253214"/>
            <a:ext cx="1352277" cy="356414"/>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9_divider">
  <p:cSld name="19_divider">
    <p:spTree>
      <p:nvGrpSpPr>
        <p:cNvPr id="348" name="Shape 348"/>
        <p:cNvGrpSpPr/>
        <p:nvPr/>
      </p:nvGrpSpPr>
      <p:grpSpPr>
        <a:xfrm>
          <a:off x="0" y="0"/>
          <a:ext cx="0" cy="0"/>
          <a:chOff x="0" y="0"/>
          <a:chExt cx="0" cy="0"/>
        </a:xfrm>
      </p:grpSpPr>
      <p:sp>
        <p:nvSpPr>
          <p:cNvPr id="349" name="Google Shape;349;p78"/>
          <p:cNvSpPr/>
          <p:nvPr>
            <p:ph idx="2" type="pic"/>
          </p:nvPr>
        </p:nvSpPr>
        <p:spPr>
          <a:xfrm>
            <a:off x="0" y="0"/>
            <a:ext cx="12192000" cy="6858000"/>
          </a:xfrm>
          <a:prstGeom prst="rect">
            <a:avLst/>
          </a:prstGeom>
          <a:noFill/>
          <a:ln>
            <a:noFill/>
          </a:ln>
        </p:spPr>
      </p:sp>
      <p:pic>
        <p:nvPicPr>
          <p:cNvPr id="350" name="Google Shape;350;p78"/>
          <p:cNvPicPr preferRelativeResize="0"/>
          <p:nvPr/>
        </p:nvPicPr>
        <p:blipFill rotWithShape="1">
          <a:blip r:embed="rId2">
            <a:alphaModFix/>
          </a:blip>
          <a:srcRect b="0" l="0" r="0" t="0"/>
          <a:stretch/>
        </p:blipFill>
        <p:spPr>
          <a:xfrm>
            <a:off x="0" y="0"/>
            <a:ext cx="7638757" cy="7638757"/>
          </a:xfrm>
          <a:prstGeom prst="rect">
            <a:avLst/>
          </a:prstGeom>
          <a:noFill/>
          <a:ln>
            <a:noFill/>
          </a:ln>
        </p:spPr>
      </p:pic>
      <p:pic>
        <p:nvPicPr>
          <p:cNvPr id="351" name="Google Shape;351;p78"/>
          <p:cNvPicPr preferRelativeResize="0"/>
          <p:nvPr/>
        </p:nvPicPr>
        <p:blipFill rotWithShape="1">
          <a:blip r:embed="rId3">
            <a:alphaModFix/>
          </a:blip>
          <a:srcRect b="0" l="0" r="0" t="0"/>
          <a:stretch/>
        </p:blipFill>
        <p:spPr>
          <a:xfrm>
            <a:off x="1379122" y="1392116"/>
            <a:ext cx="1358900" cy="838200"/>
          </a:xfrm>
          <a:prstGeom prst="rect">
            <a:avLst/>
          </a:prstGeom>
          <a:noFill/>
          <a:ln>
            <a:noFill/>
          </a:ln>
        </p:spPr>
      </p:pic>
      <p:sp>
        <p:nvSpPr>
          <p:cNvPr id="352" name="Google Shape;352;p78"/>
          <p:cNvSpPr txBox="1"/>
          <p:nvPr>
            <p:ph type="ctrTitle"/>
          </p:nvPr>
        </p:nvSpPr>
        <p:spPr>
          <a:xfrm>
            <a:off x="1264245" y="2920341"/>
            <a:ext cx="4566715"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3" name="Google Shape;353;p78"/>
          <p:cNvSpPr txBox="1"/>
          <p:nvPr>
            <p:ph idx="1" type="subTitle"/>
          </p:nvPr>
        </p:nvSpPr>
        <p:spPr>
          <a:xfrm>
            <a:off x="1264245" y="4887268"/>
            <a:ext cx="4566715"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divider">
  <p:cSld name="20_divider">
    <p:bg>
      <p:bgPr>
        <a:solidFill>
          <a:srgbClr val="5B69FF"/>
        </a:solidFill>
      </p:bgPr>
    </p:bg>
    <p:spTree>
      <p:nvGrpSpPr>
        <p:cNvPr id="354" name="Shape 354"/>
        <p:cNvGrpSpPr/>
        <p:nvPr/>
      </p:nvGrpSpPr>
      <p:grpSpPr>
        <a:xfrm>
          <a:off x="0" y="0"/>
          <a:ext cx="0" cy="0"/>
          <a:chOff x="0" y="0"/>
          <a:chExt cx="0" cy="0"/>
        </a:xfrm>
      </p:grpSpPr>
      <p:pic>
        <p:nvPicPr>
          <p:cNvPr id="355" name="Google Shape;355;p79"/>
          <p:cNvPicPr preferRelativeResize="0"/>
          <p:nvPr/>
        </p:nvPicPr>
        <p:blipFill rotWithShape="1">
          <a:blip r:embed="rId2">
            <a:alphaModFix/>
          </a:blip>
          <a:srcRect b="0" l="0" r="0" t="0"/>
          <a:stretch/>
        </p:blipFill>
        <p:spPr>
          <a:xfrm>
            <a:off x="1379122" y="1392116"/>
            <a:ext cx="1358900" cy="838200"/>
          </a:xfrm>
          <a:prstGeom prst="rect">
            <a:avLst/>
          </a:prstGeom>
          <a:noFill/>
          <a:ln>
            <a:noFill/>
          </a:ln>
        </p:spPr>
      </p:pic>
      <p:sp>
        <p:nvSpPr>
          <p:cNvPr id="356" name="Google Shape;356;p79"/>
          <p:cNvSpPr txBox="1"/>
          <p:nvPr>
            <p:ph type="ctrTitle"/>
          </p:nvPr>
        </p:nvSpPr>
        <p:spPr>
          <a:xfrm>
            <a:off x="1264245" y="2920341"/>
            <a:ext cx="4566715"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7" name="Google Shape;357;p79"/>
          <p:cNvSpPr txBox="1"/>
          <p:nvPr>
            <p:ph idx="1" type="subTitle"/>
          </p:nvPr>
        </p:nvSpPr>
        <p:spPr>
          <a:xfrm>
            <a:off x="1264245" y="4887268"/>
            <a:ext cx="4566715"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58" name="Google Shape;358;p79"/>
          <p:cNvSpPr/>
          <p:nvPr>
            <p:ph idx="2" type="pic"/>
          </p:nvPr>
        </p:nvSpPr>
        <p:spPr>
          <a:xfrm>
            <a:off x="1637956" y="669235"/>
            <a:ext cx="5094287" cy="5094287"/>
          </a:xfrm>
          <a:prstGeom prst="flowChartDelay">
            <a:avLst/>
          </a:prstGeom>
          <a:noFill/>
          <a:ln>
            <a:noFill/>
          </a:ln>
        </p:spPr>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1_divider">
  <p:cSld name="21_divider">
    <p:spTree>
      <p:nvGrpSpPr>
        <p:cNvPr id="359" name="Shape 359"/>
        <p:cNvGrpSpPr/>
        <p:nvPr/>
      </p:nvGrpSpPr>
      <p:grpSpPr>
        <a:xfrm>
          <a:off x="0" y="0"/>
          <a:ext cx="0" cy="0"/>
          <a:chOff x="0" y="0"/>
          <a:chExt cx="0" cy="0"/>
        </a:xfrm>
      </p:grpSpPr>
      <p:sp>
        <p:nvSpPr>
          <p:cNvPr id="360" name="Google Shape;360;p80"/>
          <p:cNvSpPr/>
          <p:nvPr>
            <p:ph idx="2" type="pic"/>
          </p:nvPr>
        </p:nvSpPr>
        <p:spPr>
          <a:xfrm>
            <a:off x="0" y="0"/>
            <a:ext cx="12192000" cy="6858000"/>
          </a:xfrm>
          <a:prstGeom prst="rect">
            <a:avLst/>
          </a:prstGeom>
          <a:noFill/>
          <a:ln>
            <a:noFill/>
          </a:ln>
        </p:spPr>
      </p:sp>
      <p:pic>
        <p:nvPicPr>
          <p:cNvPr id="361" name="Google Shape;361;p80"/>
          <p:cNvPicPr preferRelativeResize="0"/>
          <p:nvPr/>
        </p:nvPicPr>
        <p:blipFill rotWithShape="1">
          <a:blip r:embed="rId2">
            <a:alphaModFix/>
          </a:blip>
          <a:srcRect b="0" l="0" r="0" t="0"/>
          <a:stretch/>
        </p:blipFill>
        <p:spPr>
          <a:xfrm>
            <a:off x="-1" y="-3491246"/>
            <a:ext cx="10358214" cy="10358214"/>
          </a:xfrm>
          <a:prstGeom prst="rect">
            <a:avLst/>
          </a:prstGeom>
          <a:noFill/>
          <a:ln>
            <a:noFill/>
          </a:ln>
        </p:spPr>
      </p:pic>
      <p:sp>
        <p:nvSpPr>
          <p:cNvPr id="362" name="Google Shape;362;p80"/>
          <p:cNvSpPr/>
          <p:nvPr>
            <p:ph idx="3" type="pic"/>
          </p:nvPr>
        </p:nvSpPr>
        <p:spPr>
          <a:xfrm>
            <a:off x="0" y="0"/>
            <a:ext cx="12192000" cy="6858000"/>
          </a:xfrm>
          <a:prstGeom prst="rect">
            <a:avLst/>
          </a:prstGeom>
          <a:noFill/>
          <a:ln>
            <a:noFill/>
          </a:ln>
        </p:spPr>
      </p:sp>
      <p:sp>
        <p:nvSpPr>
          <p:cNvPr id="363" name="Google Shape;363;p80"/>
          <p:cNvSpPr txBox="1"/>
          <p:nvPr>
            <p:ph type="ctrTitle"/>
          </p:nvPr>
        </p:nvSpPr>
        <p:spPr>
          <a:xfrm>
            <a:off x="1833787" y="786741"/>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4" name="Google Shape;364;p80"/>
          <p:cNvSpPr txBox="1"/>
          <p:nvPr>
            <p:ph idx="1" type="subTitle"/>
          </p:nvPr>
        </p:nvSpPr>
        <p:spPr>
          <a:xfrm>
            <a:off x="1833787" y="2753669"/>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65" name="Google Shape;365;p80"/>
          <p:cNvPicPr preferRelativeResize="0"/>
          <p:nvPr/>
        </p:nvPicPr>
        <p:blipFill rotWithShape="1">
          <a:blip r:embed="rId3">
            <a:alphaModFix/>
          </a:blip>
          <a:srcRect b="0" l="0" r="0" t="0"/>
          <a:stretch/>
        </p:blipFill>
        <p:spPr>
          <a:xfrm>
            <a:off x="8926848" y="5621866"/>
            <a:ext cx="2523761" cy="665177"/>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Blue A" showMasterSp="0">
  <p:cSld name="Title Slide Blue A">
    <p:bg>
      <p:bgPr>
        <a:solidFill>
          <a:schemeClr val="dk2"/>
        </a:solidFill>
      </p:bgPr>
    </p:bg>
    <p:spTree>
      <p:nvGrpSpPr>
        <p:cNvPr id="366" name="Shape 366"/>
        <p:cNvGrpSpPr/>
        <p:nvPr/>
      </p:nvGrpSpPr>
      <p:grpSpPr>
        <a:xfrm>
          <a:off x="0" y="0"/>
          <a:ext cx="0" cy="0"/>
          <a:chOff x="0" y="0"/>
          <a:chExt cx="0" cy="0"/>
        </a:xfrm>
      </p:grpSpPr>
      <p:grpSp>
        <p:nvGrpSpPr>
          <p:cNvPr id="367" name="Google Shape;367;p81"/>
          <p:cNvGrpSpPr/>
          <p:nvPr/>
        </p:nvGrpSpPr>
        <p:grpSpPr>
          <a:xfrm>
            <a:off x="573803" y="0"/>
            <a:ext cx="4325371" cy="6392520"/>
            <a:chOff x="573803" y="0"/>
            <a:chExt cx="4325371" cy="6392520"/>
          </a:xfrm>
        </p:grpSpPr>
        <p:sp>
          <p:nvSpPr>
            <p:cNvPr id="368" name="Google Shape;368;p81"/>
            <p:cNvSpPr/>
            <p:nvPr/>
          </p:nvSpPr>
          <p:spPr>
            <a:xfrm>
              <a:off x="860457" y="4951823"/>
              <a:ext cx="158111" cy="158111"/>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69" name="Google Shape;369;p81"/>
            <p:cNvSpPr/>
            <p:nvPr/>
          </p:nvSpPr>
          <p:spPr>
            <a:xfrm>
              <a:off x="573803" y="5104242"/>
              <a:ext cx="286654" cy="286654"/>
            </a:xfrm>
            <a:prstGeom prst="rect">
              <a:avLst/>
            </a:prstGeom>
            <a:solidFill>
              <a:schemeClr val="accent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70" name="Google Shape;370;p81"/>
            <p:cNvSpPr/>
            <p:nvPr/>
          </p:nvSpPr>
          <p:spPr>
            <a:xfrm>
              <a:off x="861107" y="5390896"/>
              <a:ext cx="610214" cy="610214"/>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71" name="Google Shape;371;p81"/>
            <p:cNvSpPr/>
            <p:nvPr/>
          </p:nvSpPr>
          <p:spPr>
            <a:xfrm>
              <a:off x="1468406" y="0"/>
              <a:ext cx="3430768" cy="539087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nvGrpSpPr>
            <p:cNvPr id="372" name="Google Shape;372;p81"/>
            <p:cNvGrpSpPr/>
            <p:nvPr/>
          </p:nvGrpSpPr>
          <p:grpSpPr>
            <a:xfrm>
              <a:off x="1468406" y="5995719"/>
              <a:ext cx="1059754" cy="396801"/>
              <a:chOff x="1314450" y="6391094"/>
              <a:chExt cx="1123377" cy="420623"/>
            </a:xfrm>
          </p:grpSpPr>
          <p:sp>
            <p:nvSpPr>
              <p:cNvPr id="373" name="Google Shape;373;p81"/>
              <p:cNvSpPr/>
              <p:nvPr/>
            </p:nvSpPr>
            <p:spPr>
              <a:xfrm>
                <a:off x="1314450" y="6396809"/>
                <a:ext cx="78581" cy="78581"/>
              </a:xfrm>
              <a:custGeom>
                <a:rect b="b" l="l" r="r" t="t"/>
                <a:pathLst>
                  <a:path extrusionOk="0" h="78581" w="78581">
                    <a:moveTo>
                      <a:pt x="0" y="0"/>
                    </a:moveTo>
                    <a:lnTo>
                      <a:pt x="78581" y="0"/>
                    </a:lnTo>
                    <a:lnTo>
                      <a:pt x="78581" y="78581"/>
                    </a:lnTo>
                    <a:lnTo>
                      <a:pt x="0" y="78581"/>
                    </a:lnTo>
                    <a:close/>
                  </a:path>
                </a:pathLst>
              </a:custGeom>
              <a:solidFill>
                <a:srgbClr val="00B2E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74" name="Google Shape;374;p81"/>
              <p:cNvSpPr/>
              <p:nvPr/>
            </p:nvSpPr>
            <p:spPr>
              <a:xfrm>
                <a:off x="1316545" y="6391094"/>
                <a:ext cx="995171" cy="420623"/>
              </a:xfrm>
              <a:custGeom>
                <a:rect b="b" l="l" r="r" t="t"/>
                <a:pathLst>
                  <a:path extrusionOk="0" h="420623" w="995171">
                    <a:moveTo>
                      <a:pt x="74486" y="131921"/>
                    </a:moveTo>
                    <a:lnTo>
                      <a:pt x="0" y="131921"/>
                    </a:lnTo>
                    <a:lnTo>
                      <a:pt x="0" y="414719"/>
                    </a:lnTo>
                    <a:lnTo>
                      <a:pt x="74486" y="414719"/>
                    </a:lnTo>
                    <a:lnTo>
                      <a:pt x="74486" y="131921"/>
                    </a:lnTo>
                    <a:close/>
                    <a:moveTo>
                      <a:pt x="568262" y="417576"/>
                    </a:moveTo>
                    <a:lnTo>
                      <a:pt x="568262" y="348234"/>
                    </a:lnTo>
                    <a:cubicBezTo>
                      <a:pt x="557308" y="348139"/>
                      <a:pt x="548259" y="347567"/>
                      <a:pt x="541306" y="346520"/>
                    </a:cubicBezTo>
                    <a:cubicBezTo>
                      <a:pt x="533591" y="345281"/>
                      <a:pt x="527685" y="342710"/>
                      <a:pt x="523780" y="338804"/>
                    </a:cubicBezTo>
                    <a:cubicBezTo>
                      <a:pt x="519875" y="334899"/>
                      <a:pt x="517303" y="329184"/>
                      <a:pt x="516065" y="321945"/>
                    </a:cubicBezTo>
                    <a:cubicBezTo>
                      <a:pt x="514922" y="314992"/>
                      <a:pt x="514350" y="305753"/>
                      <a:pt x="514350" y="294608"/>
                    </a:cubicBezTo>
                    <a:lnTo>
                      <a:pt x="514350" y="195644"/>
                    </a:lnTo>
                    <a:lnTo>
                      <a:pt x="568262" y="195644"/>
                    </a:lnTo>
                    <a:lnTo>
                      <a:pt x="568262" y="131921"/>
                    </a:lnTo>
                    <a:lnTo>
                      <a:pt x="514350" y="131921"/>
                    </a:lnTo>
                    <a:lnTo>
                      <a:pt x="514350" y="21812"/>
                    </a:lnTo>
                    <a:lnTo>
                      <a:pt x="439865" y="21812"/>
                    </a:lnTo>
                    <a:lnTo>
                      <a:pt x="439865" y="295180"/>
                    </a:lnTo>
                    <a:cubicBezTo>
                      <a:pt x="439865" y="318230"/>
                      <a:pt x="441865" y="337852"/>
                      <a:pt x="445865" y="353473"/>
                    </a:cubicBezTo>
                    <a:cubicBezTo>
                      <a:pt x="449771" y="368903"/>
                      <a:pt x="456438" y="381572"/>
                      <a:pt x="465677" y="391001"/>
                    </a:cubicBezTo>
                    <a:cubicBezTo>
                      <a:pt x="474917" y="400431"/>
                      <a:pt x="487204" y="407289"/>
                      <a:pt x="502063" y="411385"/>
                    </a:cubicBezTo>
                    <a:cubicBezTo>
                      <a:pt x="517112" y="415481"/>
                      <a:pt x="536258" y="417671"/>
                      <a:pt x="558927" y="417671"/>
                    </a:cubicBezTo>
                    <a:lnTo>
                      <a:pt x="568262" y="417671"/>
                    </a:lnTo>
                    <a:close/>
                    <a:moveTo>
                      <a:pt x="995172" y="0"/>
                    </a:moveTo>
                    <a:lnTo>
                      <a:pt x="920687" y="0"/>
                    </a:lnTo>
                    <a:lnTo>
                      <a:pt x="920687" y="414719"/>
                    </a:lnTo>
                    <a:lnTo>
                      <a:pt x="995172" y="414719"/>
                    </a:lnTo>
                    <a:lnTo>
                      <a:pt x="995172" y="0"/>
                    </a:lnTo>
                    <a:close/>
                    <a:moveTo>
                      <a:pt x="367951" y="159830"/>
                    </a:moveTo>
                    <a:cubicBezTo>
                      <a:pt x="347282" y="137541"/>
                      <a:pt x="318135" y="126206"/>
                      <a:pt x="281273" y="126206"/>
                    </a:cubicBezTo>
                    <a:cubicBezTo>
                      <a:pt x="263462" y="126206"/>
                      <a:pt x="247079" y="129921"/>
                      <a:pt x="232410" y="137065"/>
                    </a:cubicBezTo>
                    <a:cubicBezTo>
                      <a:pt x="217742" y="144304"/>
                      <a:pt x="205264" y="154496"/>
                      <a:pt x="195358" y="167259"/>
                    </a:cubicBezTo>
                    <a:lnTo>
                      <a:pt x="191262" y="172498"/>
                    </a:lnTo>
                    <a:lnTo>
                      <a:pt x="191262" y="167831"/>
                    </a:lnTo>
                    <a:lnTo>
                      <a:pt x="191262" y="132017"/>
                    </a:lnTo>
                    <a:lnTo>
                      <a:pt x="117920" y="132017"/>
                    </a:lnTo>
                    <a:lnTo>
                      <a:pt x="117920" y="414814"/>
                    </a:lnTo>
                    <a:lnTo>
                      <a:pt x="191929" y="414814"/>
                    </a:lnTo>
                    <a:lnTo>
                      <a:pt x="191929" y="264128"/>
                    </a:lnTo>
                    <a:lnTo>
                      <a:pt x="192024" y="274606"/>
                    </a:lnTo>
                    <a:cubicBezTo>
                      <a:pt x="192024" y="272891"/>
                      <a:pt x="192024" y="271177"/>
                      <a:pt x="192119" y="269558"/>
                    </a:cubicBezTo>
                    <a:cubicBezTo>
                      <a:pt x="192881" y="243173"/>
                      <a:pt x="199454" y="223456"/>
                      <a:pt x="211741" y="210884"/>
                    </a:cubicBezTo>
                    <a:cubicBezTo>
                      <a:pt x="224790" y="197549"/>
                      <a:pt x="240697" y="190786"/>
                      <a:pt x="258985" y="190786"/>
                    </a:cubicBezTo>
                    <a:cubicBezTo>
                      <a:pt x="280511" y="190786"/>
                      <a:pt x="296894" y="197358"/>
                      <a:pt x="307753" y="210407"/>
                    </a:cubicBezTo>
                    <a:cubicBezTo>
                      <a:pt x="318421" y="223171"/>
                      <a:pt x="323850" y="241364"/>
                      <a:pt x="323945" y="264605"/>
                    </a:cubicBezTo>
                    <a:lnTo>
                      <a:pt x="323945" y="264605"/>
                    </a:lnTo>
                    <a:lnTo>
                      <a:pt x="323945" y="265176"/>
                    </a:lnTo>
                    <a:lnTo>
                      <a:pt x="323945" y="265271"/>
                    </a:lnTo>
                    <a:lnTo>
                      <a:pt x="323945" y="414814"/>
                    </a:lnTo>
                    <a:lnTo>
                      <a:pt x="399098" y="414814"/>
                    </a:lnTo>
                    <a:lnTo>
                      <a:pt x="399098" y="254222"/>
                    </a:lnTo>
                    <a:cubicBezTo>
                      <a:pt x="399193" y="213931"/>
                      <a:pt x="388620" y="182118"/>
                      <a:pt x="367951" y="159830"/>
                    </a:cubicBezTo>
                    <a:moveTo>
                      <a:pt x="881825" y="272796"/>
                    </a:moveTo>
                    <a:cubicBezTo>
                      <a:pt x="881825" y="252508"/>
                      <a:pt x="878205" y="233267"/>
                      <a:pt x="871061" y="215646"/>
                    </a:cubicBezTo>
                    <a:cubicBezTo>
                      <a:pt x="863918" y="198025"/>
                      <a:pt x="853821" y="182309"/>
                      <a:pt x="841057" y="168974"/>
                    </a:cubicBezTo>
                    <a:cubicBezTo>
                      <a:pt x="828294" y="155639"/>
                      <a:pt x="812768" y="145066"/>
                      <a:pt x="794957" y="137636"/>
                    </a:cubicBezTo>
                    <a:cubicBezTo>
                      <a:pt x="777145" y="130112"/>
                      <a:pt x="757238" y="126302"/>
                      <a:pt x="735806" y="126302"/>
                    </a:cubicBezTo>
                    <a:cubicBezTo>
                      <a:pt x="715518" y="126302"/>
                      <a:pt x="696182" y="130207"/>
                      <a:pt x="678371" y="137922"/>
                    </a:cubicBezTo>
                    <a:cubicBezTo>
                      <a:pt x="660559" y="145637"/>
                      <a:pt x="644843" y="156210"/>
                      <a:pt x="631698" y="169355"/>
                    </a:cubicBezTo>
                    <a:cubicBezTo>
                      <a:pt x="618554" y="182499"/>
                      <a:pt x="607981" y="198215"/>
                      <a:pt x="600266" y="216027"/>
                    </a:cubicBezTo>
                    <a:cubicBezTo>
                      <a:pt x="592550" y="233839"/>
                      <a:pt x="588645" y="253175"/>
                      <a:pt x="588645" y="273463"/>
                    </a:cubicBezTo>
                    <a:cubicBezTo>
                      <a:pt x="588645" y="293751"/>
                      <a:pt x="592360" y="313087"/>
                      <a:pt x="599694" y="330899"/>
                    </a:cubicBezTo>
                    <a:cubicBezTo>
                      <a:pt x="607028" y="348710"/>
                      <a:pt x="617315" y="364426"/>
                      <a:pt x="630269" y="377571"/>
                    </a:cubicBezTo>
                    <a:cubicBezTo>
                      <a:pt x="643223" y="390716"/>
                      <a:pt x="659130" y="401288"/>
                      <a:pt x="677513" y="409004"/>
                    </a:cubicBezTo>
                    <a:cubicBezTo>
                      <a:pt x="695897" y="416719"/>
                      <a:pt x="716280" y="420624"/>
                      <a:pt x="738092" y="420624"/>
                    </a:cubicBezTo>
                    <a:cubicBezTo>
                      <a:pt x="801148" y="420624"/>
                      <a:pt x="840391" y="391954"/>
                      <a:pt x="863918" y="365093"/>
                    </a:cubicBezTo>
                    <a:lnTo>
                      <a:pt x="810292" y="324231"/>
                    </a:lnTo>
                    <a:cubicBezTo>
                      <a:pt x="798957" y="337661"/>
                      <a:pt x="772192" y="355854"/>
                      <a:pt x="738664" y="355854"/>
                    </a:cubicBezTo>
                    <a:cubicBezTo>
                      <a:pt x="717614" y="355854"/>
                      <a:pt x="700373" y="350996"/>
                      <a:pt x="687229" y="341376"/>
                    </a:cubicBezTo>
                    <a:cubicBezTo>
                      <a:pt x="674084" y="331756"/>
                      <a:pt x="665036" y="318611"/>
                      <a:pt x="660368" y="302133"/>
                    </a:cubicBezTo>
                    <a:lnTo>
                      <a:pt x="659606" y="299466"/>
                    </a:lnTo>
                    <a:lnTo>
                      <a:pt x="881825" y="299466"/>
                    </a:lnTo>
                    <a:lnTo>
                      <a:pt x="881825" y="272796"/>
                    </a:lnTo>
                    <a:close/>
                    <a:moveTo>
                      <a:pt x="660368" y="246793"/>
                    </a:moveTo>
                    <a:cubicBezTo>
                      <a:pt x="660368" y="226124"/>
                      <a:pt x="684086" y="189929"/>
                      <a:pt x="735330" y="189929"/>
                    </a:cubicBezTo>
                    <a:cubicBezTo>
                      <a:pt x="786575" y="189929"/>
                      <a:pt x="810387" y="226028"/>
                      <a:pt x="810387" y="246698"/>
                    </a:cubicBezTo>
                    <a:lnTo>
                      <a:pt x="660368" y="246793"/>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75" name="Google Shape;375;p81"/>
              <p:cNvSpPr/>
              <p:nvPr/>
            </p:nvSpPr>
            <p:spPr>
              <a:xfrm>
                <a:off x="2358770" y="6728469"/>
                <a:ext cx="79057" cy="79057"/>
              </a:xfrm>
              <a:custGeom>
                <a:rect b="b" l="l" r="r" t="t"/>
                <a:pathLst>
                  <a:path extrusionOk="0" h="79057" w="79057">
                    <a:moveTo>
                      <a:pt x="39529" y="5620"/>
                    </a:moveTo>
                    <a:cubicBezTo>
                      <a:pt x="58198" y="5620"/>
                      <a:pt x="73438" y="20860"/>
                      <a:pt x="73438" y="39529"/>
                    </a:cubicBezTo>
                    <a:cubicBezTo>
                      <a:pt x="73438" y="58198"/>
                      <a:pt x="58198" y="73438"/>
                      <a:pt x="39529" y="73438"/>
                    </a:cubicBezTo>
                    <a:cubicBezTo>
                      <a:pt x="20860" y="73438"/>
                      <a:pt x="5620" y="58198"/>
                      <a:pt x="5620" y="39529"/>
                    </a:cubicBezTo>
                    <a:cubicBezTo>
                      <a:pt x="5620" y="20860"/>
                      <a:pt x="20860" y="5620"/>
                      <a:pt x="39529" y="5620"/>
                    </a:cubicBezTo>
                    <a:moveTo>
                      <a:pt x="39529" y="0"/>
                    </a:moveTo>
                    <a:cubicBezTo>
                      <a:pt x="17717" y="0"/>
                      <a:pt x="0" y="17717"/>
                      <a:pt x="0" y="39529"/>
                    </a:cubicBezTo>
                    <a:cubicBezTo>
                      <a:pt x="0" y="61341"/>
                      <a:pt x="17717" y="79058"/>
                      <a:pt x="39529" y="79058"/>
                    </a:cubicBezTo>
                    <a:cubicBezTo>
                      <a:pt x="61341" y="79058"/>
                      <a:pt x="79058" y="61341"/>
                      <a:pt x="79058" y="39529"/>
                    </a:cubicBezTo>
                    <a:cubicBezTo>
                      <a:pt x="79058" y="17717"/>
                      <a:pt x="61341" y="0"/>
                      <a:pt x="39529" y="0"/>
                    </a:cubicBezTo>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76" name="Google Shape;376;p81"/>
              <p:cNvSpPr/>
              <p:nvPr/>
            </p:nvSpPr>
            <p:spPr>
              <a:xfrm>
                <a:off x="2384869" y="6748090"/>
                <a:ext cx="30765" cy="39528"/>
              </a:xfrm>
              <a:custGeom>
                <a:rect b="b" l="l" r="r" t="t"/>
                <a:pathLst>
                  <a:path extrusionOk="0" h="39528" w="30765">
                    <a:moveTo>
                      <a:pt x="16383" y="95"/>
                    </a:moveTo>
                    <a:cubicBezTo>
                      <a:pt x="18860" y="95"/>
                      <a:pt x="21050" y="667"/>
                      <a:pt x="23051" y="1715"/>
                    </a:cubicBezTo>
                    <a:cubicBezTo>
                      <a:pt x="25051" y="2762"/>
                      <a:pt x="26575" y="4286"/>
                      <a:pt x="27718" y="6191"/>
                    </a:cubicBezTo>
                    <a:cubicBezTo>
                      <a:pt x="28861" y="8096"/>
                      <a:pt x="29337" y="10192"/>
                      <a:pt x="29337" y="12478"/>
                    </a:cubicBezTo>
                    <a:cubicBezTo>
                      <a:pt x="29337" y="15335"/>
                      <a:pt x="28575" y="17717"/>
                      <a:pt x="27146" y="19622"/>
                    </a:cubicBezTo>
                    <a:cubicBezTo>
                      <a:pt x="25718" y="21527"/>
                      <a:pt x="23908" y="22860"/>
                      <a:pt x="21812" y="23717"/>
                    </a:cubicBezTo>
                    <a:lnTo>
                      <a:pt x="30766" y="39529"/>
                    </a:lnTo>
                    <a:lnTo>
                      <a:pt x="23717" y="39529"/>
                    </a:lnTo>
                    <a:lnTo>
                      <a:pt x="15526" y="24860"/>
                    </a:lnTo>
                    <a:lnTo>
                      <a:pt x="6191" y="24860"/>
                    </a:lnTo>
                    <a:lnTo>
                      <a:pt x="6191" y="39529"/>
                    </a:lnTo>
                    <a:lnTo>
                      <a:pt x="0" y="39529"/>
                    </a:lnTo>
                    <a:lnTo>
                      <a:pt x="0" y="0"/>
                    </a:lnTo>
                    <a:lnTo>
                      <a:pt x="16383" y="0"/>
                    </a:lnTo>
                    <a:close/>
                    <a:moveTo>
                      <a:pt x="16383" y="19336"/>
                    </a:moveTo>
                    <a:cubicBezTo>
                      <a:pt x="17717" y="19336"/>
                      <a:pt x="18860" y="19050"/>
                      <a:pt x="19907" y="18478"/>
                    </a:cubicBezTo>
                    <a:cubicBezTo>
                      <a:pt x="20955" y="17907"/>
                      <a:pt x="21717" y="17050"/>
                      <a:pt x="22289" y="16097"/>
                    </a:cubicBezTo>
                    <a:cubicBezTo>
                      <a:pt x="22860" y="15050"/>
                      <a:pt x="23146" y="13906"/>
                      <a:pt x="23146" y="12573"/>
                    </a:cubicBezTo>
                    <a:cubicBezTo>
                      <a:pt x="23146" y="11240"/>
                      <a:pt x="22860" y="10097"/>
                      <a:pt x="22289" y="9049"/>
                    </a:cubicBezTo>
                    <a:cubicBezTo>
                      <a:pt x="21717" y="8001"/>
                      <a:pt x="20860" y="7239"/>
                      <a:pt x="19907" y="6668"/>
                    </a:cubicBezTo>
                    <a:cubicBezTo>
                      <a:pt x="18860" y="6096"/>
                      <a:pt x="17717" y="5810"/>
                      <a:pt x="16383" y="5810"/>
                    </a:cubicBezTo>
                    <a:lnTo>
                      <a:pt x="6191" y="5810"/>
                    </a:lnTo>
                    <a:lnTo>
                      <a:pt x="6191" y="19336"/>
                    </a:lnTo>
                    <a:lnTo>
                      <a:pt x="16383" y="19336"/>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grpSp>
      </p:grpSp>
      <p:sp>
        <p:nvSpPr>
          <p:cNvPr id="377" name="Google Shape;377;p81"/>
          <p:cNvSpPr txBox="1"/>
          <p:nvPr>
            <p:ph idx="1" type="body"/>
          </p:nvPr>
        </p:nvSpPr>
        <p:spPr>
          <a:xfrm>
            <a:off x="1543438" y="944163"/>
            <a:ext cx="9810362" cy="6277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1600"/>
              <a:buFont typeface="Arial"/>
              <a:buNone/>
              <a:defRPr sz="1600">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8" name="Google Shape;378;p81"/>
          <p:cNvSpPr txBox="1"/>
          <p:nvPr>
            <p:ph type="ctrTitle"/>
          </p:nvPr>
        </p:nvSpPr>
        <p:spPr>
          <a:xfrm>
            <a:off x="1542536" y="1635111"/>
            <a:ext cx="9789007"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79" name="Google Shape;379;p81"/>
          <p:cNvSpPr txBox="1"/>
          <p:nvPr>
            <p:ph idx="2" type="subTitle"/>
          </p:nvPr>
        </p:nvSpPr>
        <p:spPr>
          <a:xfrm>
            <a:off x="1542536" y="3602038"/>
            <a:ext cx="9789007"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Blue B" showMasterSp="0">
  <p:cSld name="Title Slide Blue B">
    <p:bg>
      <p:bgPr>
        <a:solidFill>
          <a:schemeClr val="dk2"/>
        </a:solidFill>
      </p:bgPr>
    </p:bg>
    <p:spTree>
      <p:nvGrpSpPr>
        <p:cNvPr id="380" name="Shape 380"/>
        <p:cNvGrpSpPr/>
        <p:nvPr/>
      </p:nvGrpSpPr>
      <p:grpSpPr>
        <a:xfrm>
          <a:off x="0" y="0"/>
          <a:ext cx="0" cy="0"/>
          <a:chOff x="0" y="0"/>
          <a:chExt cx="0" cy="0"/>
        </a:xfrm>
      </p:grpSpPr>
      <p:grpSp>
        <p:nvGrpSpPr>
          <p:cNvPr id="381" name="Google Shape;381;p82"/>
          <p:cNvGrpSpPr/>
          <p:nvPr/>
        </p:nvGrpSpPr>
        <p:grpSpPr>
          <a:xfrm>
            <a:off x="573803" y="0"/>
            <a:ext cx="4325371" cy="6392520"/>
            <a:chOff x="573803" y="0"/>
            <a:chExt cx="4325371" cy="6392520"/>
          </a:xfrm>
        </p:grpSpPr>
        <p:sp>
          <p:nvSpPr>
            <p:cNvPr id="382" name="Google Shape;382;p82"/>
            <p:cNvSpPr/>
            <p:nvPr/>
          </p:nvSpPr>
          <p:spPr>
            <a:xfrm>
              <a:off x="1468406" y="0"/>
              <a:ext cx="3430768" cy="539087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nvGrpSpPr>
            <p:cNvPr id="383" name="Google Shape;383;p82"/>
            <p:cNvGrpSpPr/>
            <p:nvPr/>
          </p:nvGrpSpPr>
          <p:grpSpPr>
            <a:xfrm>
              <a:off x="1468406" y="5995719"/>
              <a:ext cx="1059754" cy="396801"/>
              <a:chOff x="1314450" y="6391094"/>
              <a:chExt cx="1123377" cy="420623"/>
            </a:xfrm>
          </p:grpSpPr>
          <p:sp>
            <p:nvSpPr>
              <p:cNvPr id="384" name="Google Shape;384;p82"/>
              <p:cNvSpPr/>
              <p:nvPr/>
            </p:nvSpPr>
            <p:spPr>
              <a:xfrm>
                <a:off x="1314450" y="6396809"/>
                <a:ext cx="78581" cy="78581"/>
              </a:xfrm>
              <a:custGeom>
                <a:rect b="b" l="l" r="r" t="t"/>
                <a:pathLst>
                  <a:path extrusionOk="0" h="78581" w="78581">
                    <a:moveTo>
                      <a:pt x="0" y="0"/>
                    </a:moveTo>
                    <a:lnTo>
                      <a:pt x="78581" y="0"/>
                    </a:lnTo>
                    <a:lnTo>
                      <a:pt x="78581" y="78581"/>
                    </a:lnTo>
                    <a:lnTo>
                      <a:pt x="0" y="78581"/>
                    </a:lnTo>
                    <a:close/>
                  </a:path>
                </a:pathLst>
              </a:custGeom>
              <a:solidFill>
                <a:srgbClr val="00B2E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85" name="Google Shape;385;p82"/>
              <p:cNvSpPr/>
              <p:nvPr/>
            </p:nvSpPr>
            <p:spPr>
              <a:xfrm>
                <a:off x="1316545" y="6391094"/>
                <a:ext cx="995171" cy="420623"/>
              </a:xfrm>
              <a:custGeom>
                <a:rect b="b" l="l" r="r" t="t"/>
                <a:pathLst>
                  <a:path extrusionOk="0" h="420623" w="995171">
                    <a:moveTo>
                      <a:pt x="74486" y="131921"/>
                    </a:moveTo>
                    <a:lnTo>
                      <a:pt x="0" y="131921"/>
                    </a:lnTo>
                    <a:lnTo>
                      <a:pt x="0" y="414719"/>
                    </a:lnTo>
                    <a:lnTo>
                      <a:pt x="74486" y="414719"/>
                    </a:lnTo>
                    <a:lnTo>
                      <a:pt x="74486" y="131921"/>
                    </a:lnTo>
                    <a:close/>
                    <a:moveTo>
                      <a:pt x="568262" y="417576"/>
                    </a:moveTo>
                    <a:lnTo>
                      <a:pt x="568262" y="348234"/>
                    </a:lnTo>
                    <a:cubicBezTo>
                      <a:pt x="557308" y="348139"/>
                      <a:pt x="548259" y="347567"/>
                      <a:pt x="541306" y="346520"/>
                    </a:cubicBezTo>
                    <a:cubicBezTo>
                      <a:pt x="533591" y="345281"/>
                      <a:pt x="527685" y="342710"/>
                      <a:pt x="523780" y="338804"/>
                    </a:cubicBezTo>
                    <a:cubicBezTo>
                      <a:pt x="519875" y="334899"/>
                      <a:pt x="517303" y="329184"/>
                      <a:pt x="516065" y="321945"/>
                    </a:cubicBezTo>
                    <a:cubicBezTo>
                      <a:pt x="514922" y="314992"/>
                      <a:pt x="514350" y="305753"/>
                      <a:pt x="514350" y="294608"/>
                    </a:cubicBezTo>
                    <a:lnTo>
                      <a:pt x="514350" y="195644"/>
                    </a:lnTo>
                    <a:lnTo>
                      <a:pt x="568262" y="195644"/>
                    </a:lnTo>
                    <a:lnTo>
                      <a:pt x="568262" y="131921"/>
                    </a:lnTo>
                    <a:lnTo>
                      <a:pt x="514350" y="131921"/>
                    </a:lnTo>
                    <a:lnTo>
                      <a:pt x="514350" y="21812"/>
                    </a:lnTo>
                    <a:lnTo>
                      <a:pt x="439865" y="21812"/>
                    </a:lnTo>
                    <a:lnTo>
                      <a:pt x="439865" y="295180"/>
                    </a:lnTo>
                    <a:cubicBezTo>
                      <a:pt x="439865" y="318230"/>
                      <a:pt x="441865" y="337852"/>
                      <a:pt x="445865" y="353473"/>
                    </a:cubicBezTo>
                    <a:cubicBezTo>
                      <a:pt x="449771" y="368903"/>
                      <a:pt x="456438" y="381572"/>
                      <a:pt x="465677" y="391001"/>
                    </a:cubicBezTo>
                    <a:cubicBezTo>
                      <a:pt x="474917" y="400431"/>
                      <a:pt x="487204" y="407289"/>
                      <a:pt x="502063" y="411385"/>
                    </a:cubicBezTo>
                    <a:cubicBezTo>
                      <a:pt x="517112" y="415481"/>
                      <a:pt x="536258" y="417671"/>
                      <a:pt x="558927" y="417671"/>
                    </a:cubicBezTo>
                    <a:lnTo>
                      <a:pt x="568262" y="417671"/>
                    </a:lnTo>
                    <a:close/>
                    <a:moveTo>
                      <a:pt x="995172" y="0"/>
                    </a:moveTo>
                    <a:lnTo>
                      <a:pt x="920687" y="0"/>
                    </a:lnTo>
                    <a:lnTo>
                      <a:pt x="920687" y="414719"/>
                    </a:lnTo>
                    <a:lnTo>
                      <a:pt x="995172" y="414719"/>
                    </a:lnTo>
                    <a:lnTo>
                      <a:pt x="995172" y="0"/>
                    </a:lnTo>
                    <a:close/>
                    <a:moveTo>
                      <a:pt x="367951" y="159830"/>
                    </a:moveTo>
                    <a:cubicBezTo>
                      <a:pt x="347282" y="137541"/>
                      <a:pt x="318135" y="126206"/>
                      <a:pt x="281273" y="126206"/>
                    </a:cubicBezTo>
                    <a:cubicBezTo>
                      <a:pt x="263462" y="126206"/>
                      <a:pt x="247079" y="129921"/>
                      <a:pt x="232410" y="137065"/>
                    </a:cubicBezTo>
                    <a:cubicBezTo>
                      <a:pt x="217742" y="144304"/>
                      <a:pt x="205264" y="154496"/>
                      <a:pt x="195358" y="167259"/>
                    </a:cubicBezTo>
                    <a:lnTo>
                      <a:pt x="191262" y="172498"/>
                    </a:lnTo>
                    <a:lnTo>
                      <a:pt x="191262" y="167831"/>
                    </a:lnTo>
                    <a:lnTo>
                      <a:pt x="191262" y="132017"/>
                    </a:lnTo>
                    <a:lnTo>
                      <a:pt x="117920" y="132017"/>
                    </a:lnTo>
                    <a:lnTo>
                      <a:pt x="117920" y="414814"/>
                    </a:lnTo>
                    <a:lnTo>
                      <a:pt x="191929" y="414814"/>
                    </a:lnTo>
                    <a:lnTo>
                      <a:pt x="191929" y="264128"/>
                    </a:lnTo>
                    <a:lnTo>
                      <a:pt x="192024" y="274606"/>
                    </a:lnTo>
                    <a:cubicBezTo>
                      <a:pt x="192024" y="272891"/>
                      <a:pt x="192024" y="271177"/>
                      <a:pt x="192119" y="269558"/>
                    </a:cubicBezTo>
                    <a:cubicBezTo>
                      <a:pt x="192881" y="243173"/>
                      <a:pt x="199454" y="223456"/>
                      <a:pt x="211741" y="210884"/>
                    </a:cubicBezTo>
                    <a:cubicBezTo>
                      <a:pt x="224790" y="197549"/>
                      <a:pt x="240697" y="190786"/>
                      <a:pt x="258985" y="190786"/>
                    </a:cubicBezTo>
                    <a:cubicBezTo>
                      <a:pt x="280511" y="190786"/>
                      <a:pt x="296894" y="197358"/>
                      <a:pt x="307753" y="210407"/>
                    </a:cubicBezTo>
                    <a:cubicBezTo>
                      <a:pt x="318421" y="223171"/>
                      <a:pt x="323850" y="241364"/>
                      <a:pt x="323945" y="264605"/>
                    </a:cubicBezTo>
                    <a:lnTo>
                      <a:pt x="323945" y="264605"/>
                    </a:lnTo>
                    <a:lnTo>
                      <a:pt x="323945" y="265176"/>
                    </a:lnTo>
                    <a:lnTo>
                      <a:pt x="323945" y="265271"/>
                    </a:lnTo>
                    <a:lnTo>
                      <a:pt x="323945" y="414814"/>
                    </a:lnTo>
                    <a:lnTo>
                      <a:pt x="399098" y="414814"/>
                    </a:lnTo>
                    <a:lnTo>
                      <a:pt x="399098" y="254222"/>
                    </a:lnTo>
                    <a:cubicBezTo>
                      <a:pt x="399193" y="213931"/>
                      <a:pt x="388620" y="182118"/>
                      <a:pt x="367951" y="159830"/>
                    </a:cubicBezTo>
                    <a:moveTo>
                      <a:pt x="881825" y="272796"/>
                    </a:moveTo>
                    <a:cubicBezTo>
                      <a:pt x="881825" y="252508"/>
                      <a:pt x="878205" y="233267"/>
                      <a:pt x="871061" y="215646"/>
                    </a:cubicBezTo>
                    <a:cubicBezTo>
                      <a:pt x="863918" y="198025"/>
                      <a:pt x="853821" y="182309"/>
                      <a:pt x="841057" y="168974"/>
                    </a:cubicBezTo>
                    <a:cubicBezTo>
                      <a:pt x="828294" y="155639"/>
                      <a:pt x="812768" y="145066"/>
                      <a:pt x="794957" y="137636"/>
                    </a:cubicBezTo>
                    <a:cubicBezTo>
                      <a:pt x="777145" y="130112"/>
                      <a:pt x="757238" y="126302"/>
                      <a:pt x="735806" y="126302"/>
                    </a:cubicBezTo>
                    <a:cubicBezTo>
                      <a:pt x="715518" y="126302"/>
                      <a:pt x="696182" y="130207"/>
                      <a:pt x="678371" y="137922"/>
                    </a:cubicBezTo>
                    <a:cubicBezTo>
                      <a:pt x="660559" y="145637"/>
                      <a:pt x="644843" y="156210"/>
                      <a:pt x="631698" y="169355"/>
                    </a:cubicBezTo>
                    <a:cubicBezTo>
                      <a:pt x="618554" y="182499"/>
                      <a:pt x="607981" y="198215"/>
                      <a:pt x="600266" y="216027"/>
                    </a:cubicBezTo>
                    <a:cubicBezTo>
                      <a:pt x="592550" y="233839"/>
                      <a:pt x="588645" y="253175"/>
                      <a:pt x="588645" y="273463"/>
                    </a:cubicBezTo>
                    <a:cubicBezTo>
                      <a:pt x="588645" y="293751"/>
                      <a:pt x="592360" y="313087"/>
                      <a:pt x="599694" y="330899"/>
                    </a:cubicBezTo>
                    <a:cubicBezTo>
                      <a:pt x="607028" y="348710"/>
                      <a:pt x="617315" y="364426"/>
                      <a:pt x="630269" y="377571"/>
                    </a:cubicBezTo>
                    <a:cubicBezTo>
                      <a:pt x="643223" y="390716"/>
                      <a:pt x="659130" y="401288"/>
                      <a:pt x="677513" y="409004"/>
                    </a:cubicBezTo>
                    <a:cubicBezTo>
                      <a:pt x="695897" y="416719"/>
                      <a:pt x="716280" y="420624"/>
                      <a:pt x="738092" y="420624"/>
                    </a:cubicBezTo>
                    <a:cubicBezTo>
                      <a:pt x="801148" y="420624"/>
                      <a:pt x="840391" y="391954"/>
                      <a:pt x="863918" y="365093"/>
                    </a:cubicBezTo>
                    <a:lnTo>
                      <a:pt x="810292" y="324231"/>
                    </a:lnTo>
                    <a:cubicBezTo>
                      <a:pt x="798957" y="337661"/>
                      <a:pt x="772192" y="355854"/>
                      <a:pt x="738664" y="355854"/>
                    </a:cubicBezTo>
                    <a:cubicBezTo>
                      <a:pt x="717614" y="355854"/>
                      <a:pt x="700373" y="350996"/>
                      <a:pt x="687229" y="341376"/>
                    </a:cubicBezTo>
                    <a:cubicBezTo>
                      <a:pt x="674084" y="331756"/>
                      <a:pt x="665036" y="318611"/>
                      <a:pt x="660368" y="302133"/>
                    </a:cubicBezTo>
                    <a:lnTo>
                      <a:pt x="659606" y="299466"/>
                    </a:lnTo>
                    <a:lnTo>
                      <a:pt x="881825" y="299466"/>
                    </a:lnTo>
                    <a:lnTo>
                      <a:pt x="881825" y="272796"/>
                    </a:lnTo>
                    <a:close/>
                    <a:moveTo>
                      <a:pt x="660368" y="246793"/>
                    </a:moveTo>
                    <a:cubicBezTo>
                      <a:pt x="660368" y="226124"/>
                      <a:pt x="684086" y="189929"/>
                      <a:pt x="735330" y="189929"/>
                    </a:cubicBezTo>
                    <a:cubicBezTo>
                      <a:pt x="786575" y="189929"/>
                      <a:pt x="810387" y="226028"/>
                      <a:pt x="810387" y="246698"/>
                    </a:cubicBezTo>
                    <a:lnTo>
                      <a:pt x="660368" y="246793"/>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86" name="Google Shape;386;p82"/>
              <p:cNvSpPr/>
              <p:nvPr/>
            </p:nvSpPr>
            <p:spPr>
              <a:xfrm>
                <a:off x="2358770" y="6728469"/>
                <a:ext cx="79057" cy="79057"/>
              </a:xfrm>
              <a:custGeom>
                <a:rect b="b" l="l" r="r" t="t"/>
                <a:pathLst>
                  <a:path extrusionOk="0" h="79057" w="79057">
                    <a:moveTo>
                      <a:pt x="39529" y="5620"/>
                    </a:moveTo>
                    <a:cubicBezTo>
                      <a:pt x="58198" y="5620"/>
                      <a:pt x="73438" y="20860"/>
                      <a:pt x="73438" y="39529"/>
                    </a:cubicBezTo>
                    <a:cubicBezTo>
                      <a:pt x="73438" y="58198"/>
                      <a:pt x="58198" y="73438"/>
                      <a:pt x="39529" y="73438"/>
                    </a:cubicBezTo>
                    <a:cubicBezTo>
                      <a:pt x="20860" y="73438"/>
                      <a:pt x="5620" y="58198"/>
                      <a:pt x="5620" y="39529"/>
                    </a:cubicBezTo>
                    <a:cubicBezTo>
                      <a:pt x="5620" y="20860"/>
                      <a:pt x="20860" y="5620"/>
                      <a:pt x="39529" y="5620"/>
                    </a:cubicBezTo>
                    <a:moveTo>
                      <a:pt x="39529" y="0"/>
                    </a:moveTo>
                    <a:cubicBezTo>
                      <a:pt x="17717" y="0"/>
                      <a:pt x="0" y="17717"/>
                      <a:pt x="0" y="39529"/>
                    </a:cubicBezTo>
                    <a:cubicBezTo>
                      <a:pt x="0" y="61341"/>
                      <a:pt x="17717" y="79058"/>
                      <a:pt x="39529" y="79058"/>
                    </a:cubicBezTo>
                    <a:cubicBezTo>
                      <a:pt x="61341" y="79058"/>
                      <a:pt x="79058" y="61341"/>
                      <a:pt x="79058" y="39529"/>
                    </a:cubicBezTo>
                    <a:cubicBezTo>
                      <a:pt x="79058" y="17717"/>
                      <a:pt x="61341" y="0"/>
                      <a:pt x="39529" y="0"/>
                    </a:cubicBezTo>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87" name="Google Shape;387;p82"/>
              <p:cNvSpPr/>
              <p:nvPr/>
            </p:nvSpPr>
            <p:spPr>
              <a:xfrm>
                <a:off x="2384869" y="6748090"/>
                <a:ext cx="30765" cy="39528"/>
              </a:xfrm>
              <a:custGeom>
                <a:rect b="b" l="l" r="r" t="t"/>
                <a:pathLst>
                  <a:path extrusionOk="0" h="39528" w="30765">
                    <a:moveTo>
                      <a:pt x="16383" y="95"/>
                    </a:moveTo>
                    <a:cubicBezTo>
                      <a:pt x="18860" y="95"/>
                      <a:pt x="21050" y="667"/>
                      <a:pt x="23051" y="1715"/>
                    </a:cubicBezTo>
                    <a:cubicBezTo>
                      <a:pt x="25051" y="2762"/>
                      <a:pt x="26575" y="4286"/>
                      <a:pt x="27718" y="6191"/>
                    </a:cubicBezTo>
                    <a:cubicBezTo>
                      <a:pt x="28861" y="8096"/>
                      <a:pt x="29337" y="10192"/>
                      <a:pt x="29337" y="12478"/>
                    </a:cubicBezTo>
                    <a:cubicBezTo>
                      <a:pt x="29337" y="15335"/>
                      <a:pt x="28575" y="17717"/>
                      <a:pt x="27146" y="19622"/>
                    </a:cubicBezTo>
                    <a:cubicBezTo>
                      <a:pt x="25718" y="21527"/>
                      <a:pt x="23908" y="22860"/>
                      <a:pt x="21812" y="23717"/>
                    </a:cubicBezTo>
                    <a:lnTo>
                      <a:pt x="30766" y="39529"/>
                    </a:lnTo>
                    <a:lnTo>
                      <a:pt x="23717" y="39529"/>
                    </a:lnTo>
                    <a:lnTo>
                      <a:pt x="15526" y="24860"/>
                    </a:lnTo>
                    <a:lnTo>
                      <a:pt x="6191" y="24860"/>
                    </a:lnTo>
                    <a:lnTo>
                      <a:pt x="6191" y="39529"/>
                    </a:lnTo>
                    <a:lnTo>
                      <a:pt x="0" y="39529"/>
                    </a:lnTo>
                    <a:lnTo>
                      <a:pt x="0" y="0"/>
                    </a:lnTo>
                    <a:lnTo>
                      <a:pt x="16383" y="0"/>
                    </a:lnTo>
                    <a:close/>
                    <a:moveTo>
                      <a:pt x="16383" y="19336"/>
                    </a:moveTo>
                    <a:cubicBezTo>
                      <a:pt x="17717" y="19336"/>
                      <a:pt x="18860" y="19050"/>
                      <a:pt x="19907" y="18478"/>
                    </a:cubicBezTo>
                    <a:cubicBezTo>
                      <a:pt x="20955" y="17907"/>
                      <a:pt x="21717" y="17050"/>
                      <a:pt x="22289" y="16097"/>
                    </a:cubicBezTo>
                    <a:cubicBezTo>
                      <a:pt x="22860" y="15050"/>
                      <a:pt x="23146" y="13906"/>
                      <a:pt x="23146" y="12573"/>
                    </a:cubicBezTo>
                    <a:cubicBezTo>
                      <a:pt x="23146" y="11240"/>
                      <a:pt x="22860" y="10097"/>
                      <a:pt x="22289" y="9049"/>
                    </a:cubicBezTo>
                    <a:cubicBezTo>
                      <a:pt x="21717" y="8001"/>
                      <a:pt x="20860" y="7239"/>
                      <a:pt x="19907" y="6668"/>
                    </a:cubicBezTo>
                    <a:cubicBezTo>
                      <a:pt x="18860" y="6096"/>
                      <a:pt x="17717" y="5810"/>
                      <a:pt x="16383" y="5810"/>
                    </a:cubicBezTo>
                    <a:lnTo>
                      <a:pt x="6191" y="5810"/>
                    </a:lnTo>
                    <a:lnTo>
                      <a:pt x="6191" y="19336"/>
                    </a:lnTo>
                    <a:lnTo>
                      <a:pt x="16383" y="19336"/>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grpSp>
        <p:sp>
          <p:nvSpPr>
            <p:cNvPr id="388" name="Google Shape;388;p82"/>
            <p:cNvSpPr/>
            <p:nvPr/>
          </p:nvSpPr>
          <p:spPr>
            <a:xfrm>
              <a:off x="860457" y="4951823"/>
              <a:ext cx="158111" cy="158111"/>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89" name="Google Shape;389;p82"/>
            <p:cNvSpPr/>
            <p:nvPr/>
          </p:nvSpPr>
          <p:spPr>
            <a:xfrm>
              <a:off x="573803" y="5104242"/>
              <a:ext cx="286654" cy="286654"/>
            </a:xfrm>
            <a:prstGeom prst="rect">
              <a:avLst/>
            </a:prstGeom>
            <a:solidFill>
              <a:schemeClr val="accent3"/>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90" name="Google Shape;390;p82"/>
            <p:cNvSpPr/>
            <p:nvPr/>
          </p:nvSpPr>
          <p:spPr>
            <a:xfrm>
              <a:off x="861107" y="5390896"/>
              <a:ext cx="610214" cy="610214"/>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sp>
        <p:nvSpPr>
          <p:cNvPr id="391" name="Google Shape;391;p82"/>
          <p:cNvSpPr txBox="1"/>
          <p:nvPr>
            <p:ph idx="1" type="body"/>
          </p:nvPr>
        </p:nvSpPr>
        <p:spPr>
          <a:xfrm>
            <a:off x="1543438" y="944163"/>
            <a:ext cx="9810362" cy="6277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1600"/>
              <a:buFont typeface="Arial"/>
              <a:buNone/>
              <a:defRPr sz="1600">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92" name="Google Shape;392;p82"/>
          <p:cNvSpPr txBox="1"/>
          <p:nvPr>
            <p:ph type="ctrTitle"/>
          </p:nvPr>
        </p:nvSpPr>
        <p:spPr>
          <a:xfrm>
            <a:off x="1542536" y="1635111"/>
            <a:ext cx="9789007"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93" name="Google Shape;393;p82"/>
          <p:cNvSpPr txBox="1"/>
          <p:nvPr>
            <p:ph idx="2" type="subTitle"/>
          </p:nvPr>
        </p:nvSpPr>
        <p:spPr>
          <a:xfrm>
            <a:off x="1542536" y="3602038"/>
            <a:ext cx="9789007"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White" showMasterSp="0">
  <p:cSld name="Title Slide White">
    <p:bg>
      <p:bgPr>
        <a:solidFill>
          <a:schemeClr val="lt1"/>
        </a:solidFill>
      </p:bgPr>
    </p:bg>
    <p:spTree>
      <p:nvGrpSpPr>
        <p:cNvPr id="394" name="Shape 394"/>
        <p:cNvGrpSpPr/>
        <p:nvPr/>
      </p:nvGrpSpPr>
      <p:grpSpPr>
        <a:xfrm>
          <a:off x="0" y="0"/>
          <a:ext cx="0" cy="0"/>
          <a:chOff x="0" y="0"/>
          <a:chExt cx="0" cy="0"/>
        </a:xfrm>
      </p:grpSpPr>
      <p:grpSp>
        <p:nvGrpSpPr>
          <p:cNvPr id="395" name="Google Shape;395;p83"/>
          <p:cNvGrpSpPr/>
          <p:nvPr/>
        </p:nvGrpSpPr>
        <p:grpSpPr>
          <a:xfrm>
            <a:off x="573803" y="0"/>
            <a:ext cx="4325371" cy="6377476"/>
            <a:chOff x="573803" y="0"/>
            <a:chExt cx="4325371" cy="6377476"/>
          </a:xfrm>
        </p:grpSpPr>
        <p:sp>
          <p:nvSpPr>
            <p:cNvPr id="396" name="Google Shape;396;p83"/>
            <p:cNvSpPr/>
            <p:nvPr/>
          </p:nvSpPr>
          <p:spPr>
            <a:xfrm>
              <a:off x="1468406" y="0"/>
              <a:ext cx="3430768" cy="539087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97" name="Google Shape;397;p83"/>
            <p:cNvSpPr/>
            <p:nvPr/>
          </p:nvSpPr>
          <p:spPr>
            <a:xfrm>
              <a:off x="860457" y="4951823"/>
              <a:ext cx="158111" cy="158111"/>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98" name="Google Shape;398;p83"/>
            <p:cNvSpPr/>
            <p:nvPr/>
          </p:nvSpPr>
          <p:spPr>
            <a:xfrm>
              <a:off x="573803" y="5104242"/>
              <a:ext cx="286654" cy="286654"/>
            </a:xfrm>
            <a:prstGeom prst="rect">
              <a:avLst/>
            </a:prstGeom>
            <a:solidFill>
              <a:schemeClr val="accent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99" name="Google Shape;399;p83"/>
            <p:cNvSpPr/>
            <p:nvPr/>
          </p:nvSpPr>
          <p:spPr>
            <a:xfrm>
              <a:off x="861107" y="5390896"/>
              <a:ext cx="610214" cy="610214"/>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pic>
          <p:nvPicPr>
            <p:cNvPr id="400" name="Google Shape;400;p83"/>
            <p:cNvPicPr preferRelativeResize="0"/>
            <p:nvPr/>
          </p:nvPicPr>
          <p:blipFill rotWithShape="1">
            <a:blip r:embed="rId2">
              <a:alphaModFix/>
            </a:blip>
            <a:srcRect b="0" l="0" r="0" t="0"/>
            <a:stretch/>
          </p:blipFill>
          <p:spPr>
            <a:xfrm>
              <a:off x="1466513" y="5992753"/>
              <a:ext cx="1031758" cy="384723"/>
            </a:xfrm>
            <a:prstGeom prst="rect">
              <a:avLst/>
            </a:prstGeom>
            <a:noFill/>
            <a:ln>
              <a:noFill/>
            </a:ln>
          </p:spPr>
        </p:pic>
      </p:grpSp>
      <p:sp>
        <p:nvSpPr>
          <p:cNvPr id="401" name="Google Shape;401;p83"/>
          <p:cNvSpPr txBox="1"/>
          <p:nvPr>
            <p:ph idx="1" type="body"/>
          </p:nvPr>
        </p:nvSpPr>
        <p:spPr>
          <a:xfrm>
            <a:off x="1543438" y="944163"/>
            <a:ext cx="9810362" cy="6277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accent1"/>
              </a:buClr>
              <a:buSzPts val="1600"/>
              <a:buFont typeface="Arial"/>
              <a:buNone/>
              <a:defRPr sz="1600">
                <a:solidFill>
                  <a:schemeClr val="accen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2" name="Google Shape;402;p83"/>
          <p:cNvSpPr txBox="1"/>
          <p:nvPr>
            <p:ph type="ctrTitle"/>
          </p:nvPr>
        </p:nvSpPr>
        <p:spPr>
          <a:xfrm>
            <a:off x="1542536" y="1635111"/>
            <a:ext cx="9789007"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3" name="Google Shape;403;p83"/>
          <p:cNvSpPr txBox="1"/>
          <p:nvPr>
            <p:ph idx="2" type="subTitle"/>
          </p:nvPr>
        </p:nvSpPr>
        <p:spPr>
          <a:xfrm>
            <a:off x="1542536" y="3602038"/>
            <a:ext cx="9789007"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2400"/>
              <a:buNone/>
              <a:defRPr sz="2400">
                <a:solidFill>
                  <a:schemeClr val="dk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404" name="Shape 404"/>
        <p:cNvGrpSpPr/>
        <p:nvPr/>
      </p:nvGrpSpPr>
      <p:grpSpPr>
        <a:xfrm>
          <a:off x="0" y="0"/>
          <a:ext cx="0" cy="0"/>
          <a:chOff x="0" y="0"/>
          <a:chExt cx="0" cy="0"/>
        </a:xfrm>
      </p:grpSpPr>
      <p:sp>
        <p:nvSpPr>
          <p:cNvPr id="405" name="Google Shape;405;p84"/>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6" name="Google Shape;406;p84"/>
          <p:cNvSpPr txBox="1"/>
          <p:nvPr>
            <p:ph idx="1" type="body"/>
          </p:nvPr>
        </p:nvSpPr>
        <p:spPr>
          <a:xfrm>
            <a:off x="381000" y="1487056"/>
            <a:ext cx="10972800" cy="468990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2160">
          <p15:clr>
            <a:srgbClr val="FBAE40"/>
          </p15:clr>
        </p15:guide>
        <p15:guide id="2" pos="240">
          <p15:clr>
            <a:srgbClr val="FBAE40"/>
          </p15:clr>
        </p15:guide>
        <p15:guide id="3" pos="7152">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ub and Content">
  <p:cSld name="Title, Sub and Content">
    <p:spTree>
      <p:nvGrpSpPr>
        <p:cNvPr id="407" name="Shape 407"/>
        <p:cNvGrpSpPr/>
        <p:nvPr/>
      </p:nvGrpSpPr>
      <p:grpSpPr>
        <a:xfrm>
          <a:off x="0" y="0"/>
          <a:ext cx="0" cy="0"/>
          <a:chOff x="0" y="0"/>
          <a:chExt cx="0" cy="0"/>
        </a:xfrm>
      </p:grpSpPr>
      <p:sp>
        <p:nvSpPr>
          <p:cNvPr id="408" name="Google Shape;408;p85"/>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9" name="Google Shape;409;p85"/>
          <p:cNvSpPr txBox="1"/>
          <p:nvPr>
            <p:ph idx="1" type="body"/>
          </p:nvPr>
        </p:nvSpPr>
        <p:spPr>
          <a:xfrm>
            <a:off x="381000" y="1494289"/>
            <a:ext cx="10972800" cy="525462"/>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chemeClr val="accent1"/>
              </a:buClr>
              <a:buSzPts val="3200"/>
              <a:buFont typeface="Arial"/>
              <a:buNone/>
              <a:defRPr b="0" i="0" sz="3200">
                <a:solidFill>
                  <a:schemeClr val="accen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0" name="Google Shape;410;p85"/>
          <p:cNvSpPr txBox="1"/>
          <p:nvPr>
            <p:ph idx="2" type="body"/>
          </p:nvPr>
        </p:nvSpPr>
        <p:spPr>
          <a:xfrm>
            <a:off x="381000" y="2110067"/>
            <a:ext cx="10972800" cy="4084256"/>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2160">
          <p15:clr>
            <a:srgbClr val="FBAE40"/>
          </p15:clr>
        </p15:guide>
        <p15:guide id="2" pos="240">
          <p15:clr>
            <a:srgbClr val="FBAE40"/>
          </p15:clr>
        </p15:guide>
        <p15:guide id="3" pos="7152">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ub Two Content">
  <p:cSld name="Title, Sub Two Content">
    <p:spTree>
      <p:nvGrpSpPr>
        <p:cNvPr id="411" name="Shape 411"/>
        <p:cNvGrpSpPr/>
        <p:nvPr/>
      </p:nvGrpSpPr>
      <p:grpSpPr>
        <a:xfrm>
          <a:off x="0" y="0"/>
          <a:ext cx="0" cy="0"/>
          <a:chOff x="0" y="0"/>
          <a:chExt cx="0" cy="0"/>
        </a:xfrm>
      </p:grpSpPr>
      <p:sp>
        <p:nvSpPr>
          <p:cNvPr id="412" name="Google Shape;412;p86"/>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3" name="Google Shape;413;p86"/>
          <p:cNvSpPr txBox="1"/>
          <p:nvPr>
            <p:ph idx="1" type="body"/>
          </p:nvPr>
        </p:nvSpPr>
        <p:spPr>
          <a:xfrm>
            <a:off x="381000" y="1495361"/>
            <a:ext cx="10972800" cy="530454"/>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chemeClr val="accent1"/>
              </a:buClr>
              <a:buSzPts val="3200"/>
              <a:buNone/>
              <a:defRPr b="0" i="0" sz="3200">
                <a:solidFill>
                  <a:schemeClr val="accent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4" name="Google Shape;414;p86"/>
          <p:cNvSpPr txBox="1"/>
          <p:nvPr>
            <p:ph idx="2" type="body"/>
          </p:nvPr>
        </p:nvSpPr>
        <p:spPr>
          <a:xfrm>
            <a:off x="380999" y="2105680"/>
            <a:ext cx="5429865" cy="409577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5" name="Google Shape;415;p86"/>
          <p:cNvSpPr txBox="1"/>
          <p:nvPr>
            <p:ph idx="3" type="body"/>
          </p:nvPr>
        </p:nvSpPr>
        <p:spPr>
          <a:xfrm>
            <a:off x="5923935" y="2105680"/>
            <a:ext cx="5429865" cy="409577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ntent">
  <p:cSld name="Title and Two Content">
    <p:spTree>
      <p:nvGrpSpPr>
        <p:cNvPr id="416" name="Shape 416"/>
        <p:cNvGrpSpPr/>
        <p:nvPr/>
      </p:nvGrpSpPr>
      <p:grpSpPr>
        <a:xfrm>
          <a:off x="0" y="0"/>
          <a:ext cx="0" cy="0"/>
          <a:chOff x="0" y="0"/>
          <a:chExt cx="0" cy="0"/>
        </a:xfrm>
      </p:grpSpPr>
      <p:sp>
        <p:nvSpPr>
          <p:cNvPr id="417" name="Google Shape;417;p87"/>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8" name="Google Shape;418;p87"/>
          <p:cNvSpPr txBox="1"/>
          <p:nvPr>
            <p:ph idx="1" type="body"/>
          </p:nvPr>
        </p:nvSpPr>
        <p:spPr>
          <a:xfrm>
            <a:off x="380999" y="1496292"/>
            <a:ext cx="5429865" cy="4686689"/>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9" name="Google Shape;419;p87"/>
          <p:cNvSpPr txBox="1"/>
          <p:nvPr>
            <p:ph idx="2" type="body"/>
          </p:nvPr>
        </p:nvSpPr>
        <p:spPr>
          <a:xfrm>
            <a:off x="5923935" y="1496292"/>
            <a:ext cx="5429865" cy="4686689"/>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white">
  <p:cSld name="Quote white">
    <p:spTree>
      <p:nvGrpSpPr>
        <p:cNvPr id="420" name="Shape 420"/>
        <p:cNvGrpSpPr/>
        <p:nvPr/>
      </p:nvGrpSpPr>
      <p:grpSpPr>
        <a:xfrm>
          <a:off x="0" y="0"/>
          <a:ext cx="0" cy="0"/>
          <a:chOff x="0" y="0"/>
          <a:chExt cx="0" cy="0"/>
        </a:xfrm>
      </p:grpSpPr>
      <p:sp>
        <p:nvSpPr>
          <p:cNvPr id="421" name="Google Shape;421;p88"/>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2" name="Google Shape;422;p88"/>
          <p:cNvSpPr txBox="1"/>
          <p:nvPr>
            <p:ph idx="1" type="body"/>
          </p:nvPr>
        </p:nvSpPr>
        <p:spPr>
          <a:xfrm>
            <a:off x="381000" y="1441833"/>
            <a:ext cx="10972800" cy="42418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1"/>
              </a:buClr>
              <a:buSzPts val="6000"/>
              <a:buNone/>
              <a:defRPr b="0" i="0" sz="6000">
                <a:solidFill>
                  <a:schemeClr val="accen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3" name="Google Shape;423;p88"/>
          <p:cNvSpPr txBox="1"/>
          <p:nvPr>
            <p:ph idx="2" type="body"/>
          </p:nvPr>
        </p:nvSpPr>
        <p:spPr>
          <a:xfrm>
            <a:off x="381000" y="5757203"/>
            <a:ext cx="10972800" cy="5016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2"/>
              </a:buClr>
              <a:buSzPts val="2800"/>
              <a:buNone/>
              <a:defRPr>
                <a:solidFill>
                  <a:schemeClr val="dk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Blue" showMasterSp="0">
  <p:cSld name="Quote Blue">
    <p:bg>
      <p:bgPr>
        <a:solidFill>
          <a:schemeClr val="accent1"/>
        </a:solidFill>
      </p:bgPr>
    </p:bg>
    <p:spTree>
      <p:nvGrpSpPr>
        <p:cNvPr id="424" name="Shape 424"/>
        <p:cNvGrpSpPr/>
        <p:nvPr/>
      </p:nvGrpSpPr>
      <p:grpSpPr>
        <a:xfrm>
          <a:off x="0" y="0"/>
          <a:ext cx="0" cy="0"/>
          <a:chOff x="0" y="0"/>
          <a:chExt cx="0" cy="0"/>
        </a:xfrm>
      </p:grpSpPr>
      <p:sp>
        <p:nvSpPr>
          <p:cNvPr id="425" name="Google Shape;425;p89"/>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lt1"/>
              </a:buClr>
              <a:buSzPts val="3600"/>
              <a:buFont typeface="Play"/>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6" name="Google Shape;426;p89"/>
          <p:cNvSpPr txBox="1"/>
          <p:nvPr>
            <p:ph idx="1" type="body"/>
          </p:nvPr>
        </p:nvSpPr>
        <p:spPr>
          <a:xfrm>
            <a:off x="381000" y="1441833"/>
            <a:ext cx="10972800" cy="42418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6000"/>
              <a:buNone/>
              <a:defRPr b="0" i="0" sz="6000">
                <a:solidFill>
                  <a:schemeClr val="l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7" name="Google Shape;427;p89"/>
          <p:cNvSpPr txBox="1"/>
          <p:nvPr>
            <p:ph idx="2" type="body"/>
          </p:nvPr>
        </p:nvSpPr>
        <p:spPr>
          <a:xfrm>
            <a:off x="381000" y="5757203"/>
            <a:ext cx="10972800" cy="5016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2800"/>
              <a:buNone/>
              <a:defRPr>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8" name="Google Shape;428;p89"/>
          <p:cNvSpPr/>
          <p:nvPr/>
        </p:nvSpPr>
        <p:spPr>
          <a:xfrm>
            <a:off x="0" y="6400800"/>
            <a:ext cx="11734800" cy="4572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pic>
        <p:nvPicPr>
          <p:cNvPr id="429" name="Google Shape;429;p89"/>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30" name="Google Shape;430;p89"/>
          <p:cNvSpPr/>
          <p:nvPr/>
        </p:nvSpPr>
        <p:spPr>
          <a:xfrm>
            <a:off x="11734800" y="0"/>
            <a:ext cx="457200" cy="64008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31" name="Google Shape;431;p89"/>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32" name="Google Shape;432;p89"/>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
        <p:nvSpPr>
          <p:cNvPr id="433" name="Google Shape;433;p89"/>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gue White">
  <p:cSld name="Segue White">
    <p:spTree>
      <p:nvGrpSpPr>
        <p:cNvPr id="434" name="Shape 434"/>
        <p:cNvGrpSpPr/>
        <p:nvPr/>
      </p:nvGrpSpPr>
      <p:grpSpPr>
        <a:xfrm>
          <a:off x="0" y="0"/>
          <a:ext cx="0" cy="0"/>
          <a:chOff x="0" y="0"/>
          <a:chExt cx="0" cy="0"/>
        </a:xfrm>
      </p:grpSpPr>
      <p:sp>
        <p:nvSpPr>
          <p:cNvPr id="435" name="Google Shape;435;p90"/>
          <p:cNvSpPr txBox="1"/>
          <p:nvPr>
            <p:ph type="title"/>
          </p:nvPr>
        </p:nvSpPr>
        <p:spPr>
          <a:xfrm>
            <a:off x="381000" y="2229178"/>
            <a:ext cx="10972800" cy="119982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6" name="Google Shape;436;p90"/>
          <p:cNvSpPr txBox="1"/>
          <p:nvPr>
            <p:ph idx="1" type="body"/>
          </p:nvPr>
        </p:nvSpPr>
        <p:spPr>
          <a:xfrm>
            <a:off x="381000" y="3449317"/>
            <a:ext cx="10972800" cy="68193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1"/>
              </a:buClr>
              <a:buSzPts val="2800"/>
              <a:buNone/>
              <a:defRPr sz="2800">
                <a:solidFill>
                  <a:schemeClr val="accen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gue Blue" showMasterSp="0">
  <p:cSld name="Segue Blue">
    <p:bg>
      <p:bgPr>
        <a:solidFill>
          <a:schemeClr val="accent1"/>
        </a:solidFill>
      </p:bgPr>
    </p:bg>
    <p:spTree>
      <p:nvGrpSpPr>
        <p:cNvPr id="437" name="Shape 437"/>
        <p:cNvGrpSpPr/>
        <p:nvPr/>
      </p:nvGrpSpPr>
      <p:grpSpPr>
        <a:xfrm>
          <a:off x="0" y="0"/>
          <a:ext cx="0" cy="0"/>
          <a:chOff x="0" y="0"/>
          <a:chExt cx="0" cy="0"/>
        </a:xfrm>
      </p:grpSpPr>
      <p:sp>
        <p:nvSpPr>
          <p:cNvPr id="438" name="Google Shape;438;p91"/>
          <p:cNvSpPr txBox="1"/>
          <p:nvPr>
            <p:ph type="title"/>
          </p:nvPr>
        </p:nvSpPr>
        <p:spPr>
          <a:xfrm>
            <a:off x="381000" y="2229178"/>
            <a:ext cx="10972800" cy="119982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Play"/>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9" name="Google Shape;439;p91"/>
          <p:cNvSpPr txBox="1"/>
          <p:nvPr>
            <p:ph idx="1" type="body"/>
          </p:nvPr>
        </p:nvSpPr>
        <p:spPr>
          <a:xfrm>
            <a:off x="381000" y="3449317"/>
            <a:ext cx="10972800" cy="68193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2800"/>
              <a:buNone/>
              <a:defRPr sz="2800">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0" name="Google Shape;440;p91"/>
          <p:cNvSpPr/>
          <p:nvPr/>
        </p:nvSpPr>
        <p:spPr>
          <a:xfrm>
            <a:off x="0" y="6400800"/>
            <a:ext cx="11734800" cy="4572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pic>
        <p:nvPicPr>
          <p:cNvPr id="441" name="Google Shape;441;p91"/>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42" name="Google Shape;442;p91"/>
          <p:cNvSpPr/>
          <p:nvPr/>
        </p:nvSpPr>
        <p:spPr>
          <a:xfrm>
            <a:off x="11734800" y="0"/>
            <a:ext cx="457200" cy="64008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43" name="Google Shape;443;p91"/>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44" name="Google Shape;444;p91"/>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
        <p:nvSpPr>
          <p:cNvPr id="445" name="Google Shape;445;p91"/>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White">
  <p:cSld name="Title and Content White">
    <p:bg>
      <p:bgPr>
        <a:solidFill>
          <a:srgbClr val="F2F2F2"/>
        </a:solidFill>
      </p:bgPr>
    </p:bg>
    <p:spTree>
      <p:nvGrpSpPr>
        <p:cNvPr id="446" name="Shape 446"/>
        <p:cNvGrpSpPr/>
        <p:nvPr/>
      </p:nvGrpSpPr>
      <p:grpSpPr>
        <a:xfrm>
          <a:off x="0" y="0"/>
          <a:ext cx="0" cy="0"/>
          <a:chOff x="0" y="0"/>
          <a:chExt cx="0" cy="0"/>
        </a:xfrm>
      </p:grpSpPr>
      <p:sp>
        <p:nvSpPr>
          <p:cNvPr id="447" name="Google Shape;447;p92"/>
          <p:cNvSpPr txBox="1"/>
          <p:nvPr>
            <p:ph type="title"/>
          </p:nvPr>
        </p:nvSpPr>
        <p:spPr>
          <a:xfrm>
            <a:off x="925220" y="2614497"/>
            <a:ext cx="4838270" cy="178238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48" name="Google Shape;448;p92"/>
          <p:cNvSpPr/>
          <p:nvPr/>
        </p:nvSpPr>
        <p:spPr>
          <a:xfrm>
            <a:off x="11734800" y="6400800"/>
            <a:ext cx="457200" cy="457200"/>
          </a:xfrm>
          <a:prstGeom prst="rect">
            <a:avLst/>
          </a:prstGeom>
          <a:solidFill>
            <a:schemeClr val="l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49" name="Google Shape;449;p92"/>
          <p:cNvSpPr/>
          <p:nvPr/>
        </p:nvSpPr>
        <p:spPr>
          <a:xfrm>
            <a:off x="5867399" y="402558"/>
            <a:ext cx="5874297" cy="6003471"/>
          </a:xfrm>
          <a:prstGeom prst="rect">
            <a:avLst/>
          </a:prstGeom>
          <a:solidFill>
            <a:schemeClr val="l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0" name="Google Shape;450;p92"/>
          <p:cNvSpPr txBox="1"/>
          <p:nvPr>
            <p:ph idx="1" type="body"/>
          </p:nvPr>
        </p:nvSpPr>
        <p:spPr>
          <a:xfrm>
            <a:off x="6087623" y="546389"/>
            <a:ext cx="5433848" cy="1118706"/>
          </a:xfrm>
          <a:prstGeom prst="rect">
            <a:avLst/>
          </a:prstGeom>
          <a:noFill/>
          <a:ln>
            <a:noFill/>
          </a:ln>
        </p:spPr>
        <p:txBody>
          <a:bodyPr anchorCtr="0" anchor="ctr" bIns="45700" lIns="91425" spcFirstLastPara="1" rIns="91425" wrap="square" tIns="45700">
            <a:noAutofit/>
          </a:bodyPr>
          <a:lstStyle>
            <a:lvl1pPr indent="-228600" lvl="0" marL="457200" algn="l">
              <a:lnSpc>
                <a:spcPct val="90000"/>
              </a:lnSpc>
              <a:spcBef>
                <a:spcPts val="1000"/>
              </a:spcBef>
              <a:spcAft>
                <a:spcPts val="0"/>
              </a:spcAft>
              <a:buClr>
                <a:schemeClr val="dk1"/>
              </a:buClr>
              <a:buSzPts val="3200"/>
              <a:buNone/>
              <a:defRPr sz="3200">
                <a:solidFill>
                  <a:schemeClr val="dk1"/>
                </a:solidFil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grpSp>
        <p:nvGrpSpPr>
          <p:cNvPr id="451" name="Google Shape;451;p92"/>
          <p:cNvGrpSpPr/>
          <p:nvPr/>
        </p:nvGrpSpPr>
        <p:grpSpPr>
          <a:xfrm>
            <a:off x="536812" y="2023074"/>
            <a:ext cx="492319" cy="591423"/>
            <a:chOff x="536812" y="2023074"/>
            <a:chExt cx="492319" cy="591423"/>
          </a:xfrm>
        </p:grpSpPr>
        <p:sp>
          <p:nvSpPr>
            <p:cNvPr id="452" name="Google Shape;452;p92"/>
            <p:cNvSpPr/>
            <p:nvPr/>
          </p:nvSpPr>
          <p:spPr>
            <a:xfrm>
              <a:off x="709974" y="2295340"/>
              <a:ext cx="319157" cy="319157"/>
            </a:xfrm>
            <a:prstGeom prst="rect">
              <a:avLst/>
            </a:prstGeom>
            <a:solidFill>
              <a:schemeClr val="accent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3" name="Google Shape;453;p92"/>
            <p:cNvSpPr/>
            <p:nvPr/>
          </p:nvSpPr>
          <p:spPr>
            <a:xfrm>
              <a:off x="536812" y="2123120"/>
              <a:ext cx="174318" cy="174318"/>
            </a:xfrm>
            <a:prstGeom prst="rect">
              <a:avLst/>
            </a:prstGeom>
            <a:solidFill>
              <a:srgbClr val="7BDEFF"/>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4" name="Google Shape;454;p92"/>
            <p:cNvSpPr/>
            <p:nvPr/>
          </p:nvSpPr>
          <p:spPr>
            <a:xfrm>
              <a:off x="711130" y="2023074"/>
              <a:ext cx="100045" cy="100045"/>
            </a:xfrm>
            <a:prstGeom prst="rect">
              <a:avLst/>
            </a:prstGeom>
            <a:solidFill>
              <a:srgbClr val="B4F0FF"/>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sp>
        <p:nvSpPr>
          <p:cNvPr id="455" name="Google Shape;455;p92"/>
          <p:cNvSpPr txBox="1"/>
          <p:nvPr>
            <p:ph idx="2" type="body"/>
          </p:nvPr>
        </p:nvSpPr>
        <p:spPr>
          <a:xfrm>
            <a:off x="6087623" y="1813801"/>
            <a:ext cx="5433848" cy="4376791"/>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a:solidFill>
                  <a:schemeClr val="dk1"/>
                </a:solidFill>
              </a:defRPr>
            </a:lvl1pPr>
            <a:lvl2pPr indent="-381000" lvl="1" marL="914400" algn="l">
              <a:lnSpc>
                <a:spcPct val="90000"/>
              </a:lnSpc>
              <a:spcBef>
                <a:spcPts val="500"/>
              </a:spcBef>
              <a:spcAft>
                <a:spcPts val="0"/>
              </a:spcAft>
              <a:buClr>
                <a:schemeClr val="dk1"/>
              </a:buClr>
              <a:buSzPts val="2400"/>
              <a:buChar char="•"/>
              <a:defRPr>
                <a:solidFill>
                  <a:schemeClr val="dk1"/>
                </a:solidFill>
              </a:defRPr>
            </a:lvl2pPr>
            <a:lvl3pPr indent="-355600" lvl="2" marL="1371600" algn="l">
              <a:lnSpc>
                <a:spcPct val="90000"/>
              </a:lnSpc>
              <a:spcBef>
                <a:spcPts val="500"/>
              </a:spcBef>
              <a:spcAft>
                <a:spcPts val="0"/>
              </a:spcAft>
              <a:buClr>
                <a:schemeClr val="dk1"/>
              </a:buClr>
              <a:buSzPts val="2000"/>
              <a:buChar char="•"/>
              <a:defRPr>
                <a:solidFill>
                  <a:schemeClr val="dk1"/>
                </a:solidFill>
              </a:defRPr>
            </a:lvl3pPr>
            <a:lvl4pPr indent="-342900" lvl="3" marL="1828800" algn="l">
              <a:lnSpc>
                <a:spcPct val="90000"/>
              </a:lnSpc>
              <a:spcBef>
                <a:spcPts val="500"/>
              </a:spcBef>
              <a:spcAft>
                <a:spcPts val="0"/>
              </a:spcAft>
              <a:buClr>
                <a:schemeClr val="dk1"/>
              </a:buClr>
              <a:buSzPts val="1800"/>
              <a:buChar char="•"/>
              <a:defRPr>
                <a:solidFill>
                  <a:schemeClr val="dk1"/>
                </a:solidFill>
              </a:defRPr>
            </a:lvl4pPr>
            <a:lvl5pPr indent="-330200" lvl="4" marL="2286000" algn="l">
              <a:lnSpc>
                <a:spcPct val="90000"/>
              </a:lnSpc>
              <a:spcBef>
                <a:spcPts val="500"/>
              </a:spcBef>
              <a:spcAft>
                <a:spcPts val="0"/>
              </a:spcAft>
              <a:buClr>
                <a:schemeClr val="dk1"/>
              </a:buClr>
              <a:buSzPts val="1600"/>
              <a:buChar char="•"/>
              <a:defRPr>
                <a:solidFill>
                  <a:schemeClr val="dk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6" name="Google Shape;456;p92"/>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1000"/>
              <a:buFont typeface="Play"/>
              <a:buNone/>
            </a:pPr>
            <a:fld id="{00000000-1234-1234-1234-123412341234}" type="slidenum">
              <a:rPr b="0" i="0" lang="en-US" sz="1000" u="none" cap="none" strike="noStrike">
                <a:solidFill>
                  <a:schemeClr val="dk1"/>
                </a:solidFill>
                <a:latin typeface="Play"/>
                <a:ea typeface="Play"/>
                <a:cs typeface="Play"/>
                <a:sym typeface="Play"/>
              </a:rPr>
              <a:t>‹#›</a:t>
            </a:fld>
            <a:endParaRPr b="0" i="0" sz="1000" u="none" cap="none" strike="noStrike">
              <a:solidFill>
                <a:schemeClr val="dk1"/>
              </a:solidFill>
              <a:latin typeface="Play"/>
              <a:ea typeface="Play"/>
              <a:cs typeface="Play"/>
              <a:sym typeface="Play"/>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Blue B" showMasterSp="0">
  <p:cSld name="Title and Content Blue B">
    <p:bg>
      <p:bgPr>
        <a:solidFill>
          <a:schemeClr val="dk2"/>
        </a:solidFill>
      </p:bgPr>
    </p:bg>
    <p:spTree>
      <p:nvGrpSpPr>
        <p:cNvPr id="457" name="Shape 457"/>
        <p:cNvGrpSpPr/>
        <p:nvPr/>
      </p:nvGrpSpPr>
      <p:grpSpPr>
        <a:xfrm>
          <a:off x="0" y="0"/>
          <a:ext cx="0" cy="0"/>
          <a:chOff x="0" y="0"/>
          <a:chExt cx="0" cy="0"/>
        </a:xfrm>
      </p:grpSpPr>
      <p:sp>
        <p:nvSpPr>
          <p:cNvPr id="458" name="Google Shape;458;p93"/>
          <p:cNvSpPr/>
          <p:nvPr/>
        </p:nvSpPr>
        <p:spPr>
          <a:xfrm>
            <a:off x="11734800" y="6400800"/>
            <a:ext cx="457200" cy="45720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9" name="Google Shape;459;p93"/>
          <p:cNvSpPr/>
          <p:nvPr/>
        </p:nvSpPr>
        <p:spPr>
          <a:xfrm>
            <a:off x="5867399" y="402558"/>
            <a:ext cx="5874297" cy="6003471"/>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60" name="Google Shape;460;p93"/>
          <p:cNvSpPr txBox="1"/>
          <p:nvPr>
            <p:ph type="title"/>
          </p:nvPr>
        </p:nvSpPr>
        <p:spPr>
          <a:xfrm>
            <a:off x="925220" y="2614497"/>
            <a:ext cx="4838270" cy="178238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lt1"/>
              </a:buClr>
              <a:buSzPts val="4800"/>
              <a:buFont typeface="Play"/>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61" name="Google Shape;461;p93"/>
          <p:cNvSpPr txBox="1"/>
          <p:nvPr>
            <p:ph idx="1" type="body"/>
          </p:nvPr>
        </p:nvSpPr>
        <p:spPr>
          <a:xfrm>
            <a:off x="6087623" y="546389"/>
            <a:ext cx="5433848" cy="1118706"/>
          </a:xfrm>
          <a:prstGeom prst="rect">
            <a:avLst/>
          </a:prstGeom>
          <a:noFill/>
          <a:ln>
            <a:noFill/>
          </a:ln>
        </p:spPr>
        <p:txBody>
          <a:bodyPr anchorCtr="0" anchor="ctr" bIns="45700" lIns="91425" spcFirstLastPara="1" rIns="91425" wrap="square" tIns="45700">
            <a:noAutofit/>
          </a:bodyPr>
          <a:lstStyle>
            <a:lvl1pPr indent="-228600" lvl="0" marL="457200" algn="l">
              <a:lnSpc>
                <a:spcPct val="90000"/>
              </a:lnSpc>
              <a:spcBef>
                <a:spcPts val="1000"/>
              </a:spcBef>
              <a:spcAft>
                <a:spcPts val="0"/>
              </a:spcAft>
              <a:buClr>
                <a:schemeClr val="lt1"/>
              </a:buClr>
              <a:buSzPts val="3200"/>
              <a:buNone/>
              <a:defRPr sz="3200">
                <a:solidFill>
                  <a:schemeClr val="lt1"/>
                </a:solidFil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62" name="Google Shape;462;p93"/>
          <p:cNvSpPr txBox="1"/>
          <p:nvPr>
            <p:ph idx="2" type="body"/>
          </p:nvPr>
        </p:nvSpPr>
        <p:spPr>
          <a:xfrm>
            <a:off x="6087623" y="1813801"/>
            <a:ext cx="5433848" cy="4376791"/>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lt1"/>
              </a:buClr>
              <a:buSzPts val="2800"/>
              <a:buChar char="•"/>
              <a:defRPr>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30200" lvl="4" marL="2286000" algn="l">
              <a:lnSpc>
                <a:spcPct val="90000"/>
              </a:lnSpc>
              <a:spcBef>
                <a:spcPts val="500"/>
              </a:spcBef>
              <a:spcAft>
                <a:spcPts val="0"/>
              </a:spcAft>
              <a:buClr>
                <a:schemeClr val="lt1"/>
              </a:buClr>
              <a:buSzPts val="16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463" name="Google Shape;463;p93"/>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64" name="Google Shape;464;p93"/>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65" name="Google Shape;465;p93"/>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
        <p:nvSpPr>
          <p:cNvPr id="466" name="Google Shape;466;p93"/>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grpSp>
        <p:nvGrpSpPr>
          <p:cNvPr id="467" name="Google Shape;467;p93"/>
          <p:cNvGrpSpPr/>
          <p:nvPr/>
        </p:nvGrpSpPr>
        <p:grpSpPr>
          <a:xfrm>
            <a:off x="536812" y="2023074"/>
            <a:ext cx="492319" cy="591423"/>
            <a:chOff x="536812" y="2023074"/>
            <a:chExt cx="492319" cy="591423"/>
          </a:xfrm>
        </p:grpSpPr>
        <p:sp>
          <p:nvSpPr>
            <p:cNvPr id="468" name="Google Shape;468;p93"/>
            <p:cNvSpPr/>
            <p:nvPr/>
          </p:nvSpPr>
          <p:spPr>
            <a:xfrm>
              <a:off x="709974" y="2295340"/>
              <a:ext cx="319157" cy="319157"/>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69" name="Google Shape;469;p93"/>
            <p:cNvSpPr/>
            <p:nvPr/>
          </p:nvSpPr>
          <p:spPr>
            <a:xfrm>
              <a:off x="536812" y="2123120"/>
              <a:ext cx="174318" cy="174318"/>
            </a:xfrm>
            <a:prstGeom prst="rect">
              <a:avLst/>
            </a:prstGeom>
            <a:solidFill>
              <a:schemeClr val="accent3"/>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0" name="Google Shape;470;p93"/>
            <p:cNvSpPr/>
            <p:nvPr/>
          </p:nvSpPr>
          <p:spPr>
            <a:xfrm>
              <a:off x="711130" y="2023074"/>
              <a:ext cx="100045" cy="100045"/>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Frame Blue" showMasterSp="0">
  <p:cSld name="Title with Frame Blue">
    <p:bg>
      <p:bgPr>
        <a:solidFill>
          <a:schemeClr val="dk2"/>
        </a:solidFill>
      </p:bgPr>
    </p:bg>
    <p:spTree>
      <p:nvGrpSpPr>
        <p:cNvPr id="471" name="Shape 471"/>
        <p:cNvGrpSpPr/>
        <p:nvPr/>
      </p:nvGrpSpPr>
      <p:grpSpPr>
        <a:xfrm>
          <a:off x="0" y="0"/>
          <a:ext cx="0" cy="0"/>
          <a:chOff x="0" y="0"/>
          <a:chExt cx="0" cy="0"/>
        </a:xfrm>
      </p:grpSpPr>
      <p:sp>
        <p:nvSpPr>
          <p:cNvPr id="472" name="Google Shape;472;p94"/>
          <p:cNvSpPr/>
          <p:nvPr/>
        </p:nvSpPr>
        <p:spPr>
          <a:xfrm>
            <a:off x="457200" y="464127"/>
            <a:ext cx="11286348" cy="5944838"/>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3" name="Google Shape;473;p94"/>
          <p:cNvSpPr txBox="1"/>
          <p:nvPr>
            <p:ph type="title"/>
          </p:nvPr>
        </p:nvSpPr>
        <p:spPr>
          <a:xfrm>
            <a:off x="806922" y="1776845"/>
            <a:ext cx="10557387" cy="3304310"/>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4800"/>
              <a:buFont typeface="Play"/>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4" name="Google Shape;474;p94"/>
          <p:cNvSpPr/>
          <p:nvPr/>
        </p:nvSpPr>
        <p:spPr>
          <a:xfrm>
            <a:off x="11734800" y="6400800"/>
            <a:ext cx="457200" cy="45720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5" name="Google Shape;475;p94"/>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pic>
        <p:nvPicPr>
          <p:cNvPr id="476" name="Google Shape;476;p94"/>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77" name="Google Shape;477;p94"/>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78" name="Google Shape;478;p94"/>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l Logo" showMasterSp="0">
  <p:cSld name="Intel Logo">
    <p:bg>
      <p:bgPr>
        <a:solidFill>
          <a:schemeClr val="accent1"/>
        </a:solidFill>
      </p:bgPr>
    </p:bg>
    <p:spTree>
      <p:nvGrpSpPr>
        <p:cNvPr id="479" name="Shape 479"/>
        <p:cNvGrpSpPr/>
        <p:nvPr/>
      </p:nvGrpSpPr>
      <p:grpSpPr>
        <a:xfrm>
          <a:off x="0" y="0"/>
          <a:ext cx="0" cy="0"/>
          <a:chOff x="0" y="0"/>
          <a:chExt cx="0" cy="0"/>
        </a:xfrm>
      </p:grpSpPr>
      <p:pic>
        <p:nvPicPr>
          <p:cNvPr descr="Logo&#10;&#10;Description automatically generated" id="480" name="Google Shape;480;p95"/>
          <p:cNvPicPr preferRelativeResize="0"/>
          <p:nvPr/>
        </p:nvPicPr>
        <p:blipFill rotWithShape="1">
          <a:blip r:embed="rId2">
            <a:alphaModFix/>
          </a:blip>
          <a:srcRect b="0" l="0" r="0" t="0"/>
          <a:stretch/>
        </p:blipFill>
        <p:spPr>
          <a:xfrm>
            <a:off x="4014381" y="2626737"/>
            <a:ext cx="4052408" cy="1643927"/>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 master">
  <p:cSld name="Slide 1 master">
    <p:bg>
      <p:bgPr>
        <a:solidFill>
          <a:srgbClr val="000000"/>
        </a:solidFill>
      </p:bgPr>
    </p:bg>
    <p:spTree>
      <p:nvGrpSpPr>
        <p:cNvPr id="6" name="Shape 6"/>
        <p:cNvGrpSpPr/>
        <p:nvPr/>
      </p:nvGrpSpPr>
      <p:grpSpPr>
        <a:xfrm>
          <a:off x="0" y="0"/>
          <a:ext cx="0" cy="0"/>
          <a:chOff x="0" y="0"/>
          <a:chExt cx="0" cy="0"/>
        </a:xfrm>
      </p:grpSpPr>
      <p:pic>
        <p:nvPicPr>
          <p:cNvPr descr="preencoded.png" id="7" name="Google Shape;7;p11"/>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8" name="Google Shape;8;p11"/>
          <p:cNvSpPr/>
          <p:nvPr/>
        </p:nvSpPr>
        <p:spPr>
          <a:xfrm>
            <a:off x="0" y="0"/>
            <a:ext cx="12192000" cy="6858000"/>
          </a:xfrm>
          <a:prstGeom prst="rect">
            <a:avLst/>
          </a:prstGeom>
          <a:solidFill>
            <a:srgbClr val="FFFFFF"/>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 name="Shape 9"/>
        <p:cNvGrpSpPr/>
        <p:nvPr/>
      </p:nvGrpSpPr>
      <p:grpSpPr>
        <a:xfrm>
          <a:off x="0" y="0"/>
          <a:ext cx="0" cy="0"/>
          <a:chOff x="0" y="0"/>
          <a:chExt cx="0" cy="0"/>
        </a:xfrm>
      </p:grpSpPr>
      <p:sp>
        <p:nvSpPr>
          <p:cNvPr id="10" name="Google Shape;10;p12"/>
          <p:cNvSpPr txBox="1"/>
          <p:nvPr>
            <p:ph type="title"/>
          </p:nvPr>
        </p:nvSpPr>
        <p:spPr>
          <a:xfrm>
            <a:off x="0" y="0"/>
            <a:ext cx="2500000" cy="2500000"/>
          </a:xfrm>
          <a:prstGeom prst="rect">
            <a:avLst/>
          </a:prstGeom>
          <a:noFill/>
          <a:ln>
            <a:noFill/>
          </a:ln>
        </p:spPr>
        <p:txBody>
          <a:bodyPr anchorCtr="0" anchor="t" bIns="38083" lIns="76188" spcFirstLastPara="1" rIns="76188" wrap="square" tIns="38083">
            <a:noAutofit/>
          </a:bodyPr>
          <a:lstStyle>
            <a:lvl1pPr lvl="0" marR="0" rtl="0" algn="ctr">
              <a:spcBef>
                <a:spcPts val="0"/>
              </a:spcBef>
              <a:spcAft>
                <a:spcPts val="0"/>
              </a:spcAft>
              <a:buClr>
                <a:schemeClr val="dk1"/>
              </a:buClr>
              <a:buSzPts val="4400"/>
              <a:buFont typeface="Calibri"/>
              <a:buNone/>
              <a:defRPr b="0" i="0" sz="3667" u="none" cap="none" strike="noStrike">
                <a:solidFill>
                  <a:schemeClr val="dk1"/>
                </a:solidFill>
                <a:latin typeface="Calibri"/>
                <a:ea typeface="Calibri"/>
                <a:cs typeface="Calibri"/>
                <a:sym typeface="Calibri"/>
              </a:defRPr>
            </a:lvl1pPr>
            <a:lvl2pPr lvl="1">
              <a:spcBef>
                <a:spcPts val="0"/>
              </a:spcBef>
              <a:spcAft>
                <a:spcPts val="0"/>
              </a:spcAft>
              <a:buSzPts val="1400"/>
              <a:buNone/>
              <a:defRPr sz="1500"/>
            </a:lvl2pPr>
            <a:lvl3pPr lvl="2">
              <a:spcBef>
                <a:spcPts val="0"/>
              </a:spcBef>
              <a:spcAft>
                <a:spcPts val="0"/>
              </a:spcAft>
              <a:buSzPts val="1400"/>
              <a:buNone/>
              <a:defRPr sz="1500"/>
            </a:lvl3pPr>
            <a:lvl4pPr lvl="3">
              <a:spcBef>
                <a:spcPts val="0"/>
              </a:spcBef>
              <a:spcAft>
                <a:spcPts val="0"/>
              </a:spcAft>
              <a:buSzPts val="1400"/>
              <a:buNone/>
              <a:defRPr sz="1500"/>
            </a:lvl4pPr>
            <a:lvl5pPr lvl="4">
              <a:spcBef>
                <a:spcPts val="0"/>
              </a:spcBef>
              <a:spcAft>
                <a:spcPts val="0"/>
              </a:spcAft>
              <a:buSzPts val="1400"/>
              <a:buNone/>
              <a:defRPr sz="1500"/>
            </a:lvl5pPr>
            <a:lvl6pPr lvl="5">
              <a:spcBef>
                <a:spcPts val="0"/>
              </a:spcBef>
              <a:spcAft>
                <a:spcPts val="0"/>
              </a:spcAft>
              <a:buSzPts val="1400"/>
              <a:buNone/>
              <a:defRPr sz="1500"/>
            </a:lvl6pPr>
            <a:lvl7pPr lvl="6">
              <a:spcBef>
                <a:spcPts val="0"/>
              </a:spcBef>
              <a:spcAft>
                <a:spcPts val="0"/>
              </a:spcAft>
              <a:buSzPts val="1400"/>
              <a:buNone/>
              <a:defRPr sz="1500"/>
            </a:lvl7pPr>
            <a:lvl8pPr lvl="7">
              <a:spcBef>
                <a:spcPts val="0"/>
              </a:spcBef>
              <a:spcAft>
                <a:spcPts val="0"/>
              </a:spcAft>
              <a:buSzPts val="1400"/>
              <a:buNone/>
              <a:defRPr sz="1500"/>
            </a:lvl8pPr>
            <a:lvl9pPr lvl="8">
              <a:spcBef>
                <a:spcPts val="0"/>
              </a:spcBef>
              <a:spcAft>
                <a:spcPts val="0"/>
              </a:spcAft>
              <a:buSzPts val="1400"/>
              <a:buNone/>
              <a:defRPr sz="1500"/>
            </a:lvl9pPr>
          </a:lstStyle>
          <a:p/>
        </p:txBody>
      </p:sp>
      <p:sp>
        <p:nvSpPr>
          <p:cNvPr id="11" name="Google Shape;11;p12"/>
          <p:cNvSpPr txBox="1"/>
          <p:nvPr>
            <p:ph idx="1" type="body"/>
          </p:nvPr>
        </p:nvSpPr>
        <p:spPr>
          <a:xfrm>
            <a:off x="0" y="0"/>
            <a:ext cx="2500000" cy="2500000"/>
          </a:xfrm>
          <a:prstGeom prst="rect">
            <a:avLst/>
          </a:prstGeom>
          <a:noFill/>
          <a:ln>
            <a:noFill/>
          </a:ln>
        </p:spPr>
        <p:txBody>
          <a:bodyPr anchorCtr="0" anchor="t" bIns="38083" lIns="76188" spcFirstLastPara="1" rIns="76188" wrap="square" tIns="38083">
            <a:noAutofit/>
          </a:bodyPr>
          <a:lstStyle>
            <a:lvl1pPr indent="-359833" lvl="0" marL="381000" marR="0" rtl="0" algn="l">
              <a:spcBef>
                <a:spcPts val="533"/>
              </a:spcBef>
              <a:spcAft>
                <a:spcPts val="0"/>
              </a:spcAft>
              <a:buClr>
                <a:schemeClr val="dk1"/>
              </a:buClr>
              <a:buSzPts val="3200"/>
              <a:buFont typeface="Arial"/>
              <a:buChar char="•"/>
              <a:defRPr b="0" i="0" sz="2667" u="none" cap="none" strike="noStrike">
                <a:solidFill>
                  <a:schemeClr val="dk1"/>
                </a:solidFill>
                <a:latin typeface="Calibri"/>
                <a:ea typeface="Calibri"/>
                <a:cs typeface="Calibri"/>
                <a:sym typeface="Calibri"/>
              </a:defRPr>
            </a:lvl1pPr>
            <a:lvl2pPr indent="-338667" lvl="1" marL="762000" marR="0" rtl="0" algn="l">
              <a:spcBef>
                <a:spcPts val="467"/>
              </a:spcBef>
              <a:spcAft>
                <a:spcPts val="0"/>
              </a:spcAft>
              <a:buClr>
                <a:schemeClr val="dk1"/>
              </a:buClr>
              <a:buSzPts val="2800"/>
              <a:buFont typeface="Arial"/>
              <a:buChar char="–"/>
              <a:defRPr b="0" i="0" sz="2333" u="none" cap="none" strike="noStrike">
                <a:solidFill>
                  <a:schemeClr val="dk1"/>
                </a:solidFill>
                <a:latin typeface="Calibri"/>
                <a:ea typeface="Calibri"/>
                <a:cs typeface="Calibri"/>
                <a:sym typeface="Calibri"/>
              </a:defRPr>
            </a:lvl2pPr>
            <a:lvl3pPr indent="-317500" lvl="2" marL="1143000" marR="0" rtl="0" algn="l">
              <a:spcBef>
                <a:spcPts val="400"/>
              </a:spcBef>
              <a:spcAft>
                <a:spcPts val="0"/>
              </a:spcAft>
              <a:buClr>
                <a:schemeClr val="dk1"/>
              </a:buClr>
              <a:buSzPts val="2400"/>
              <a:buFont typeface="Arial"/>
              <a:buChar char="•"/>
              <a:defRPr b="0" i="0" sz="2000" u="none" cap="none" strike="noStrike">
                <a:solidFill>
                  <a:schemeClr val="dk1"/>
                </a:solidFill>
                <a:latin typeface="Calibri"/>
                <a:ea typeface="Calibri"/>
                <a:cs typeface="Calibri"/>
                <a:sym typeface="Calibri"/>
              </a:defRPr>
            </a:lvl3pPr>
            <a:lvl4pPr indent="-296333" lvl="3" marL="1524000" marR="0" rtl="0" algn="l">
              <a:spcBef>
                <a:spcPts val="333"/>
              </a:spcBef>
              <a:spcAft>
                <a:spcPts val="0"/>
              </a:spcAft>
              <a:buClr>
                <a:schemeClr val="dk1"/>
              </a:buClr>
              <a:buSzPts val="2000"/>
              <a:buFont typeface="Arial"/>
              <a:buChar char="–"/>
              <a:defRPr b="0" i="0" sz="1667" u="none" cap="none" strike="noStrike">
                <a:solidFill>
                  <a:schemeClr val="dk1"/>
                </a:solidFill>
                <a:latin typeface="Calibri"/>
                <a:ea typeface="Calibri"/>
                <a:cs typeface="Calibri"/>
                <a:sym typeface="Calibri"/>
              </a:defRPr>
            </a:lvl4pPr>
            <a:lvl5pPr indent="-296333" lvl="4" marL="1905000" marR="0" rtl="0" algn="l">
              <a:spcBef>
                <a:spcPts val="333"/>
              </a:spcBef>
              <a:spcAft>
                <a:spcPts val="0"/>
              </a:spcAft>
              <a:buClr>
                <a:schemeClr val="dk1"/>
              </a:buClr>
              <a:buSzPts val="2000"/>
              <a:buFont typeface="Arial"/>
              <a:buChar char="»"/>
              <a:defRPr b="0" i="0" sz="1667" u="none" cap="none" strike="noStrike">
                <a:solidFill>
                  <a:schemeClr val="dk1"/>
                </a:solidFill>
                <a:latin typeface="Calibri"/>
                <a:ea typeface="Calibri"/>
                <a:cs typeface="Calibri"/>
                <a:sym typeface="Calibri"/>
              </a:defRPr>
            </a:lvl5pPr>
            <a:lvl6pPr indent="-296333" lvl="5" marL="2286000" marR="0" rtl="0" algn="l">
              <a:spcBef>
                <a:spcPts val="333"/>
              </a:spcBef>
              <a:spcAft>
                <a:spcPts val="0"/>
              </a:spcAft>
              <a:buClr>
                <a:schemeClr val="dk1"/>
              </a:buClr>
              <a:buSzPts val="2000"/>
              <a:buFont typeface="Arial"/>
              <a:buChar char="•"/>
              <a:defRPr b="0" i="0" sz="1667" u="none" cap="none" strike="noStrike">
                <a:solidFill>
                  <a:schemeClr val="dk1"/>
                </a:solidFill>
                <a:latin typeface="Calibri"/>
                <a:ea typeface="Calibri"/>
                <a:cs typeface="Calibri"/>
                <a:sym typeface="Calibri"/>
              </a:defRPr>
            </a:lvl6pPr>
            <a:lvl7pPr indent="-296333" lvl="6" marL="2667000" marR="0" rtl="0" algn="l">
              <a:spcBef>
                <a:spcPts val="333"/>
              </a:spcBef>
              <a:spcAft>
                <a:spcPts val="0"/>
              </a:spcAft>
              <a:buClr>
                <a:schemeClr val="dk1"/>
              </a:buClr>
              <a:buSzPts val="2000"/>
              <a:buFont typeface="Arial"/>
              <a:buChar char="•"/>
              <a:defRPr b="0" i="0" sz="1667" u="none" cap="none" strike="noStrike">
                <a:solidFill>
                  <a:schemeClr val="dk1"/>
                </a:solidFill>
                <a:latin typeface="Calibri"/>
                <a:ea typeface="Calibri"/>
                <a:cs typeface="Calibri"/>
                <a:sym typeface="Calibri"/>
              </a:defRPr>
            </a:lvl7pPr>
            <a:lvl8pPr indent="-296333" lvl="7" marL="3048000" marR="0" rtl="0" algn="l">
              <a:spcBef>
                <a:spcPts val="333"/>
              </a:spcBef>
              <a:spcAft>
                <a:spcPts val="0"/>
              </a:spcAft>
              <a:buClr>
                <a:schemeClr val="dk1"/>
              </a:buClr>
              <a:buSzPts val="2000"/>
              <a:buFont typeface="Arial"/>
              <a:buChar char="•"/>
              <a:defRPr b="0" i="0" sz="1667" u="none" cap="none" strike="noStrike">
                <a:solidFill>
                  <a:schemeClr val="dk1"/>
                </a:solidFill>
                <a:latin typeface="Calibri"/>
                <a:ea typeface="Calibri"/>
                <a:cs typeface="Calibri"/>
                <a:sym typeface="Calibri"/>
              </a:defRPr>
            </a:lvl8pPr>
            <a:lvl9pPr indent="-296333" lvl="8" marL="3429000" marR="0" rtl="0" algn="l">
              <a:spcBef>
                <a:spcPts val="333"/>
              </a:spcBef>
              <a:spcAft>
                <a:spcPts val="0"/>
              </a:spcAft>
              <a:buClr>
                <a:schemeClr val="dk1"/>
              </a:buClr>
              <a:buSzPts val="2000"/>
              <a:buFont typeface="Arial"/>
              <a:buChar char="•"/>
              <a:defRPr b="0" i="0" sz="1667" u="none" cap="none" strike="noStrike">
                <a:solidFill>
                  <a:schemeClr val="dk1"/>
                </a:solidFill>
                <a:latin typeface="Calibri"/>
                <a:ea typeface="Calibri"/>
                <a:cs typeface="Calibri"/>
                <a:sym typeface="Calibri"/>
              </a:defRPr>
            </a:lvl9pPr>
          </a:lstStyle>
          <a:p/>
        </p:txBody>
      </p:sp>
      <p:sp>
        <p:nvSpPr>
          <p:cNvPr id="12" name="Google Shape;12;p12"/>
          <p:cNvSpPr txBox="1"/>
          <p:nvPr>
            <p:ph idx="10" type="dt"/>
          </p:nvPr>
        </p:nvSpPr>
        <p:spPr>
          <a:xfrm>
            <a:off x="0" y="0"/>
            <a:ext cx="2500000" cy="2500000"/>
          </a:xfrm>
          <a:prstGeom prst="rect">
            <a:avLst/>
          </a:prstGeom>
          <a:noFill/>
          <a:ln>
            <a:noFill/>
          </a:ln>
        </p:spPr>
        <p:txBody>
          <a:bodyPr anchorCtr="0" anchor="t" bIns="38083" lIns="76188" spcFirstLastPara="1" rIns="76188" wrap="square" tIns="38083">
            <a:noAutofit/>
          </a:bodyPr>
          <a:lstStyle>
            <a:lvl1pPr lvl="0" marR="0" rtl="0" algn="l">
              <a:spcBef>
                <a:spcPts val="0"/>
              </a:spcBef>
              <a:spcAft>
                <a:spcPts val="0"/>
              </a:spcAft>
              <a:buSzPts val="1400"/>
              <a:buNone/>
              <a:defRPr sz="1500">
                <a:solidFill>
                  <a:schemeClr val="dk1"/>
                </a:solidFill>
                <a:latin typeface="Calibri"/>
                <a:ea typeface="Calibri"/>
                <a:cs typeface="Calibri"/>
                <a:sym typeface="Calibri"/>
              </a:defRPr>
            </a:lvl1pPr>
            <a:lvl2pPr lvl="1"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9pPr>
          </a:lstStyle>
          <a:p/>
        </p:txBody>
      </p:sp>
      <p:sp>
        <p:nvSpPr>
          <p:cNvPr id="13" name="Google Shape;13;p12"/>
          <p:cNvSpPr txBox="1"/>
          <p:nvPr>
            <p:ph idx="11" type="ftr"/>
          </p:nvPr>
        </p:nvSpPr>
        <p:spPr>
          <a:xfrm>
            <a:off x="0" y="0"/>
            <a:ext cx="2500000" cy="2500000"/>
          </a:xfrm>
          <a:prstGeom prst="rect">
            <a:avLst/>
          </a:prstGeom>
          <a:noFill/>
          <a:ln>
            <a:noFill/>
          </a:ln>
        </p:spPr>
        <p:txBody>
          <a:bodyPr anchorCtr="0" anchor="t" bIns="38083" lIns="76188" spcFirstLastPara="1" rIns="76188" wrap="square" tIns="38083">
            <a:noAutofit/>
          </a:bodyPr>
          <a:lstStyle>
            <a:lvl1pPr lvl="0" marR="0" rtl="0" algn="l">
              <a:spcBef>
                <a:spcPts val="0"/>
              </a:spcBef>
              <a:spcAft>
                <a:spcPts val="0"/>
              </a:spcAft>
              <a:buSzPts val="1400"/>
              <a:buNone/>
              <a:defRPr sz="1500">
                <a:solidFill>
                  <a:schemeClr val="dk1"/>
                </a:solidFill>
                <a:latin typeface="Calibri"/>
                <a:ea typeface="Calibri"/>
                <a:cs typeface="Calibri"/>
                <a:sym typeface="Calibri"/>
              </a:defRPr>
            </a:lvl1pPr>
            <a:lvl2pPr lvl="1"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9pPr>
          </a:lstStyle>
          <a:p/>
        </p:txBody>
      </p:sp>
      <p:sp>
        <p:nvSpPr>
          <p:cNvPr id="14" name="Google Shape;14;p12"/>
          <p:cNvSpPr txBox="1"/>
          <p:nvPr>
            <p:ph idx="12" type="sldNum"/>
          </p:nvPr>
        </p:nvSpPr>
        <p:spPr>
          <a:xfrm>
            <a:off x="0" y="0"/>
            <a:ext cx="2500000" cy="2500000"/>
          </a:xfrm>
          <a:prstGeom prst="rect">
            <a:avLst/>
          </a:prstGeom>
          <a:noFill/>
          <a:ln>
            <a:noFill/>
          </a:ln>
        </p:spPr>
        <p:txBody>
          <a:bodyPr anchorCtr="0" anchor="t" bIns="38083" lIns="76188" spcFirstLastPara="1" rIns="76188" wrap="square" tIns="38083">
            <a:noAutofit/>
          </a:bodyPr>
          <a:lstStyle>
            <a:lvl1pPr indent="0" lvl="0" marL="0" marR="0" rtl="0" algn="l">
              <a:spcBef>
                <a:spcPts val="0"/>
              </a:spcBef>
              <a:buNone/>
              <a:defRPr sz="1500">
                <a:solidFill>
                  <a:schemeClr val="dk1"/>
                </a:solidFill>
                <a:latin typeface="Calibri"/>
                <a:ea typeface="Calibri"/>
                <a:cs typeface="Calibri"/>
                <a:sym typeface="Calibri"/>
              </a:defRPr>
            </a:lvl1pPr>
            <a:lvl2pPr indent="0" lvl="1" marL="0" marR="0" rtl="0" algn="l">
              <a:spcBef>
                <a:spcPts val="0"/>
              </a:spcBef>
              <a:buNone/>
              <a:defRPr sz="1500">
                <a:solidFill>
                  <a:schemeClr val="dk1"/>
                </a:solidFill>
                <a:latin typeface="Calibri"/>
                <a:ea typeface="Calibri"/>
                <a:cs typeface="Calibri"/>
                <a:sym typeface="Calibri"/>
              </a:defRPr>
            </a:lvl2pPr>
            <a:lvl3pPr indent="0" lvl="2" marL="0" marR="0" rtl="0" algn="l">
              <a:spcBef>
                <a:spcPts val="0"/>
              </a:spcBef>
              <a:buNone/>
              <a:defRPr sz="1500">
                <a:solidFill>
                  <a:schemeClr val="dk1"/>
                </a:solidFill>
                <a:latin typeface="Calibri"/>
                <a:ea typeface="Calibri"/>
                <a:cs typeface="Calibri"/>
                <a:sym typeface="Calibri"/>
              </a:defRPr>
            </a:lvl3pPr>
            <a:lvl4pPr indent="0" lvl="3" marL="0" marR="0" rtl="0" algn="l">
              <a:spcBef>
                <a:spcPts val="0"/>
              </a:spcBef>
              <a:buNone/>
              <a:defRPr sz="1500">
                <a:solidFill>
                  <a:schemeClr val="dk1"/>
                </a:solidFill>
                <a:latin typeface="Calibri"/>
                <a:ea typeface="Calibri"/>
                <a:cs typeface="Calibri"/>
                <a:sym typeface="Calibri"/>
              </a:defRPr>
            </a:lvl4pPr>
            <a:lvl5pPr indent="0" lvl="4" marL="0" marR="0" rtl="0" algn="l">
              <a:spcBef>
                <a:spcPts val="0"/>
              </a:spcBef>
              <a:buNone/>
              <a:defRPr sz="1500">
                <a:solidFill>
                  <a:schemeClr val="dk1"/>
                </a:solidFill>
                <a:latin typeface="Calibri"/>
                <a:ea typeface="Calibri"/>
                <a:cs typeface="Calibri"/>
                <a:sym typeface="Calibri"/>
              </a:defRPr>
            </a:lvl5pPr>
            <a:lvl6pPr indent="0" lvl="5" marL="0" marR="0" rtl="0" algn="l">
              <a:spcBef>
                <a:spcPts val="0"/>
              </a:spcBef>
              <a:buNone/>
              <a:defRPr sz="1500">
                <a:solidFill>
                  <a:schemeClr val="dk1"/>
                </a:solidFill>
                <a:latin typeface="Calibri"/>
                <a:ea typeface="Calibri"/>
                <a:cs typeface="Calibri"/>
                <a:sym typeface="Calibri"/>
              </a:defRPr>
            </a:lvl6pPr>
            <a:lvl7pPr indent="0" lvl="6" marL="0" marR="0" rtl="0" algn="l">
              <a:spcBef>
                <a:spcPts val="0"/>
              </a:spcBef>
              <a:buNone/>
              <a:defRPr sz="1500">
                <a:solidFill>
                  <a:schemeClr val="dk1"/>
                </a:solidFill>
                <a:latin typeface="Calibri"/>
                <a:ea typeface="Calibri"/>
                <a:cs typeface="Calibri"/>
                <a:sym typeface="Calibri"/>
              </a:defRPr>
            </a:lvl7pPr>
            <a:lvl8pPr indent="0" lvl="7" marL="0" marR="0" rtl="0" algn="l">
              <a:spcBef>
                <a:spcPts val="0"/>
              </a:spcBef>
              <a:buNone/>
              <a:defRPr sz="1500">
                <a:solidFill>
                  <a:schemeClr val="dk1"/>
                </a:solidFill>
                <a:latin typeface="Calibri"/>
                <a:ea typeface="Calibri"/>
                <a:cs typeface="Calibri"/>
                <a:sym typeface="Calibri"/>
              </a:defRPr>
            </a:lvl8pPr>
            <a:lvl9pPr indent="0" lvl="8" marL="0" marR="0" rtl="0" algn="l">
              <a:spcBef>
                <a:spcPts val="0"/>
              </a:spcBef>
              <a:buNone/>
              <a:defRPr sz="15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3 master">
  <p:cSld name="Slide 3 master">
    <p:bg>
      <p:bgPr>
        <a:solidFill>
          <a:srgbClr val="000000"/>
        </a:solidFill>
      </p:bgPr>
    </p:bg>
    <p:spTree>
      <p:nvGrpSpPr>
        <p:cNvPr id="15" name="Shape 15"/>
        <p:cNvGrpSpPr/>
        <p:nvPr/>
      </p:nvGrpSpPr>
      <p:grpSpPr>
        <a:xfrm>
          <a:off x="0" y="0"/>
          <a:ext cx="0" cy="0"/>
          <a:chOff x="0" y="0"/>
          <a:chExt cx="0" cy="0"/>
        </a:xfrm>
      </p:grpSpPr>
      <p:pic>
        <p:nvPicPr>
          <p:cNvPr descr="preencoded.png" id="16" name="Google Shape;16;p13"/>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7" name="Google Shape;17;p13"/>
          <p:cNvSpPr/>
          <p:nvPr/>
        </p:nvSpPr>
        <p:spPr>
          <a:xfrm>
            <a:off x="0" y="0"/>
            <a:ext cx="12192000" cy="6858000"/>
          </a:xfrm>
          <a:prstGeom prst="rect">
            <a:avLst/>
          </a:prstGeom>
          <a:solidFill>
            <a:srgbClr val="FFFFFF"/>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4 master">
  <p:cSld name="Slide 4 master">
    <p:bg>
      <p:bgPr>
        <a:solidFill>
          <a:srgbClr val="000000"/>
        </a:solidFill>
      </p:bgPr>
    </p:bg>
    <p:spTree>
      <p:nvGrpSpPr>
        <p:cNvPr id="18" name="Shape 18"/>
        <p:cNvGrpSpPr/>
        <p:nvPr/>
      </p:nvGrpSpPr>
      <p:grpSpPr>
        <a:xfrm>
          <a:off x="0" y="0"/>
          <a:ext cx="0" cy="0"/>
          <a:chOff x="0" y="0"/>
          <a:chExt cx="0" cy="0"/>
        </a:xfrm>
      </p:grpSpPr>
      <p:pic>
        <p:nvPicPr>
          <p:cNvPr descr="preencoded.png" id="19" name="Google Shape;19;p14"/>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20" name="Google Shape;20;p14"/>
          <p:cNvSpPr/>
          <p:nvPr/>
        </p:nvSpPr>
        <p:spPr>
          <a:xfrm>
            <a:off x="0" y="0"/>
            <a:ext cx="12192000" cy="6858000"/>
          </a:xfrm>
          <a:prstGeom prst="rect">
            <a:avLst/>
          </a:prstGeom>
          <a:solidFill>
            <a:srgbClr val="FFFFFF"/>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5 master">
  <p:cSld name="Slide 5 master">
    <p:bg>
      <p:bgPr>
        <a:solidFill>
          <a:srgbClr val="000000"/>
        </a:solidFill>
      </p:bgPr>
    </p:bg>
    <p:spTree>
      <p:nvGrpSpPr>
        <p:cNvPr id="21" name="Shape 21"/>
        <p:cNvGrpSpPr/>
        <p:nvPr/>
      </p:nvGrpSpPr>
      <p:grpSpPr>
        <a:xfrm>
          <a:off x="0" y="0"/>
          <a:ext cx="0" cy="0"/>
          <a:chOff x="0" y="0"/>
          <a:chExt cx="0" cy="0"/>
        </a:xfrm>
      </p:grpSpPr>
      <p:pic>
        <p:nvPicPr>
          <p:cNvPr descr="preencoded.png" id="22" name="Google Shape;22;p15"/>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23" name="Google Shape;23;p15"/>
          <p:cNvSpPr/>
          <p:nvPr/>
        </p:nvSpPr>
        <p:spPr>
          <a:xfrm>
            <a:off x="0" y="0"/>
            <a:ext cx="12192000" cy="6858000"/>
          </a:xfrm>
          <a:prstGeom prst="rect">
            <a:avLst/>
          </a:prstGeom>
          <a:solidFill>
            <a:srgbClr val="FFFFFF"/>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6 master">
  <p:cSld name="Slide 6 master">
    <p:bg>
      <p:bgPr>
        <a:solidFill>
          <a:srgbClr val="000000"/>
        </a:solidFill>
      </p:bgPr>
    </p:bg>
    <p:spTree>
      <p:nvGrpSpPr>
        <p:cNvPr id="24" name="Shape 24"/>
        <p:cNvGrpSpPr/>
        <p:nvPr/>
      </p:nvGrpSpPr>
      <p:grpSpPr>
        <a:xfrm>
          <a:off x="0" y="0"/>
          <a:ext cx="0" cy="0"/>
          <a:chOff x="0" y="0"/>
          <a:chExt cx="0" cy="0"/>
        </a:xfrm>
      </p:grpSpPr>
      <p:pic>
        <p:nvPicPr>
          <p:cNvPr descr="preencoded.png" id="25" name="Google Shape;25;p16"/>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26" name="Google Shape;26;p16"/>
          <p:cNvSpPr/>
          <p:nvPr/>
        </p:nvSpPr>
        <p:spPr>
          <a:xfrm>
            <a:off x="0" y="0"/>
            <a:ext cx="12192000" cy="6858000"/>
          </a:xfrm>
          <a:prstGeom prst="rect">
            <a:avLst/>
          </a:prstGeom>
          <a:solidFill>
            <a:srgbClr val="FFFFFF"/>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27" name="Shape 27"/>
        <p:cNvGrpSpPr/>
        <p:nvPr/>
      </p:nvGrpSpPr>
      <p:grpSpPr>
        <a:xfrm>
          <a:off x="0" y="0"/>
          <a:ext cx="0" cy="0"/>
          <a:chOff x="0" y="0"/>
          <a:chExt cx="0" cy="0"/>
        </a:xfrm>
      </p:grpSpPr>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2 master">
  <p:cSld name="Slide 2 master">
    <p:bg>
      <p:bgPr>
        <a:solidFill>
          <a:srgbClr val="000000"/>
        </a:solidFill>
      </p:bgPr>
    </p:bg>
    <p:spTree>
      <p:nvGrpSpPr>
        <p:cNvPr id="28" name="Shape 28"/>
        <p:cNvGrpSpPr/>
        <p:nvPr/>
      </p:nvGrpSpPr>
      <p:grpSpPr>
        <a:xfrm>
          <a:off x="0" y="0"/>
          <a:ext cx="0" cy="0"/>
          <a:chOff x="0" y="0"/>
          <a:chExt cx="0" cy="0"/>
        </a:xfrm>
      </p:grpSpPr>
      <p:pic>
        <p:nvPicPr>
          <p:cNvPr descr="preencoded.png" id="29" name="Google Shape;29;p18"/>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30" name="Google Shape;30;p18"/>
          <p:cNvSpPr/>
          <p:nvPr/>
        </p:nvSpPr>
        <p:spPr>
          <a:xfrm>
            <a:off x="0" y="0"/>
            <a:ext cx="12192000" cy="6858000"/>
          </a:xfrm>
          <a:prstGeom prst="rect">
            <a:avLst/>
          </a:prstGeom>
          <a:solidFill>
            <a:srgbClr val="FFFFFF"/>
          </a:solidFill>
          <a:ln>
            <a:noFill/>
          </a:ln>
        </p:spPr>
        <p:txBody>
          <a:bodyPr anchorCtr="0" anchor="ctr" bIns="76188" lIns="76188" spcFirstLastPara="1" rIns="76188" wrap="square" tIns="76188">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Breaker">
  <p:cSld name="1_Section Breaker">
    <p:spTree>
      <p:nvGrpSpPr>
        <p:cNvPr id="31" name="Shape 31"/>
        <p:cNvGrpSpPr/>
        <p:nvPr/>
      </p:nvGrpSpPr>
      <p:grpSpPr>
        <a:xfrm>
          <a:off x="0" y="0"/>
          <a:ext cx="0" cy="0"/>
          <a:chOff x="0" y="0"/>
          <a:chExt cx="0" cy="0"/>
        </a:xfrm>
      </p:grpSpPr>
      <p:pic>
        <p:nvPicPr>
          <p:cNvPr id="32" name="Google Shape;32;g3d23a5bc6b1_0_222"/>
          <p:cNvPicPr preferRelativeResize="0"/>
          <p:nvPr/>
        </p:nvPicPr>
        <p:blipFill rotWithShape="1">
          <a:blip r:embed="rId2">
            <a:alphaModFix/>
          </a:blip>
          <a:srcRect b="0" l="0" r="0" t="0"/>
          <a:stretch/>
        </p:blipFill>
        <p:spPr>
          <a:xfrm>
            <a:off x="0" y="-3174"/>
            <a:ext cx="12202448" cy="6861174"/>
          </a:xfrm>
          <a:prstGeom prst="rect">
            <a:avLst/>
          </a:prstGeom>
          <a:noFill/>
          <a:ln>
            <a:noFill/>
          </a:ln>
        </p:spPr>
      </p:pic>
      <p:sp>
        <p:nvSpPr>
          <p:cNvPr id="33" name="Google Shape;33;g3d23a5bc6b1_0_222"/>
          <p:cNvSpPr txBox="1"/>
          <p:nvPr>
            <p:ph type="title"/>
          </p:nvPr>
        </p:nvSpPr>
        <p:spPr>
          <a:xfrm>
            <a:off x="1833785" y="1743334"/>
            <a:ext cx="8781500" cy="1875000"/>
          </a:xfrm>
          <a:prstGeom prst="rect">
            <a:avLst/>
          </a:prstGeom>
          <a:noFill/>
          <a:ln>
            <a:noFill/>
          </a:ln>
        </p:spPr>
        <p:txBody>
          <a:bodyPr anchorCtr="0" anchor="ctr" bIns="45708" lIns="91417" spcFirstLastPara="1" rIns="91417" wrap="square" tIns="45708">
            <a:normAutofit/>
          </a:bodyPr>
          <a:lstStyle>
            <a:lvl1pPr lvl="0" algn="l">
              <a:lnSpc>
                <a:spcPct val="90000"/>
              </a:lnSpc>
              <a:spcBef>
                <a:spcPts val="0"/>
              </a:spcBef>
              <a:spcAft>
                <a:spcPts val="0"/>
              </a:spcAft>
              <a:buClr>
                <a:schemeClr val="dk1"/>
              </a:buClr>
              <a:buSzPts val="7200"/>
              <a:buFont typeface="Play"/>
              <a:buChar char="●"/>
              <a:defRPr sz="6000">
                <a:latin typeface="Play"/>
                <a:ea typeface="Play"/>
                <a:cs typeface="Play"/>
                <a:sym typeface="Play"/>
              </a:defRPr>
            </a:lvl1pPr>
            <a:lvl2pPr lvl="1">
              <a:spcBef>
                <a:spcPts val="0"/>
              </a:spcBef>
              <a:spcAft>
                <a:spcPts val="0"/>
              </a:spcAft>
              <a:buSzPts val="1700"/>
              <a:buNone/>
              <a:defRPr sz="1417"/>
            </a:lvl2pPr>
            <a:lvl3pPr lvl="2">
              <a:spcBef>
                <a:spcPts val="0"/>
              </a:spcBef>
              <a:spcAft>
                <a:spcPts val="0"/>
              </a:spcAft>
              <a:buSzPts val="1700"/>
              <a:buNone/>
              <a:defRPr sz="1417"/>
            </a:lvl3pPr>
            <a:lvl4pPr lvl="3">
              <a:spcBef>
                <a:spcPts val="0"/>
              </a:spcBef>
              <a:spcAft>
                <a:spcPts val="0"/>
              </a:spcAft>
              <a:buSzPts val="1700"/>
              <a:buNone/>
              <a:defRPr sz="1417"/>
            </a:lvl4pPr>
            <a:lvl5pPr lvl="4">
              <a:spcBef>
                <a:spcPts val="0"/>
              </a:spcBef>
              <a:spcAft>
                <a:spcPts val="0"/>
              </a:spcAft>
              <a:buSzPts val="1700"/>
              <a:buNone/>
              <a:defRPr sz="1417"/>
            </a:lvl5pPr>
            <a:lvl6pPr lvl="5">
              <a:spcBef>
                <a:spcPts val="0"/>
              </a:spcBef>
              <a:spcAft>
                <a:spcPts val="0"/>
              </a:spcAft>
              <a:buSzPts val="1700"/>
              <a:buNone/>
              <a:defRPr sz="1417"/>
            </a:lvl6pPr>
            <a:lvl7pPr lvl="6">
              <a:spcBef>
                <a:spcPts val="0"/>
              </a:spcBef>
              <a:spcAft>
                <a:spcPts val="0"/>
              </a:spcAft>
              <a:buSzPts val="1700"/>
              <a:buNone/>
              <a:defRPr sz="1417"/>
            </a:lvl7pPr>
            <a:lvl8pPr lvl="7">
              <a:spcBef>
                <a:spcPts val="0"/>
              </a:spcBef>
              <a:spcAft>
                <a:spcPts val="0"/>
              </a:spcAft>
              <a:buSzPts val="1700"/>
              <a:buNone/>
              <a:defRPr sz="1417"/>
            </a:lvl8pPr>
            <a:lvl9pPr lvl="8">
              <a:spcBef>
                <a:spcPts val="0"/>
              </a:spcBef>
              <a:spcAft>
                <a:spcPts val="0"/>
              </a:spcAft>
              <a:buSzPts val="1700"/>
              <a:buNone/>
              <a:defRPr sz="1417"/>
            </a:lvl9pPr>
          </a:lstStyle>
          <a:p/>
        </p:txBody>
      </p:sp>
      <p:sp>
        <p:nvSpPr>
          <p:cNvPr id="34" name="Google Shape;34;g3d23a5bc6b1_0_222"/>
          <p:cNvSpPr txBox="1"/>
          <p:nvPr>
            <p:ph idx="1" type="body"/>
          </p:nvPr>
        </p:nvSpPr>
        <p:spPr>
          <a:xfrm>
            <a:off x="1833563" y="3710273"/>
            <a:ext cx="5176750" cy="649250"/>
          </a:xfrm>
          <a:prstGeom prst="rect">
            <a:avLst/>
          </a:prstGeom>
          <a:noFill/>
          <a:ln>
            <a:noFill/>
          </a:ln>
        </p:spPr>
        <p:txBody>
          <a:bodyPr anchorCtr="0" anchor="t" bIns="45708" lIns="91417" spcFirstLastPara="1" rIns="91417" wrap="square" tIns="45708">
            <a:normAutofit/>
          </a:bodyPr>
          <a:lstStyle>
            <a:lvl1pPr indent="-190500" lvl="0" marL="381000" algn="l">
              <a:lnSpc>
                <a:spcPct val="90000"/>
              </a:lnSpc>
              <a:spcBef>
                <a:spcPts val="1000"/>
              </a:spcBef>
              <a:spcAft>
                <a:spcPts val="0"/>
              </a:spcAft>
              <a:buClr>
                <a:schemeClr val="dk1"/>
              </a:buClr>
              <a:buSzPts val="2900"/>
              <a:buNone/>
              <a:defRPr sz="2417">
                <a:latin typeface="Play"/>
                <a:ea typeface="Play"/>
                <a:cs typeface="Play"/>
                <a:sym typeface="Play"/>
              </a:defRPr>
            </a:lvl1pPr>
            <a:lvl2pPr indent="-306917" lvl="1" marL="762000" algn="l">
              <a:lnSpc>
                <a:spcPct val="90000"/>
              </a:lnSpc>
              <a:spcBef>
                <a:spcPts val="500"/>
              </a:spcBef>
              <a:spcAft>
                <a:spcPts val="0"/>
              </a:spcAft>
              <a:buClr>
                <a:schemeClr val="dk1"/>
              </a:buClr>
              <a:buSzPts val="2200"/>
              <a:buChar char="○"/>
              <a:defRPr sz="1417"/>
            </a:lvl2pPr>
            <a:lvl3pPr indent="-306917" lvl="2" marL="1143000" algn="l">
              <a:lnSpc>
                <a:spcPct val="90000"/>
              </a:lnSpc>
              <a:spcBef>
                <a:spcPts val="500"/>
              </a:spcBef>
              <a:spcAft>
                <a:spcPts val="0"/>
              </a:spcAft>
              <a:buClr>
                <a:schemeClr val="dk1"/>
              </a:buClr>
              <a:buSzPts val="2200"/>
              <a:buChar char="■"/>
              <a:defRPr sz="1417"/>
            </a:lvl3pPr>
            <a:lvl4pPr indent="-306917" lvl="3" marL="1524000" algn="l">
              <a:lnSpc>
                <a:spcPct val="90000"/>
              </a:lnSpc>
              <a:spcBef>
                <a:spcPts val="500"/>
              </a:spcBef>
              <a:spcAft>
                <a:spcPts val="0"/>
              </a:spcAft>
              <a:buClr>
                <a:schemeClr val="dk1"/>
              </a:buClr>
              <a:buSzPts val="2200"/>
              <a:buChar char="●"/>
              <a:defRPr sz="1417"/>
            </a:lvl4pPr>
            <a:lvl5pPr indent="-306917" lvl="4" marL="1905000" algn="l">
              <a:lnSpc>
                <a:spcPct val="90000"/>
              </a:lnSpc>
              <a:spcBef>
                <a:spcPts val="500"/>
              </a:spcBef>
              <a:spcAft>
                <a:spcPts val="0"/>
              </a:spcAft>
              <a:buClr>
                <a:schemeClr val="dk1"/>
              </a:buClr>
              <a:buSzPts val="2200"/>
              <a:buChar char="○"/>
              <a:defRPr sz="1417"/>
            </a:lvl5pPr>
            <a:lvl6pPr indent="-306917" lvl="5" marL="2286000" algn="l">
              <a:lnSpc>
                <a:spcPct val="90000"/>
              </a:lnSpc>
              <a:spcBef>
                <a:spcPts val="500"/>
              </a:spcBef>
              <a:spcAft>
                <a:spcPts val="0"/>
              </a:spcAft>
              <a:buClr>
                <a:schemeClr val="dk1"/>
              </a:buClr>
              <a:buSzPts val="2200"/>
              <a:buChar char="■"/>
              <a:defRPr sz="1417"/>
            </a:lvl6pPr>
            <a:lvl7pPr indent="-306917" lvl="6" marL="2667000" algn="l">
              <a:lnSpc>
                <a:spcPct val="90000"/>
              </a:lnSpc>
              <a:spcBef>
                <a:spcPts val="500"/>
              </a:spcBef>
              <a:spcAft>
                <a:spcPts val="0"/>
              </a:spcAft>
              <a:buClr>
                <a:schemeClr val="dk1"/>
              </a:buClr>
              <a:buSzPts val="2200"/>
              <a:buChar char="●"/>
              <a:defRPr sz="1417"/>
            </a:lvl7pPr>
            <a:lvl8pPr indent="-306917" lvl="7" marL="3048000" algn="l">
              <a:lnSpc>
                <a:spcPct val="90000"/>
              </a:lnSpc>
              <a:spcBef>
                <a:spcPts val="500"/>
              </a:spcBef>
              <a:spcAft>
                <a:spcPts val="0"/>
              </a:spcAft>
              <a:buClr>
                <a:schemeClr val="dk1"/>
              </a:buClr>
              <a:buSzPts val="2200"/>
              <a:buChar char="○"/>
              <a:defRPr sz="1417"/>
            </a:lvl8pPr>
            <a:lvl9pPr indent="-306917" lvl="8" marL="3429000" algn="l">
              <a:lnSpc>
                <a:spcPct val="90000"/>
              </a:lnSpc>
              <a:spcBef>
                <a:spcPts val="500"/>
              </a:spcBef>
              <a:spcAft>
                <a:spcPts val="0"/>
              </a:spcAft>
              <a:buClr>
                <a:schemeClr val="dk1"/>
              </a:buClr>
              <a:buSzPts val="2200"/>
              <a:buChar char="■"/>
              <a:defRPr sz="1417"/>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slideLayout" Target="../slideLayouts/slideLayout38.xml"/><Relationship Id="rId3" Type="http://schemas.openxmlformats.org/officeDocument/2006/relationships/slideLayout" Target="../slideLayouts/slideLayout39.xml"/><Relationship Id="rId4" Type="http://schemas.openxmlformats.org/officeDocument/2006/relationships/slideLayout" Target="../slideLayouts/slideLayout40.xml"/><Relationship Id="rId5" Type="http://schemas.openxmlformats.org/officeDocument/2006/relationships/slideLayout" Target="../slideLayouts/slideLayout41.xml"/><Relationship Id="rId6" Type="http://schemas.openxmlformats.org/officeDocument/2006/relationships/slideLayout" Target="../slideLayouts/slideLayout42.xml"/><Relationship Id="rId7" Type="http://schemas.openxmlformats.org/officeDocument/2006/relationships/slideLayout" Target="../slideLayouts/slideLayout43.xml"/><Relationship Id="rId8" Type="http://schemas.openxmlformats.org/officeDocument/2006/relationships/slideLayout" Target="../slideLayouts/slideLayout44.xml"/><Relationship Id="rId9" Type="http://schemas.openxmlformats.org/officeDocument/2006/relationships/slideLayout" Target="../slideLayouts/slideLayout45.xml"/><Relationship Id="rId10" Type="http://schemas.openxmlformats.org/officeDocument/2006/relationships/slideLayout" Target="../slideLayouts/slideLayout46.xml"/><Relationship Id="rId11" Type="http://schemas.openxmlformats.org/officeDocument/2006/relationships/slideLayout" Target="../slideLayouts/slideLayout47.xml"/><Relationship Id="rId12" Type="http://schemas.openxmlformats.org/officeDocument/2006/relationships/slideLayout" Target="../slideLayouts/slideLayout48.xml"/><Relationship Id="rId13" Type="http://schemas.openxmlformats.org/officeDocument/2006/relationships/slideLayout" Target="../slideLayouts/slideLayout49.xml"/><Relationship Id="rId14" Type="http://schemas.openxmlformats.org/officeDocument/2006/relationships/slideLayout" Target="../slideLayouts/slideLayout50.xml"/><Relationship Id="rId15" Type="http://schemas.openxmlformats.org/officeDocument/2006/relationships/slideLayout" Target="../slideLayouts/slideLayout51.xml"/><Relationship Id="rId16" Type="http://schemas.openxmlformats.org/officeDocument/2006/relationships/slideLayout" Target="../slideLayouts/slideLayout52.xml"/><Relationship Id="rId17" Type="http://schemas.openxmlformats.org/officeDocument/2006/relationships/slideLayout" Target="../slideLayouts/slideLayout53.xml"/><Relationship Id="rId18" Type="http://schemas.openxmlformats.org/officeDocument/2006/relationships/slideLayout" Target="../slideLayouts/slideLayout54.xml"/><Relationship Id="rId19" Type="http://schemas.openxmlformats.org/officeDocument/2006/relationships/slideLayout" Target="../slideLayouts/slideLayout55.xml"/><Relationship Id="rId20" Type="http://schemas.openxmlformats.org/officeDocument/2006/relationships/slideLayout" Target="../slideLayouts/slideLayout56.xml"/><Relationship Id="rId21" Type="http://schemas.openxmlformats.org/officeDocument/2006/relationships/slideLayout" Target="../slideLayouts/slideLayout57.xml"/><Relationship Id="rId22" Type="http://schemas.openxmlformats.org/officeDocument/2006/relationships/slideLayout" Target="../slideLayouts/slideLayout58.xml"/><Relationship Id="rId23" Type="http://schemas.openxmlformats.org/officeDocument/2006/relationships/slideLayout" Target="../slideLayouts/slideLayout59.xml"/><Relationship Id="rId24" Type="http://schemas.openxmlformats.org/officeDocument/2006/relationships/slideLayout" Target="../slideLayouts/slideLayout60.xml"/><Relationship Id="rId25" Type="http://schemas.openxmlformats.org/officeDocument/2006/relationships/slideLayout" Target="../slideLayouts/slideLayout61.xml"/><Relationship Id="rId26" Type="http://schemas.openxmlformats.org/officeDocument/2006/relationships/slideLayout" Target="../slideLayouts/slideLayout62.xml"/><Relationship Id="rId27" Type="http://schemas.openxmlformats.org/officeDocument/2006/relationships/slideLayout" Target="../slideLayouts/slideLayout63.xml"/><Relationship Id="rId28" Type="http://schemas.openxmlformats.org/officeDocument/2006/relationships/slideLayout" Target="../slideLayouts/slideLayout64.xml"/><Relationship Id="rId29" Type="http://schemas.openxmlformats.org/officeDocument/2006/relationships/slideLayout" Target="../slideLayouts/slideLayout65.xml"/><Relationship Id="rId30" Type="http://schemas.openxmlformats.org/officeDocument/2006/relationships/slideLayout" Target="../slideLayouts/slideLayout66.xml"/><Relationship Id="rId31" Type="http://schemas.openxmlformats.org/officeDocument/2006/relationships/slideLayout" Target="../slideLayouts/slideLayout67.xml"/><Relationship Id="rId32" Type="http://schemas.openxmlformats.org/officeDocument/2006/relationships/slideLayout" Target="../slideLayouts/slideLayout68.xml"/><Relationship Id="rId33" Type="http://schemas.openxmlformats.org/officeDocument/2006/relationships/slideLayout" Target="../slideLayouts/slideLayout69.xml"/><Relationship Id="rId34" Type="http://schemas.openxmlformats.org/officeDocument/2006/relationships/slideLayout" Target="../slideLayouts/slideLayout70.xml"/><Relationship Id="rId35" Type="http://schemas.openxmlformats.org/officeDocument/2006/relationships/slideLayout" Target="../slideLayouts/slideLayout71.xml"/><Relationship Id="rId36" Type="http://schemas.openxmlformats.org/officeDocument/2006/relationships/slideLayout" Target="../slideLayouts/slideLayout72.xml"/><Relationship Id="rId37" Type="http://schemas.openxmlformats.org/officeDocument/2006/relationships/slideLayout" Target="../slideLayouts/slideLayout73.xml"/><Relationship Id="rId38" Type="http://schemas.openxmlformats.org/officeDocument/2006/relationships/slideLayout" Target="../slideLayouts/slideLayout74.xml"/><Relationship Id="rId39" Type="http://schemas.openxmlformats.org/officeDocument/2006/relationships/slideLayout" Target="../slideLayouts/slideLayout75.xml"/><Relationship Id="rId40" Type="http://schemas.openxmlformats.org/officeDocument/2006/relationships/slideLayout" Target="../slideLayouts/slideLayout76.xml"/><Relationship Id="rId41" Type="http://schemas.openxmlformats.org/officeDocument/2006/relationships/slideLayout" Target="../slideLayouts/slideLayout77.xml"/><Relationship Id="rId42"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78.xml"/><Relationship Id="rId2" Type="http://schemas.openxmlformats.org/officeDocument/2006/relationships/slideLayout" Target="../slideLayouts/slideLayout79.xml"/><Relationship Id="rId3" Type="http://schemas.openxmlformats.org/officeDocument/2006/relationships/slideLayout" Target="../slideLayouts/slideLayout80.xml"/><Relationship Id="rId4" Type="http://schemas.openxmlformats.org/officeDocument/2006/relationships/slideLayout" Target="../slideLayouts/slideLayout81.xml"/><Relationship Id="rId5" Type="http://schemas.openxmlformats.org/officeDocument/2006/relationships/slideLayout" Target="../slideLayouts/slideLayout82.xml"/><Relationship Id="rId6" Type="http://schemas.openxmlformats.org/officeDocument/2006/relationships/slideLayout" Target="../slideLayouts/slideLayout83.xml"/><Relationship Id="rId7" Type="http://schemas.openxmlformats.org/officeDocument/2006/relationships/slideLayout" Target="../slideLayouts/slideLayout84.xml"/><Relationship Id="rId8" Type="http://schemas.openxmlformats.org/officeDocument/2006/relationships/slideLayout" Target="../slideLayouts/slideLayout85.xml"/><Relationship Id="rId9" Type="http://schemas.openxmlformats.org/officeDocument/2006/relationships/slideLayout" Target="../slideLayouts/slideLayout86.xml"/><Relationship Id="rId10"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4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4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Noto Sans Symbols"/>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Noto Sans Symbols"/>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Noto Sans Symbols"/>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Noto Sans Symbols"/>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Noto Sans Symbols"/>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4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4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41"/>
          <p:cNvSpPr txBox="1"/>
          <p:nvPr>
            <p:ph idx="12" type="sldNum"/>
          </p:nvPr>
        </p:nvSpPr>
        <p:spPr>
          <a:xfrm>
            <a:off x="11690927" y="6492875"/>
            <a:ext cx="501073"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800" u="none" cap="none" strike="noStrike">
                <a:solidFill>
                  <a:schemeClr val="dk1"/>
                </a:solidFill>
                <a:latin typeface="Calibri"/>
                <a:ea typeface="Calibri"/>
                <a:cs typeface="Calibri"/>
                <a:sym typeface="Calibri"/>
              </a:defRPr>
            </a:lvl1pPr>
            <a:lvl2pPr indent="0" lvl="1" marL="0" marR="0" rtl="0" algn="l">
              <a:spcBef>
                <a:spcPts val="0"/>
              </a:spcBef>
              <a:buNone/>
              <a:defRPr b="0" i="0" sz="1800" u="none" cap="none" strike="noStrike">
                <a:solidFill>
                  <a:schemeClr val="dk1"/>
                </a:solidFill>
                <a:latin typeface="Calibri"/>
                <a:ea typeface="Calibri"/>
                <a:cs typeface="Calibri"/>
                <a:sym typeface="Calibri"/>
              </a:defRPr>
            </a:lvl2pPr>
            <a:lvl3pPr indent="0" lvl="2" marL="0" marR="0" rtl="0" algn="l">
              <a:spcBef>
                <a:spcPts val="0"/>
              </a:spcBef>
              <a:buNone/>
              <a:defRPr b="0" i="0" sz="1800" u="none" cap="none" strike="noStrike">
                <a:solidFill>
                  <a:schemeClr val="dk1"/>
                </a:solidFill>
                <a:latin typeface="Calibri"/>
                <a:ea typeface="Calibri"/>
                <a:cs typeface="Calibri"/>
                <a:sym typeface="Calibri"/>
              </a:defRPr>
            </a:lvl3pPr>
            <a:lvl4pPr indent="0" lvl="3" marL="0" marR="0" rtl="0" algn="l">
              <a:spcBef>
                <a:spcPts val="0"/>
              </a:spcBef>
              <a:buNone/>
              <a:defRPr b="0" i="0" sz="1800" u="none" cap="none" strike="noStrike">
                <a:solidFill>
                  <a:schemeClr val="dk1"/>
                </a:solidFill>
                <a:latin typeface="Calibri"/>
                <a:ea typeface="Calibri"/>
                <a:cs typeface="Calibri"/>
                <a:sym typeface="Calibri"/>
              </a:defRPr>
            </a:lvl4pPr>
            <a:lvl5pPr indent="0" lvl="4" marL="0" marR="0" rtl="0" algn="l">
              <a:spcBef>
                <a:spcPts val="0"/>
              </a:spcBef>
              <a:buNone/>
              <a:defRPr b="0" i="0" sz="1800" u="none" cap="none" strike="noStrike">
                <a:solidFill>
                  <a:schemeClr val="dk1"/>
                </a:solidFill>
                <a:latin typeface="Calibri"/>
                <a:ea typeface="Calibri"/>
                <a:cs typeface="Calibri"/>
                <a:sym typeface="Calibri"/>
              </a:defRPr>
            </a:lvl5pPr>
            <a:lvl6pPr indent="0" lvl="5" marL="0" marR="0" rtl="0" algn="l">
              <a:spcBef>
                <a:spcPts val="0"/>
              </a:spcBef>
              <a:buNone/>
              <a:defRPr b="0" i="0" sz="1800" u="none" cap="none" strike="noStrike">
                <a:solidFill>
                  <a:schemeClr val="dk1"/>
                </a:solidFill>
                <a:latin typeface="Calibri"/>
                <a:ea typeface="Calibri"/>
                <a:cs typeface="Calibri"/>
                <a:sym typeface="Calibri"/>
              </a:defRPr>
            </a:lvl6pPr>
            <a:lvl7pPr indent="0" lvl="6" marL="0" marR="0" rtl="0" algn="l">
              <a:spcBef>
                <a:spcPts val="0"/>
              </a:spcBef>
              <a:buNone/>
              <a:defRPr b="0" i="0" sz="1800" u="none" cap="none" strike="noStrike">
                <a:solidFill>
                  <a:schemeClr val="dk1"/>
                </a:solidFill>
                <a:latin typeface="Calibri"/>
                <a:ea typeface="Calibri"/>
                <a:cs typeface="Calibri"/>
                <a:sym typeface="Calibri"/>
              </a:defRPr>
            </a:lvl7pPr>
            <a:lvl8pPr indent="0" lvl="7" marL="0" marR="0" rtl="0" algn="l">
              <a:spcBef>
                <a:spcPts val="0"/>
              </a:spcBef>
              <a:buNone/>
              <a:defRPr b="0" i="0" sz="1800" u="none" cap="none" strike="noStrike">
                <a:solidFill>
                  <a:schemeClr val="dk1"/>
                </a:solidFill>
                <a:latin typeface="Calibri"/>
                <a:ea typeface="Calibri"/>
                <a:cs typeface="Calibri"/>
                <a:sym typeface="Calibri"/>
              </a:defRPr>
            </a:lvl8pPr>
            <a:lvl9pPr indent="0" lvl="8" marL="0" marR="0" rtl="0" algn="l">
              <a:spcBef>
                <a:spcPts val="0"/>
              </a:spcBef>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19" name="Shape 219"/>
        <p:cNvGrpSpPr/>
        <p:nvPr/>
      </p:nvGrpSpPr>
      <p:grpSpPr>
        <a:xfrm>
          <a:off x="0" y="0"/>
          <a:ext cx="0" cy="0"/>
          <a:chOff x="0" y="0"/>
          <a:chExt cx="0" cy="0"/>
        </a:xfrm>
      </p:grpSpPr>
      <p:sp>
        <p:nvSpPr>
          <p:cNvPr id="220" name="Google Shape;220;p54"/>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600"/>
              <a:buFont typeface="Play"/>
              <a:buNone/>
              <a:defRPr b="0" i="0" sz="36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21" name="Google Shape;221;p54"/>
          <p:cNvSpPr txBox="1"/>
          <p:nvPr>
            <p:ph idx="1" type="body"/>
          </p:nvPr>
        </p:nvSpPr>
        <p:spPr>
          <a:xfrm>
            <a:off x="381000" y="1491673"/>
            <a:ext cx="10972800" cy="468529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Play"/>
              <a:buChar char="•"/>
              <a:defRPr b="0" i="0" sz="2800" u="none" cap="none" strike="noStrike">
                <a:solidFill>
                  <a:schemeClr val="dk1"/>
                </a:solidFill>
                <a:latin typeface="Play"/>
                <a:ea typeface="Play"/>
                <a:cs typeface="Play"/>
                <a:sym typeface="Play"/>
              </a:defRPr>
            </a:lvl1pPr>
            <a:lvl2pPr indent="-381000" lvl="1" marL="914400" marR="0" rtl="0" algn="l">
              <a:lnSpc>
                <a:spcPct val="90000"/>
              </a:lnSpc>
              <a:spcBef>
                <a:spcPts val="500"/>
              </a:spcBef>
              <a:spcAft>
                <a:spcPts val="0"/>
              </a:spcAft>
              <a:buClr>
                <a:schemeClr val="dk1"/>
              </a:buClr>
              <a:buSzPts val="2400"/>
              <a:buFont typeface="Play"/>
              <a:buChar char="•"/>
              <a:defRPr b="0" i="0" sz="2400" u="none" cap="none" strike="noStrike">
                <a:solidFill>
                  <a:schemeClr val="dk1"/>
                </a:solidFill>
                <a:latin typeface="Play"/>
                <a:ea typeface="Play"/>
                <a:cs typeface="Play"/>
                <a:sym typeface="Play"/>
              </a:defRPr>
            </a:lvl2pPr>
            <a:lvl3pPr indent="-355600" lvl="2" marL="1371600" marR="0" rtl="0" algn="l">
              <a:lnSpc>
                <a:spcPct val="90000"/>
              </a:lnSpc>
              <a:spcBef>
                <a:spcPts val="500"/>
              </a:spcBef>
              <a:spcAft>
                <a:spcPts val="0"/>
              </a:spcAft>
              <a:buClr>
                <a:schemeClr val="dk1"/>
              </a:buClr>
              <a:buSzPts val="2000"/>
              <a:buFont typeface="Play"/>
              <a:buChar char="•"/>
              <a:defRPr b="0" i="0" sz="2000" u="none" cap="none" strike="noStrike">
                <a:solidFill>
                  <a:schemeClr val="dk1"/>
                </a:solidFill>
                <a:latin typeface="Play"/>
                <a:ea typeface="Play"/>
                <a:cs typeface="Play"/>
                <a:sym typeface="Play"/>
              </a:defRPr>
            </a:lvl3pPr>
            <a:lvl4pPr indent="-342900" lvl="3" marL="1828800" marR="0" rtl="0" algn="l">
              <a:lnSpc>
                <a:spcPct val="90000"/>
              </a:lnSpc>
              <a:spcBef>
                <a:spcPts val="500"/>
              </a:spcBef>
              <a:spcAft>
                <a:spcPts val="0"/>
              </a:spcAft>
              <a:buClr>
                <a:schemeClr val="dk1"/>
              </a:buClr>
              <a:buSzPts val="1800"/>
              <a:buFont typeface="Play"/>
              <a:buChar char="•"/>
              <a:defRPr b="0" i="0" sz="1800" u="none" cap="none" strike="noStrike">
                <a:solidFill>
                  <a:schemeClr val="dk1"/>
                </a:solidFill>
                <a:latin typeface="Play"/>
                <a:ea typeface="Play"/>
                <a:cs typeface="Play"/>
                <a:sym typeface="Play"/>
              </a:defRPr>
            </a:lvl4pPr>
            <a:lvl5pPr indent="-330200" lvl="4" marL="2286000" marR="0" rtl="0" algn="l">
              <a:lnSpc>
                <a:spcPct val="90000"/>
              </a:lnSpc>
              <a:spcBef>
                <a:spcPts val="500"/>
              </a:spcBef>
              <a:spcAft>
                <a:spcPts val="0"/>
              </a:spcAft>
              <a:buClr>
                <a:schemeClr val="dk1"/>
              </a:buClr>
              <a:buSzPts val="1600"/>
              <a:buFont typeface="Play"/>
              <a:buChar char="•"/>
              <a:defRPr b="0" i="0" sz="1600" u="none" cap="none" strike="noStrike">
                <a:solidFill>
                  <a:schemeClr val="dk1"/>
                </a:solidFill>
                <a:latin typeface="Play"/>
                <a:ea typeface="Play"/>
                <a:cs typeface="Play"/>
                <a:sym typeface="Play"/>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9pPr>
          </a:lstStyle>
          <a:p/>
        </p:txBody>
      </p:sp>
    </p:spTree>
  </p:cSld>
  <p:clrMap accent1="accent1" accent2="accent2" accent3="accent3" accent4="accent4" accent5="accent5" accent6="accent6" bg1="lt1" bg2="dk2" tx1="dk1" tx2="lt2" folHlink="folHlink" hlink="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 id="2147483697" r:id="rId12"/>
    <p:sldLayoutId id="2147483698" r:id="rId13"/>
    <p:sldLayoutId id="2147483699" r:id="rId14"/>
    <p:sldLayoutId id="2147483700" r:id="rId15"/>
    <p:sldLayoutId id="2147483701" r:id="rId16"/>
    <p:sldLayoutId id="2147483702" r:id="rId17"/>
    <p:sldLayoutId id="2147483703" r:id="rId18"/>
    <p:sldLayoutId id="2147483704" r:id="rId19"/>
    <p:sldLayoutId id="2147483705" r:id="rId20"/>
    <p:sldLayoutId id="2147483706" r:id="rId21"/>
    <p:sldLayoutId id="2147483707" r:id="rId22"/>
    <p:sldLayoutId id="2147483708" r:id="rId23"/>
    <p:sldLayoutId id="2147483709" r:id="rId24"/>
    <p:sldLayoutId id="2147483710" r:id="rId25"/>
    <p:sldLayoutId id="2147483711" r:id="rId26"/>
    <p:sldLayoutId id="2147483712" r:id="rId27"/>
    <p:sldLayoutId id="2147483713" r:id="rId28"/>
    <p:sldLayoutId id="2147483714" r:id="rId29"/>
    <p:sldLayoutId id="2147483715" r:id="rId30"/>
    <p:sldLayoutId id="2147483716" r:id="rId31"/>
    <p:sldLayoutId id="2147483717" r:id="rId32"/>
    <p:sldLayoutId id="2147483718" r:id="rId33"/>
    <p:sldLayoutId id="2147483719" r:id="rId34"/>
    <p:sldLayoutId id="2147483720" r:id="rId35"/>
    <p:sldLayoutId id="2147483721" r:id="rId36"/>
    <p:sldLayoutId id="2147483722" r:id="rId37"/>
    <p:sldLayoutId id="2147483723" r:id="rId38"/>
    <p:sldLayoutId id="2147483724" r:id="rId39"/>
    <p:sldLayoutId id="2147483725" r:id="rId40"/>
    <p:sldLayoutId id="2147483726" r:id="rId4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801" r:id="rId1"/>
    <p:sldLayoutId id="2147483802" r:id="rId2"/>
    <p:sldLayoutId id="2147483803" r:id="rId3"/>
    <p:sldLayoutId id="2147483804" r:id="rId4"/>
    <p:sldLayoutId id="2147483805" r:id="rId5"/>
    <p:sldLayoutId id="2147483806" r:id="rId6"/>
    <p:sldLayoutId id="2147483807" r:id="rId7"/>
    <p:sldLayoutId id="2147483808" r:id="rId8"/>
    <p:sldLayoutId id="2147483809" r:id="rId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8.jpg"/><Relationship Id="rId4" Type="http://schemas.openxmlformats.org/officeDocument/2006/relationships/image" Target="../media/image30.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68.gif"/><Relationship Id="rId4" Type="http://schemas.openxmlformats.org/officeDocument/2006/relationships/image" Target="../media/image47.gif"/><Relationship Id="rId5" Type="http://schemas.openxmlformats.org/officeDocument/2006/relationships/image" Target="../media/image4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4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39.xml"/><Relationship Id="rId3" Type="http://schemas.openxmlformats.org/officeDocument/2006/relationships/image" Target="../media/image67.jpg"/><Relationship Id="rId4" Type="http://schemas.openxmlformats.org/officeDocument/2006/relationships/image" Target="../media/image5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8.xml"/><Relationship Id="rId2" Type="http://schemas.openxmlformats.org/officeDocument/2006/relationships/notesSlide" Target="../notesSlides/notesSlide141.xml"/><Relationship Id="rId3" Type="http://schemas.openxmlformats.org/officeDocument/2006/relationships/image" Target="../media/d1_image1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1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0.xml"/><Relationship Id="rId2" Type="http://schemas.openxmlformats.org/officeDocument/2006/relationships/notesSlide" Target="../notesSlides/notesSlide143.xml"/><Relationship Id="rId3" Type="http://schemas.openxmlformats.org/officeDocument/2006/relationships/image" Target="../media/d1_image2.png"/><Relationship Id="rId4" Type="http://schemas.openxmlformats.org/officeDocument/2006/relationships/image" Target="../media/d1_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144.xml"/><Relationship Id="rId3" Type="http://schemas.openxmlformats.org/officeDocument/2006/relationships/image" Target="../media/d1_image6.png"/><Relationship Id="rId4" Type="http://schemas.openxmlformats.org/officeDocument/2006/relationships/image" Target="../media/d1_image8.png"/><Relationship Id="rId5" Type="http://schemas.openxmlformats.org/officeDocument/2006/relationships/image" Target="../media/d1_image4.png"/><Relationship Id="rId6" Type="http://schemas.openxmlformats.org/officeDocument/2006/relationships/image" Target="../media/d1_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notesSlide" Target="../notesSlides/notesSlide1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3.xml"/><Relationship Id="rId2" Type="http://schemas.openxmlformats.org/officeDocument/2006/relationships/notesSlide" Target="../notesSlides/notesSlide146.xml"/><Relationship Id="rId3" Type="http://schemas.openxmlformats.org/officeDocument/2006/relationships/image" Target="../media/d1_image9.png"/><Relationship Id="rId4" Type="http://schemas.openxmlformats.org/officeDocument/2006/relationships/image" Target="../media/d1_image11.png"/><Relationship Id="rId5" Type="http://schemas.openxmlformats.org/officeDocument/2006/relationships/image" Target="../media/d1_image10.png"/><Relationship Id="rId6" Type="http://schemas.openxmlformats.org/officeDocument/2006/relationships/image" Target="../media/d1_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6.xml"/><Relationship Id="rId2" Type="http://schemas.openxmlformats.org/officeDocument/2006/relationships/notesSlide" Target="../notesSlides/notesSlide1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1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1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1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1"/>
          <p:cNvSpPr txBox="1"/>
          <p:nvPr>
            <p:ph type="title"/>
          </p:nvPr>
        </p:nvSpPr>
        <p:spPr>
          <a:xfrm>
            <a:off x="1833785" y="1743334"/>
            <a:ext cx="8781661" cy="18748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000000"/>
              </a:buClr>
              <a:buSzPts val="6000"/>
              <a:buFont typeface="Play"/>
              <a:buNone/>
            </a:pPr>
            <a:r>
              <a:rPr lang="en-US">
                <a:solidFill>
                  <a:srgbClr val="000000"/>
                </a:solidFill>
                <a:latin typeface="Play"/>
                <a:ea typeface="Play"/>
                <a:cs typeface="Play"/>
                <a:sym typeface="Play"/>
              </a:rPr>
              <a:t>AI for Manufacturing </a:t>
            </a:r>
            <a:br>
              <a:rPr lang="en-US">
                <a:solidFill>
                  <a:srgbClr val="000000"/>
                </a:solidFill>
                <a:latin typeface="Play"/>
                <a:ea typeface="Play"/>
                <a:cs typeface="Play"/>
                <a:sym typeface="Play"/>
              </a:rPr>
            </a:br>
            <a:r>
              <a:rPr lang="en-US" sz="6000">
                <a:solidFill>
                  <a:srgbClr val="000000"/>
                </a:solidFill>
                <a:latin typeface="Play"/>
                <a:ea typeface="Play"/>
                <a:cs typeface="Play"/>
                <a:sym typeface="Play"/>
              </a:rPr>
              <a:t>GRCC Training</a:t>
            </a:r>
            <a:endParaRPr/>
          </a:p>
        </p:txBody>
      </p:sp>
      <p:sp>
        <p:nvSpPr>
          <p:cNvPr id="487" name="Google Shape;487;p1"/>
          <p:cNvSpPr txBox="1"/>
          <p:nvPr>
            <p:ph idx="1" type="body"/>
          </p:nvPr>
        </p:nvSpPr>
        <p:spPr>
          <a:xfrm>
            <a:off x="1833563" y="3710273"/>
            <a:ext cx="5176837" cy="649287"/>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US"/>
              <a:t>AI for Workforce</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2"/>
          <p:cNvSpPr txBox="1"/>
          <p:nvPr>
            <p:ph type="ctrTitle"/>
          </p:nvPr>
        </p:nvSpPr>
        <p:spPr>
          <a:xfrm>
            <a:off x="1125989" y="669057"/>
            <a:ext cx="4333906" cy="151773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000000"/>
              </a:buClr>
              <a:buSzPts val="4200"/>
              <a:buFont typeface="Play"/>
              <a:buNone/>
            </a:pPr>
            <a:r>
              <a:rPr lang="en-US" sz="4200"/>
              <a:t>Welcome!</a:t>
            </a:r>
            <a:endParaRPr/>
          </a:p>
        </p:txBody>
      </p:sp>
      <p:sp>
        <p:nvSpPr>
          <p:cNvPr id="494" name="Google Shape;494;p2"/>
          <p:cNvSpPr txBox="1"/>
          <p:nvPr/>
        </p:nvSpPr>
        <p:spPr>
          <a:xfrm>
            <a:off x="1314300" y="4751625"/>
            <a:ext cx="10713600" cy="1517700"/>
          </a:xfrm>
          <a:prstGeom prst="rect">
            <a:avLst/>
          </a:prstGeom>
          <a:noFill/>
          <a:ln>
            <a:noFill/>
          </a:ln>
        </p:spPr>
        <p:txBody>
          <a:bodyPr anchorCtr="0" anchor="b" bIns="45700" lIns="91425" spcFirstLastPara="1" rIns="91425" wrap="square" tIns="45700">
            <a:normAutofit/>
          </a:bodyPr>
          <a:lstStyle/>
          <a:p>
            <a:pPr indent="0" lvl="0" marL="0" marR="0" rtl="0" algn="l">
              <a:lnSpc>
                <a:spcPct val="90000"/>
              </a:lnSpc>
              <a:spcBef>
                <a:spcPts val="0"/>
              </a:spcBef>
              <a:spcAft>
                <a:spcPts val="0"/>
              </a:spcAft>
              <a:buClr>
                <a:srgbClr val="000000"/>
              </a:buClr>
              <a:buSzPts val="4200"/>
              <a:buFont typeface="Play"/>
              <a:buNone/>
            </a:pPr>
            <a:r>
              <a:rPr lang="en-US" sz="4200">
                <a:solidFill>
                  <a:srgbClr val="000000"/>
                </a:solidFill>
                <a:latin typeface="Play"/>
                <a:ea typeface="Play"/>
                <a:cs typeface="Play"/>
                <a:sym typeface="Play"/>
              </a:rPr>
              <a:t>Get all the content at:</a:t>
            </a:r>
            <a:endParaRPr/>
          </a:p>
          <a:p>
            <a:pPr indent="0" lvl="0" marL="0" marR="0" rtl="0" algn="l">
              <a:lnSpc>
                <a:spcPct val="90000"/>
              </a:lnSpc>
              <a:spcBef>
                <a:spcPts val="0"/>
              </a:spcBef>
              <a:spcAft>
                <a:spcPts val="0"/>
              </a:spcAft>
              <a:buClr>
                <a:srgbClr val="000000"/>
              </a:buClr>
              <a:buSzPts val="4500"/>
              <a:buFont typeface="Play"/>
              <a:buNone/>
            </a:pPr>
            <a:r>
              <a:rPr lang="en-US" sz="4500">
                <a:solidFill>
                  <a:srgbClr val="000000"/>
                </a:solidFill>
                <a:latin typeface="Play"/>
                <a:ea typeface="Play"/>
                <a:cs typeface="Play"/>
                <a:sym typeface="Play"/>
              </a:rPr>
              <a:t>https://github.com/grcc-resendiz/ai-manufacturing-muskegon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9" name="Shape 499"/>
        <p:cNvGrpSpPr/>
        <p:nvPr/>
      </p:nvGrpSpPr>
      <p:grpSpPr>
        <a:xfrm>
          <a:off x="0" y="0"/>
          <a:ext cx="0" cy="0"/>
          <a:chOff x="0" y="0"/>
          <a:chExt cx="0" cy="0"/>
        </a:xfrm>
      </p:grpSpPr>
      <p:sp>
        <p:nvSpPr>
          <p:cNvPr id="500" name="Google Shape;500;p4"/>
          <p:cNvSpPr txBox="1"/>
          <p:nvPr>
            <p:ph type="title"/>
          </p:nvPr>
        </p:nvSpPr>
        <p:spPr>
          <a:xfrm>
            <a:off x="373305" y="386136"/>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Calibri"/>
              <a:buNone/>
            </a:pPr>
            <a:r>
              <a:rPr lang="en-US">
                <a:solidFill>
                  <a:schemeClr val="accent1"/>
                </a:solidFill>
                <a:latin typeface="Calibri"/>
                <a:ea typeface="Calibri"/>
                <a:cs typeface="Calibri"/>
                <a:sym typeface="Calibri"/>
              </a:rPr>
              <a:t>Introductions</a:t>
            </a:r>
            <a:endParaRPr/>
          </a:p>
          <a:p>
            <a:pPr indent="0" lvl="0" marL="0" rtl="0" algn="l">
              <a:lnSpc>
                <a:spcPct val="90000"/>
              </a:lnSpc>
              <a:spcBef>
                <a:spcPts val="0"/>
              </a:spcBef>
              <a:spcAft>
                <a:spcPts val="0"/>
              </a:spcAft>
              <a:buClr>
                <a:schemeClr val="dk1"/>
              </a:buClr>
              <a:buSzPts val="3600"/>
              <a:buFont typeface="Play"/>
              <a:buNone/>
            </a:pPr>
            <a:r>
              <a:t/>
            </a:r>
            <a:endParaRPr>
              <a:solidFill>
                <a:schemeClr val="accent1"/>
              </a:solidFill>
              <a:latin typeface="Calibri"/>
              <a:ea typeface="Calibri"/>
              <a:cs typeface="Calibri"/>
              <a:sym typeface="Calibri"/>
            </a:endParaRPr>
          </a:p>
        </p:txBody>
      </p:sp>
      <p:sp>
        <p:nvSpPr>
          <p:cNvPr id="501" name="Google Shape;501;p4"/>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02" name="Google Shape;502;p4"/>
          <p:cNvSpPr txBox="1"/>
          <p:nvPr/>
        </p:nvSpPr>
        <p:spPr>
          <a:xfrm>
            <a:off x="1303095" y="3909700"/>
            <a:ext cx="4438486" cy="175432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US" sz="1800">
                <a:solidFill>
                  <a:schemeClr val="dk1"/>
                </a:solidFill>
                <a:latin typeface="Calibri"/>
                <a:ea typeface="Calibri"/>
                <a:cs typeface="Calibri"/>
                <a:sym typeface="Calibri"/>
              </a:rPr>
              <a:t>Jonnathan is an Assistant Professor at the Computer Information Systems Department and the Faculty Director of the AI Incubator at GRCC. He has a M.S. in Computer Science from the University of Texas at Dallas. </a:t>
            </a:r>
            <a:endParaRPr/>
          </a:p>
        </p:txBody>
      </p:sp>
      <p:sp>
        <p:nvSpPr>
          <p:cNvPr id="503" name="Google Shape;503;p4"/>
          <p:cNvSpPr txBox="1"/>
          <p:nvPr/>
        </p:nvSpPr>
        <p:spPr>
          <a:xfrm>
            <a:off x="6450421" y="3909700"/>
            <a:ext cx="4832555" cy="203132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US" sz="1800">
                <a:solidFill>
                  <a:schemeClr val="dk1"/>
                </a:solidFill>
                <a:latin typeface="Calibri"/>
                <a:ea typeface="Calibri"/>
                <a:cs typeface="Calibri"/>
                <a:sym typeface="Calibri"/>
              </a:rPr>
              <a:t>Clayton Corrello teaches in the Business/Computer Information Systems Department at GRCC, including AI courses where students run local LLMs with LM Studio. He earned his B.S. from Northern Michigan University and his M.S. from Grand Valley State University.</a:t>
            </a:r>
            <a:endParaRPr/>
          </a:p>
        </p:txBody>
      </p:sp>
      <p:pic>
        <p:nvPicPr>
          <p:cNvPr descr="A person in a black suit&#10;&#10;AI-generated content may be incorrect." id="505" name="Google Shape;505;p4"/>
          <p:cNvPicPr preferRelativeResize="0"/>
          <p:nvPr/>
        </p:nvPicPr>
        <p:blipFill rotWithShape="1">
          <a:blip r:embed="rId4">
            <a:alphaModFix/>
          </a:blip>
          <a:srcRect b="0" l="0" r="0" t="0"/>
          <a:stretch/>
        </p:blipFill>
        <p:spPr>
          <a:xfrm>
            <a:off x="1303095" y="1048917"/>
            <a:ext cx="3999943" cy="265535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5"/>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Introduction to AI </a:t>
            </a:r>
            <a:endParaRPr/>
          </a:p>
        </p:txBody>
      </p:sp>
      <p:sp>
        <p:nvSpPr>
          <p:cNvPr id="512" name="Google Shape;512;p5"/>
          <p:cNvSpPr txBox="1"/>
          <p:nvPr>
            <p:ph idx="1" type="body"/>
          </p:nvPr>
        </p:nvSpPr>
        <p:spPr>
          <a:xfrm>
            <a:off x="431800" y="2006539"/>
            <a:ext cx="5783470" cy="3998912"/>
          </a:xfrm>
          <a:prstGeom prst="rect">
            <a:avLst/>
          </a:prstGeom>
          <a:noFill/>
          <a:ln>
            <a:noFill/>
          </a:ln>
        </p:spPr>
        <p:txBody>
          <a:bodyPr anchorCtr="0" anchor="t" bIns="45700" lIns="91425" spcFirstLastPara="1" rIns="91425" wrap="square" tIns="45700">
            <a:normAutofit fontScale="92500" lnSpcReduction="10000"/>
          </a:bodyPr>
          <a:lstStyle/>
          <a:p>
            <a:pPr indent="-285750" lvl="0" marL="285750" rtl="0" algn="l">
              <a:lnSpc>
                <a:spcPct val="90000"/>
              </a:lnSpc>
              <a:spcBef>
                <a:spcPts val="0"/>
              </a:spcBef>
              <a:spcAft>
                <a:spcPts val="0"/>
              </a:spcAft>
              <a:buClr>
                <a:schemeClr val="dk1"/>
              </a:buClr>
              <a:buSzPct val="100000"/>
              <a:buFont typeface="Noto Sans Symbols"/>
              <a:buChar char="▪"/>
            </a:pPr>
            <a:r>
              <a:rPr lang="en-US" sz="2800">
                <a:latin typeface="Play"/>
                <a:ea typeface="Play"/>
                <a:cs typeface="Play"/>
                <a:sym typeface="Play"/>
              </a:rPr>
              <a:t>Artificial intelligence (AI) is a machine’s ability to </a:t>
            </a:r>
            <a:r>
              <a:rPr lang="en-US" sz="2800">
                <a:solidFill>
                  <a:schemeClr val="accent1"/>
                </a:solidFill>
                <a:latin typeface="Play"/>
                <a:ea typeface="Play"/>
                <a:cs typeface="Play"/>
                <a:sym typeface="Play"/>
              </a:rPr>
              <a:t>understand, reason, and learn, </a:t>
            </a:r>
            <a:r>
              <a:rPr lang="en-US" sz="2800">
                <a:latin typeface="Play"/>
                <a:ea typeface="Play"/>
                <a:cs typeface="Play"/>
                <a:sym typeface="Play"/>
              </a:rPr>
              <a:t>aiming to achieve human-like intelligence.</a:t>
            </a:r>
            <a:endParaRPr/>
          </a:p>
          <a:p>
            <a:pPr indent="-121285" lvl="0" marL="285750" rtl="0" algn="l">
              <a:lnSpc>
                <a:spcPct val="90000"/>
              </a:lnSpc>
              <a:spcBef>
                <a:spcPts val="1000"/>
              </a:spcBef>
              <a:spcAft>
                <a:spcPts val="0"/>
              </a:spcAft>
              <a:buClr>
                <a:schemeClr val="dk1"/>
              </a:buClr>
              <a:buSzPct val="100000"/>
              <a:buFont typeface="Noto Sans Symbols"/>
              <a:buNone/>
            </a:pPr>
            <a:r>
              <a:t/>
            </a:r>
            <a:endParaRPr sz="2800">
              <a:latin typeface="Calibri"/>
              <a:ea typeface="Calibri"/>
              <a:cs typeface="Calibri"/>
              <a:sym typeface="Calibri"/>
            </a:endParaRPr>
          </a:p>
          <a:p>
            <a:pPr indent="-285750" lvl="0" marL="285750" rtl="0" algn="l">
              <a:lnSpc>
                <a:spcPct val="90000"/>
              </a:lnSpc>
              <a:spcBef>
                <a:spcPts val="1000"/>
              </a:spcBef>
              <a:spcAft>
                <a:spcPts val="0"/>
              </a:spcAft>
              <a:buClr>
                <a:schemeClr val="dk1"/>
              </a:buClr>
              <a:buSzPct val="100000"/>
              <a:buFont typeface="Noto Sans Symbols"/>
              <a:buChar char="▪"/>
            </a:pPr>
            <a:r>
              <a:rPr lang="en-US" sz="2800">
                <a:latin typeface="Play"/>
                <a:ea typeface="Play"/>
                <a:cs typeface="Play"/>
                <a:sym typeface="Play"/>
              </a:rPr>
              <a:t>AI refers to developing computer systems that can perform tasks that typically require </a:t>
            </a:r>
            <a:r>
              <a:rPr lang="en-US" sz="2800">
                <a:solidFill>
                  <a:schemeClr val="accent1"/>
                </a:solidFill>
                <a:latin typeface="Play"/>
                <a:ea typeface="Play"/>
                <a:cs typeface="Play"/>
                <a:sym typeface="Play"/>
              </a:rPr>
              <a:t>human intelligence,</a:t>
            </a:r>
            <a:r>
              <a:rPr lang="en-US" sz="2800">
                <a:latin typeface="Calibri"/>
                <a:ea typeface="Calibri"/>
                <a:cs typeface="Calibri"/>
                <a:sym typeface="Calibri"/>
              </a:rPr>
              <a:t> </a:t>
            </a:r>
            <a:r>
              <a:rPr lang="en-US" sz="2800">
                <a:latin typeface="Play"/>
                <a:ea typeface="Play"/>
                <a:cs typeface="Play"/>
                <a:sym typeface="Play"/>
              </a:rPr>
              <a:t>such as visual perception, speech recognition, decision-making, and language translation. </a:t>
            </a:r>
            <a:endParaRPr/>
          </a:p>
          <a:p>
            <a:pPr indent="-168275" lvl="0" marL="285750" rtl="0" algn="l">
              <a:lnSpc>
                <a:spcPct val="90000"/>
              </a:lnSpc>
              <a:spcBef>
                <a:spcPts val="1000"/>
              </a:spcBef>
              <a:spcAft>
                <a:spcPts val="0"/>
              </a:spcAft>
              <a:buClr>
                <a:schemeClr val="dk1"/>
              </a:buClr>
              <a:buSzPct val="100000"/>
              <a:buFont typeface="Noto Sans Symbols"/>
              <a:buNone/>
            </a:pPr>
            <a:r>
              <a:t/>
            </a:r>
            <a:endParaRPr sz="2000">
              <a:latin typeface="Play"/>
              <a:ea typeface="Play"/>
              <a:cs typeface="Play"/>
              <a:sym typeface="Play"/>
            </a:endParaRPr>
          </a:p>
          <a:p>
            <a:pPr indent="-144780" lvl="0" marL="285750" rtl="0" algn="l">
              <a:lnSpc>
                <a:spcPct val="90000"/>
              </a:lnSpc>
              <a:spcBef>
                <a:spcPts val="1000"/>
              </a:spcBef>
              <a:spcAft>
                <a:spcPts val="0"/>
              </a:spcAft>
              <a:buClr>
                <a:schemeClr val="dk1"/>
              </a:buClr>
              <a:buSzPct val="100000"/>
              <a:buFont typeface="Noto Sans Symbols"/>
              <a:buNone/>
            </a:pPr>
            <a:r>
              <a:t/>
            </a:r>
            <a:endParaRPr>
              <a:latin typeface="Calibri"/>
              <a:ea typeface="Calibri"/>
              <a:cs typeface="Calibri"/>
              <a:sym typeface="Calibri"/>
            </a:endParaRPr>
          </a:p>
        </p:txBody>
      </p:sp>
      <p:sp>
        <p:nvSpPr>
          <p:cNvPr id="513" name="Google Shape;513;p5"/>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14" name="Google Shape;514;p5"/>
          <p:cNvSpPr txBox="1"/>
          <p:nvPr/>
        </p:nvSpPr>
        <p:spPr>
          <a:xfrm>
            <a:off x="431800" y="1272430"/>
            <a:ext cx="5783470"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accent1"/>
                </a:solidFill>
                <a:latin typeface="Play"/>
                <a:ea typeface="Play"/>
                <a:cs typeface="Play"/>
                <a:sym typeface="Play"/>
              </a:rPr>
              <a:t>What is Artificial Intelligence?</a:t>
            </a:r>
            <a:endParaRPr/>
          </a:p>
        </p:txBody>
      </p:sp>
      <p:pic>
        <p:nvPicPr>
          <p:cNvPr descr="Illustration on AI and different sectors " id="515" name="Google Shape;515;p5"/>
          <p:cNvPicPr preferRelativeResize="0"/>
          <p:nvPr/>
        </p:nvPicPr>
        <p:blipFill rotWithShape="1">
          <a:blip r:embed="rId3">
            <a:alphaModFix/>
          </a:blip>
          <a:srcRect b="0" l="0" r="0" t="0"/>
          <a:stretch/>
        </p:blipFill>
        <p:spPr>
          <a:xfrm>
            <a:off x="6440556" y="2190786"/>
            <a:ext cx="5006712" cy="3339438"/>
          </a:xfrm>
          <a:prstGeom prst="rect">
            <a:avLst/>
          </a:prstGeom>
          <a:noFill/>
          <a:ln>
            <a:noFill/>
          </a:ln>
        </p:spPr>
      </p:pic>
      <p:sp>
        <p:nvSpPr>
          <p:cNvPr id="516" name="Google Shape;516;p5"/>
          <p:cNvSpPr txBox="1"/>
          <p:nvPr/>
        </p:nvSpPr>
        <p:spPr>
          <a:xfrm>
            <a:off x="3859678" y="6107902"/>
            <a:ext cx="9140705"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800">
                <a:solidFill>
                  <a:schemeClr val="dk1"/>
                </a:solidFill>
                <a:latin typeface="Play"/>
                <a:ea typeface="Play"/>
                <a:cs typeface="Play"/>
                <a:sym typeface="Play"/>
              </a:rPr>
              <a:t>Reference =Goddard, W. (2021, September 9). Where is Artificial Intelligence Used Today? ITChronicles. https://itchronicles.com/artificial-intelligence/where-is-ai-used-today/</a:t>
            </a:r>
            <a:endParaRPr/>
          </a:p>
          <a:p>
            <a:pPr indent="0" lvl="0" marL="0" marR="0" rtl="0" algn="l">
              <a:spcBef>
                <a:spcPts val="0"/>
              </a:spcBef>
              <a:spcAft>
                <a:spcPts val="0"/>
              </a:spcAft>
              <a:buNone/>
            </a:pPr>
            <a:r>
              <a:t/>
            </a:r>
            <a:endParaRPr sz="8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6"/>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Introduction to AI </a:t>
            </a:r>
            <a:endParaRPr/>
          </a:p>
        </p:txBody>
      </p:sp>
      <p:sp>
        <p:nvSpPr>
          <p:cNvPr id="524" name="Google Shape;524;p6"/>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25" name="Google Shape;525;p6"/>
          <p:cNvSpPr txBox="1"/>
          <p:nvPr/>
        </p:nvSpPr>
        <p:spPr>
          <a:xfrm>
            <a:off x="431800" y="1272430"/>
            <a:ext cx="3788508"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accent1"/>
                </a:solidFill>
                <a:latin typeface="Play"/>
                <a:ea typeface="Play"/>
                <a:cs typeface="Play"/>
                <a:sym typeface="Play"/>
              </a:rPr>
              <a:t>Domains of AI </a:t>
            </a:r>
            <a:endParaRPr/>
          </a:p>
        </p:txBody>
      </p:sp>
      <p:sp>
        <p:nvSpPr>
          <p:cNvPr id="526" name="Google Shape;526;p6"/>
          <p:cNvSpPr txBox="1"/>
          <p:nvPr/>
        </p:nvSpPr>
        <p:spPr>
          <a:xfrm>
            <a:off x="426114" y="1272431"/>
            <a:ext cx="8186545" cy="1005308"/>
          </a:xfrm>
          <a:prstGeom prst="rect">
            <a:avLst/>
          </a:prstGeom>
          <a:noFill/>
          <a:ln>
            <a:noFill/>
          </a:ln>
        </p:spPr>
        <p:txBody>
          <a:bodyPr anchorCtr="0" anchor="t" bIns="45700" lIns="91425" spcFirstLastPara="1" rIns="91425" wrap="square" tIns="45700">
            <a:noAutofit/>
          </a:bodyPr>
          <a:lstStyle/>
          <a:p>
            <a:pPr indent="-279400" lvl="0" marL="457200" marR="0" rtl="0" algn="l">
              <a:lnSpc>
                <a:spcPct val="90000"/>
              </a:lnSpc>
              <a:spcBef>
                <a:spcPts val="1000"/>
              </a:spcBef>
              <a:spcAft>
                <a:spcPts val="0"/>
              </a:spcAft>
              <a:buClr>
                <a:schemeClr val="dk1"/>
              </a:buClr>
              <a:buSzPts val="2800"/>
              <a:buFont typeface="Calibri"/>
              <a:buNone/>
            </a:pPr>
            <a:r>
              <a:t/>
            </a:r>
            <a:endParaRPr b="0" i="0" sz="2000" u="none" cap="none" strike="noStrike">
              <a:solidFill>
                <a:schemeClr val="dk1"/>
              </a:solidFill>
              <a:latin typeface="Play"/>
              <a:ea typeface="Play"/>
              <a:cs typeface="Play"/>
              <a:sym typeface="Play"/>
            </a:endParaRPr>
          </a:p>
          <a:p>
            <a:pPr indent="0" lvl="0" marL="0" marR="0" rtl="0" algn="l">
              <a:lnSpc>
                <a:spcPct val="150000"/>
              </a:lnSpc>
              <a:spcBef>
                <a:spcPts val="1000"/>
              </a:spcBef>
              <a:spcAft>
                <a:spcPts val="0"/>
              </a:spcAft>
              <a:buClr>
                <a:schemeClr val="dk1"/>
              </a:buClr>
              <a:buSzPts val="2800"/>
              <a:buFont typeface="Arial"/>
              <a:buNone/>
            </a:pPr>
            <a:r>
              <a:rPr b="0" i="0" lang="en-US" sz="2000" u="none" cap="none" strike="noStrike">
                <a:solidFill>
                  <a:schemeClr val="dk1"/>
                </a:solidFill>
                <a:latin typeface="Play"/>
                <a:ea typeface="Play"/>
                <a:cs typeface="Play"/>
                <a:sym typeface="Play"/>
              </a:rPr>
              <a:t>Three main Domains in Artificial Intelligence are:</a:t>
            </a:r>
            <a:endParaRPr/>
          </a:p>
        </p:txBody>
      </p:sp>
      <p:pic>
        <p:nvPicPr>
          <p:cNvPr descr="Computer Vision to detect vehicles" id="527" name="Google Shape;527;p6"/>
          <p:cNvPicPr preferRelativeResize="0"/>
          <p:nvPr/>
        </p:nvPicPr>
        <p:blipFill rotWithShape="1">
          <a:blip r:embed="rId3">
            <a:alphaModFix/>
          </a:blip>
          <a:srcRect b="0" l="0" r="0" t="0"/>
          <a:stretch/>
        </p:blipFill>
        <p:spPr>
          <a:xfrm>
            <a:off x="198034" y="2754270"/>
            <a:ext cx="3746328" cy="2444947"/>
          </a:xfrm>
          <a:prstGeom prst="rect">
            <a:avLst/>
          </a:prstGeom>
          <a:noFill/>
          <a:ln>
            <a:noFill/>
          </a:ln>
        </p:spPr>
      </p:pic>
      <p:sp>
        <p:nvSpPr>
          <p:cNvPr id="528" name="Google Shape;528;p6"/>
          <p:cNvSpPr txBox="1"/>
          <p:nvPr/>
        </p:nvSpPr>
        <p:spPr>
          <a:xfrm>
            <a:off x="4447083" y="5315370"/>
            <a:ext cx="3895123" cy="92333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68B5"/>
              </a:buClr>
              <a:buSzPts val="1800"/>
              <a:buFont typeface="Noto Sans Symbols"/>
              <a:buNone/>
            </a:pPr>
            <a:r>
              <a:rPr lang="en-US" sz="1800">
                <a:solidFill>
                  <a:srgbClr val="0068B5"/>
                </a:solidFill>
                <a:latin typeface="Play"/>
                <a:ea typeface="Play"/>
                <a:cs typeface="Play"/>
                <a:sym typeface="Play"/>
              </a:rPr>
              <a:t>Natural Language Processing</a:t>
            </a:r>
            <a:endParaRPr/>
          </a:p>
          <a:p>
            <a:pPr indent="0" lvl="0" marL="0" marR="0" rtl="0" algn="ctr">
              <a:lnSpc>
                <a:spcPct val="100000"/>
              </a:lnSpc>
              <a:spcBef>
                <a:spcPts val="0"/>
              </a:spcBef>
              <a:spcAft>
                <a:spcPts val="0"/>
              </a:spcAft>
              <a:buClr>
                <a:schemeClr val="dk1"/>
              </a:buClr>
              <a:buSzPts val="1800"/>
              <a:buFont typeface="Noto Sans Symbols"/>
              <a:buNone/>
            </a:pPr>
            <a:r>
              <a:rPr lang="en-US" sz="1800">
                <a:solidFill>
                  <a:schemeClr val="dk1"/>
                </a:solidFill>
                <a:latin typeface="Play"/>
                <a:ea typeface="Play"/>
                <a:cs typeface="Play"/>
                <a:sym typeface="Play"/>
              </a:rPr>
              <a:t>The ability of machines to understand human language</a:t>
            </a:r>
            <a:endParaRPr/>
          </a:p>
        </p:txBody>
      </p:sp>
      <p:sp>
        <p:nvSpPr>
          <p:cNvPr id="529" name="Google Shape;529;p6"/>
          <p:cNvSpPr txBox="1"/>
          <p:nvPr/>
        </p:nvSpPr>
        <p:spPr>
          <a:xfrm>
            <a:off x="426114" y="5273309"/>
            <a:ext cx="3410359" cy="92333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Clr>
                <a:srgbClr val="0068B5"/>
              </a:buClr>
              <a:buSzPts val="1800"/>
              <a:buFont typeface="Play"/>
              <a:buNone/>
            </a:pPr>
            <a:r>
              <a:rPr lang="en-US" sz="1800">
                <a:solidFill>
                  <a:srgbClr val="0068B5"/>
                </a:solidFill>
                <a:latin typeface="Play"/>
                <a:ea typeface="Play"/>
                <a:cs typeface="Play"/>
                <a:sym typeface="Play"/>
              </a:rPr>
              <a:t>Computer vision</a:t>
            </a:r>
            <a:endParaRPr/>
          </a:p>
          <a:p>
            <a:pPr indent="0" lvl="0" marL="0" marR="0" rtl="0" algn="ctr">
              <a:spcBef>
                <a:spcPts val="0"/>
              </a:spcBef>
              <a:spcAft>
                <a:spcPts val="0"/>
              </a:spcAft>
              <a:buClr>
                <a:schemeClr val="dk1"/>
              </a:buClr>
              <a:buSzPts val="1800"/>
              <a:buFont typeface="Play"/>
              <a:buNone/>
            </a:pPr>
            <a:r>
              <a:rPr lang="en-US" sz="1800">
                <a:solidFill>
                  <a:schemeClr val="dk1"/>
                </a:solidFill>
                <a:latin typeface="Play"/>
                <a:ea typeface="Play"/>
                <a:cs typeface="Play"/>
                <a:sym typeface="Play"/>
              </a:rPr>
              <a:t>The ability of machines to see the world </a:t>
            </a:r>
            <a:endParaRPr/>
          </a:p>
        </p:txBody>
      </p:sp>
      <p:sp>
        <p:nvSpPr>
          <p:cNvPr id="530" name="Google Shape;530;p6"/>
          <p:cNvSpPr txBox="1"/>
          <p:nvPr/>
        </p:nvSpPr>
        <p:spPr>
          <a:xfrm>
            <a:off x="8487252" y="5315370"/>
            <a:ext cx="3278634" cy="881269"/>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68B5"/>
              </a:buClr>
              <a:buSzPts val="1800"/>
              <a:buFont typeface="Noto Sans Symbols"/>
              <a:buNone/>
            </a:pPr>
            <a:r>
              <a:rPr lang="en-US" sz="1800">
                <a:solidFill>
                  <a:srgbClr val="0068B5"/>
                </a:solidFill>
                <a:latin typeface="Play"/>
                <a:ea typeface="Play"/>
                <a:cs typeface="Play"/>
                <a:sym typeface="Play"/>
              </a:rPr>
              <a:t>ML/Statistical Data</a:t>
            </a:r>
            <a:endParaRPr/>
          </a:p>
          <a:p>
            <a:pPr indent="0" lvl="0" marL="0" marR="0" rtl="0" algn="ctr">
              <a:lnSpc>
                <a:spcPct val="100000"/>
              </a:lnSpc>
              <a:spcBef>
                <a:spcPts val="0"/>
              </a:spcBef>
              <a:spcAft>
                <a:spcPts val="0"/>
              </a:spcAft>
              <a:buClr>
                <a:schemeClr val="dk1"/>
              </a:buClr>
              <a:buSzPts val="1800"/>
              <a:buFont typeface="Noto Sans Symbols"/>
              <a:buNone/>
            </a:pPr>
            <a:r>
              <a:rPr lang="en-US" sz="1800">
                <a:solidFill>
                  <a:schemeClr val="dk1"/>
                </a:solidFill>
                <a:latin typeface="Play"/>
                <a:ea typeface="Play"/>
                <a:cs typeface="Play"/>
                <a:sym typeface="Play"/>
              </a:rPr>
              <a:t>The ability of machines to understand numbers</a:t>
            </a:r>
            <a:endParaRPr/>
          </a:p>
          <a:p>
            <a:pPr indent="0" lvl="0" marL="0" marR="0" rtl="0" algn="ctr">
              <a:lnSpc>
                <a:spcPct val="100000"/>
              </a:lnSpc>
              <a:spcBef>
                <a:spcPts val="0"/>
              </a:spcBef>
              <a:spcAft>
                <a:spcPts val="0"/>
              </a:spcAft>
              <a:buClr>
                <a:schemeClr val="dk1"/>
              </a:buClr>
              <a:buSzPts val="1800"/>
              <a:buFont typeface="Noto Sans Symbols"/>
              <a:buNone/>
            </a:pPr>
            <a:r>
              <a:t/>
            </a:r>
            <a:endParaRPr sz="1800">
              <a:solidFill>
                <a:srgbClr val="C00000"/>
              </a:solidFill>
              <a:latin typeface="Play"/>
              <a:ea typeface="Play"/>
              <a:cs typeface="Play"/>
              <a:sym typeface="Play"/>
            </a:endParaRPr>
          </a:p>
          <a:p>
            <a:pPr indent="0" lvl="0" marL="0" marR="0" rtl="0" algn="ctr">
              <a:lnSpc>
                <a:spcPct val="100000"/>
              </a:lnSpc>
              <a:spcBef>
                <a:spcPts val="0"/>
              </a:spcBef>
              <a:spcAft>
                <a:spcPts val="0"/>
              </a:spcAft>
              <a:buClr>
                <a:schemeClr val="dk1"/>
              </a:buClr>
              <a:buSzPts val="1800"/>
              <a:buFont typeface="Noto Sans Symbols"/>
              <a:buNone/>
            </a:pPr>
            <a:r>
              <a:t/>
            </a:r>
            <a:endParaRPr sz="1800">
              <a:solidFill>
                <a:srgbClr val="C00000"/>
              </a:solidFill>
              <a:latin typeface="Play"/>
              <a:ea typeface="Play"/>
              <a:cs typeface="Play"/>
              <a:sym typeface="Play"/>
            </a:endParaRPr>
          </a:p>
          <a:p>
            <a:pPr indent="0" lvl="0" marL="0" marR="0" rtl="0" algn="ctr">
              <a:lnSpc>
                <a:spcPct val="100000"/>
              </a:lnSpc>
              <a:spcBef>
                <a:spcPts val="0"/>
              </a:spcBef>
              <a:spcAft>
                <a:spcPts val="0"/>
              </a:spcAft>
              <a:buClr>
                <a:schemeClr val="dk1"/>
              </a:buClr>
              <a:buSzPts val="1800"/>
              <a:buFont typeface="Noto Sans Symbols"/>
              <a:buNone/>
            </a:pPr>
            <a:r>
              <a:t/>
            </a:r>
            <a:endParaRPr sz="1800">
              <a:solidFill>
                <a:srgbClr val="C00000"/>
              </a:solidFill>
              <a:latin typeface="Play"/>
              <a:ea typeface="Play"/>
              <a:cs typeface="Play"/>
              <a:sym typeface="Play"/>
            </a:endParaRPr>
          </a:p>
        </p:txBody>
      </p:sp>
      <p:pic>
        <p:nvPicPr>
          <p:cNvPr id="531" name="Google Shape;531;p6"/>
          <p:cNvPicPr preferRelativeResize="0"/>
          <p:nvPr/>
        </p:nvPicPr>
        <p:blipFill rotWithShape="1">
          <a:blip r:embed="rId4">
            <a:alphaModFix/>
          </a:blip>
          <a:srcRect b="0" l="0" r="0" t="0"/>
          <a:stretch/>
        </p:blipFill>
        <p:spPr>
          <a:xfrm>
            <a:off x="8136778" y="2694738"/>
            <a:ext cx="3423561" cy="2396493"/>
          </a:xfrm>
          <a:prstGeom prst="rect">
            <a:avLst/>
          </a:prstGeom>
          <a:noFill/>
          <a:ln>
            <a:noFill/>
          </a:ln>
        </p:spPr>
      </p:pic>
      <p:pic>
        <p:nvPicPr>
          <p:cNvPr id="532" name="Google Shape;532;p6"/>
          <p:cNvPicPr preferRelativeResize="0"/>
          <p:nvPr/>
        </p:nvPicPr>
        <p:blipFill rotWithShape="1">
          <a:blip r:embed="rId5">
            <a:alphaModFix/>
          </a:blip>
          <a:srcRect b="0" l="0" r="0" t="0"/>
          <a:stretch/>
        </p:blipFill>
        <p:spPr>
          <a:xfrm>
            <a:off x="4174817" y="2706283"/>
            <a:ext cx="3842527" cy="252084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6" name="Shape 586"/>
        <p:cNvGrpSpPr/>
        <p:nvPr/>
      </p:nvGrpSpPr>
      <p:grpSpPr>
        <a:xfrm>
          <a:off x="0" y="0"/>
          <a:ext cx="0" cy="0"/>
          <a:chOff x="0" y="0"/>
          <a:chExt cx="0" cy="0"/>
        </a:xfrm>
      </p:grpSpPr>
      <p:sp>
        <p:nvSpPr>
          <p:cNvPr id="587" name="Google Shape;587;p11"/>
          <p:cNvSpPr txBox="1"/>
          <p:nvPr>
            <p:ph type="ctrTitle"/>
          </p:nvPr>
        </p:nvSpPr>
        <p:spPr>
          <a:xfrm>
            <a:off x="7858094" y="2670135"/>
            <a:ext cx="4333906" cy="151773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000000"/>
              </a:buClr>
              <a:buSzPts val="4200"/>
              <a:buFont typeface="Play"/>
              <a:buNone/>
            </a:pPr>
            <a:r>
              <a:rPr lang="en-US" sz="4200"/>
              <a:t>Manufacturing Discussion</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12"/>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3600"/>
              <a:buFont typeface="Play"/>
              <a:buNone/>
            </a:pPr>
            <a:r>
              <a:rPr lang="en-US"/>
              <a:t>What Keeps You Up at Night?</a:t>
            </a:r>
            <a:endParaRPr>
              <a:solidFill>
                <a:schemeClr val="accent1"/>
              </a:solidFill>
            </a:endParaRPr>
          </a:p>
        </p:txBody>
      </p:sp>
      <p:sp>
        <p:nvSpPr>
          <p:cNvPr id="595" name="Google Shape;595;p12"/>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96" name="Google Shape;596;p12"/>
          <p:cNvSpPr txBox="1"/>
          <p:nvPr/>
        </p:nvSpPr>
        <p:spPr>
          <a:xfrm>
            <a:off x="431799" y="1267634"/>
            <a:ext cx="762480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accent1"/>
                </a:solidFill>
                <a:latin typeface="Play"/>
                <a:ea typeface="Play"/>
                <a:cs typeface="Play"/>
                <a:sym typeface="Play"/>
              </a:rPr>
              <a:t>Problems faced in the manufacturing Industry  </a:t>
            </a:r>
            <a:endParaRPr/>
          </a:p>
        </p:txBody>
      </p:sp>
      <p:sp>
        <p:nvSpPr>
          <p:cNvPr id="597" name="Google Shape;597;p12"/>
          <p:cNvSpPr txBox="1"/>
          <p:nvPr>
            <p:ph idx="1" type="body"/>
          </p:nvPr>
        </p:nvSpPr>
        <p:spPr>
          <a:xfrm>
            <a:off x="607645" y="2106000"/>
            <a:ext cx="7211648" cy="3763172"/>
          </a:xfrm>
          <a:prstGeom prst="rect">
            <a:avLst/>
          </a:prstGeom>
          <a:noFill/>
          <a:ln>
            <a:noFill/>
          </a:ln>
        </p:spPr>
        <p:txBody>
          <a:bodyPr anchorCtr="0" anchor="t" bIns="45700" lIns="91425" spcFirstLastPara="1" rIns="91425" wrap="square" tIns="45700">
            <a:noAutofit/>
          </a:bodyPr>
          <a:lstStyle/>
          <a:p>
            <a:pPr indent="-457200" lvl="0" marL="457200" rtl="0" algn="l">
              <a:lnSpc>
                <a:spcPct val="90000"/>
              </a:lnSpc>
              <a:spcBef>
                <a:spcPts val="0"/>
              </a:spcBef>
              <a:spcAft>
                <a:spcPts val="0"/>
              </a:spcAft>
              <a:buClr>
                <a:schemeClr val="dk1"/>
              </a:buClr>
              <a:buSzPts val="3200"/>
              <a:buFont typeface="Arial"/>
              <a:buChar char="•"/>
            </a:pPr>
            <a:r>
              <a:rPr lang="en-US" sz="3200"/>
              <a:t>Downtime</a:t>
            </a:r>
            <a:endParaRPr/>
          </a:p>
          <a:p>
            <a:pPr indent="-457200" lvl="0" marL="457200" rtl="0" algn="l">
              <a:lnSpc>
                <a:spcPct val="90000"/>
              </a:lnSpc>
              <a:spcBef>
                <a:spcPts val="1000"/>
              </a:spcBef>
              <a:spcAft>
                <a:spcPts val="0"/>
              </a:spcAft>
              <a:buClr>
                <a:schemeClr val="dk1"/>
              </a:buClr>
              <a:buSzPts val="3200"/>
              <a:buFont typeface="Arial"/>
              <a:buChar char="•"/>
            </a:pPr>
            <a:r>
              <a:rPr lang="en-US" sz="3200"/>
              <a:t>Quality</a:t>
            </a:r>
            <a:endParaRPr/>
          </a:p>
          <a:p>
            <a:pPr indent="-457200" lvl="0" marL="457200" rtl="0" algn="l">
              <a:lnSpc>
                <a:spcPct val="90000"/>
              </a:lnSpc>
              <a:spcBef>
                <a:spcPts val="1000"/>
              </a:spcBef>
              <a:spcAft>
                <a:spcPts val="0"/>
              </a:spcAft>
              <a:buClr>
                <a:schemeClr val="dk1"/>
              </a:buClr>
              <a:buSzPts val="3200"/>
              <a:buFont typeface="Arial"/>
              <a:buChar char="•"/>
            </a:pPr>
            <a:r>
              <a:rPr lang="en-US" sz="3200"/>
              <a:t>Scrap</a:t>
            </a:r>
            <a:endParaRPr/>
          </a:p>
          <a:p>
            <a:pPr indent="-457200" lvl="0" marL="457200" rtl="0" algn="l">
              <a:lnSpc>
                <a:spcPct val="90000"/>
              </a:lnSpc>
              <a:spcBef>
                <a:spcPts val="1000"/>
              </a:spcBef>
              <a:spcAft>
                <a:spcPts val="0"/>
              </a:spcAft>
              <a:buClr>
                <a:schemeClr val="dk1"/>
              </a:buClr>
              <a:buSzPts val="3200"/>
              <a:buFont typeface="Arial"/>
              <a:buChar char="•"/>
            </a:pPr>
            <a:r>
              <a:rPr lang="en-US" sz="3200"/>
              <a:t>Hiring</a:t>
            </a:r>
            <a:endParaRPr/>
          </a:p>
          <a:p>
            <a:pPr indent="-457200" lvl="0" marL="457200" rtl="0" algn="l">
              <a:lnSpc>
                <a:spcPct val="90000"/>
              </a:lnSpc>
              <a:spcBef>
                <a:spcPts val="1000"/>
              </a:spcBef>
              <a:spcAft>
                <a:spcPts val="0"/>
              </a:spcAft>
              <a:buClr>
                <a:schemeClr val="dk1"/>
              </a:buClr>
              <a:buSzPts val="3200"/>
              <a:buFont typeface="Arial"/>
              <a:buChar char="•"/>
            </a:pPr>
            <a:r>
              <a:rPr lang="en-US" sz="3200"/>
              <a:t>Training</a:t>
            </a:r>
            <a:endParaRPr/>
          </a:p>
          <a:p>
            <a:pPr indent="-457200" lvl="0" marL="457200" rtl="0" algn="l">
              <a:lnSpc>
                <a:spcPct val="90000"/>
              </a:lnSpc>
              <a:spcBef>
                <a:spcPts val="1000"/>
              </a:spcBef>
              <a:spcAft>
                <a:spcPts val="0"/>
              </a:spcAft>
              <a:buClr>
                <a:schemeClr val="dk1"/>
              </a:buClr>
              <a:buSzPts val="3200"/>
              <a:buFont typeface="Arial"/>
              <a:buChar char="•"/>
            </a:pPr>
            <a:r>
              <a:rPr lang="en-US" sz="3200"/>
              <a:t>Scheduling</a:t>
            </a:r>
            <a:endParaRPr/>
          </a:p>
          <a:p>
            <a:pPr indent="-457200" lvl="0" marL="457200" rtl="0" algn="l">
              <a:lnSpc>
                <a:spcPct val="90000"/>
              </a:lnSpc>
              <a:spcBef>
                <a:spcPts val="1000"/>
              </a:spcBef>
              <a:spcAft>
                <a:spcPts val="0"/>
              </a:spcAft>
              <a:buClr>
                <a:schemeClr val="dk1"/>
              </a:buClr>
              <a:buSzPts val="3200"/>
              <a:buFont typeface="Arial"/>
              <a:buChar char="•"/>
            </a:pPr>
            <a:r>
              <a:rPr lang="en-US" sz="3200"/>
              <a:t>Safety</a:t>
            </a:r>
            <a:endParaRPr/>
          </a:p>
        </p:txBody>
      </p:sp>
      <p:pic>
        <p:nvPicPr>
          <p:cNvPr id="598" name="Google Shape;598;p12"/>
          <p:cNvPicPr preferRelativeResize="0"/>
          <p:nvPr/>
        </p:nvPicPr>
        <p:blipFill rotWithShape="1">
          <a:blip r:embed="rId3">
            <a:alphaModFix/>
          </a:blip>
          <a:srcRect b="0" l="0" r="0" t="0"/>
          <a:stretch/>
        </p:blipFill>
        <p:spPr>
          <a:xfrm>
            <a:off x="8557600" y="2792686"/>
            <a:ext cx="2389800" cy="23898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1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The Manufacturing Reality (2024 to 2033 Outlook)</a:t>
            </a:r>
            <a:endParaRPr/>
          </a:p>
        </p:txBody>
      </p:sp>
      <p:sp>
        <p:nvSpPr>
          <p:cNvPr id="606" name="Google Shape;606;p1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000"/>
              </a:spcBef>
              <a:spcAft>
                <a:spcPts val="0"/>
              </a:spcAft>
              <a:buClr>
                <a:schemeClr val="dk1"/>
              </a:buClr>
              <a:buSzPts val="3200"/>
              <a:buChar char="▪"/>
            </a:pPr>
            <a:r>
              <a:rPr lang="en-US" sz="3200"/>
              <a:t>Up to 3.8 million manufacturing jobs to fill (2024 to 2033)</a:t>
            </a:r>
            <a:endParaRPr/>
          </a:p>
          <a:p>
            <a:pPr indent="-228600" lvl="0" marL="228600" rtl="0" algn="l">
              <a:lnSpc>
                <a:spcPct val="90000"/>
              </a:lnSpc>
              <a:spcBef>
                <a:spcPts val="1000"/>
              </a:spcBef>
              <a:spcAft>
                <a:spcPts val="0"/>
              </a:spcAft>
              <a:buClr>
                <a:schemeClr val="dk1"/>
              </a:buClr>
              <a:buSzPts val="3200"/>
              <a:buChar char="▪"/>
            </a:pPr>
            <a:r>
              <a:rPr lang="en-US" sz="3200"/>
              <a:t>About 1.9 million could go unfilled</a:t>
            </a:r>
            <a:endParaRPr/>
          </a:p>
          <a:p>
            <a:pPr indent="-228600" lvl="0" marL="228600" rtl="0" algn="l">
              <a:lnSpc>
                <a:spcPct val="90000"/>
              </a:lnSpc>
              <a:spcBef>
                <a:spcPts val="1000"/>
              </a:spcBef>
              <a:spcAft>
                <a:spcPts val="0"/>
              </a:spcAft>
              <a:buClr>
                <a:schemeClr val="dk1"/>
              </a:buClr>
              <a:buSzPts val="3200"/>
              <a:buChar char="▪"/>
            </a:pPr>
            <a:r>
              <a:rPr lang="en-US" sz="3200"/>
              <a:t>Workforce shortage is becoming the primary constraint on growth</a:t>
            </a:r>
            <a:endParaRPr/>
          </a:p>
          <a:p>
            <a:pPr indent="-228600" lvl="1" marL="685800" rtl="0" algn="l">
              <a:lnSpc>
                <a:spcPct val="90000"/>
              </a:lnSpc>
              <a:spcBef>
                <a:spcPts val="500"/>
              </a:spcBef>
              <a:spcAft>
                <a:spcPts val="0"/>
              </a:spcAft>
              <a:buClr>
                <a:schemeClr val="dk1"/>
              </a:buClr>
              <a:buSzPts val="3200"/>
              <a:buChar char="▪"/>
            </a:pPr>
            <a:r>
              <a:rPr lang="en-US" sz="3200"/>
              <a:t>This is not a future problem.</a:t>
            </a:r>
            <a:endParaRPr/>
          </a:p>
          <a:p>
            <a:pPr indent="-228600" lvl="1" marL="685800" rtl="0" algn="l">
              <a:lnSpc>
                <a:spcPct val="90000"/>
              </a:lnSpc>
              <a:spcBef>
                <a:spcPts val="500"/>
              </a:spcBef>
              <a:spcAft>
                <a:spcPts val="0"/>
              </a:spcAft>
              <a:buClr>
                <a:schemeClr val="dk1"/>
              </a:buClr>
              <a:buSzPts val="3200"/>
              <a:buChar char="▪"/>
            </a:pPr>
            <a:r>
              <a:rPr lang="en-US" sz="3200"/>
              <a:t>It is already happening.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6">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Two Big Challenges</a:t>
            </a:r>
            <a:endParaRPr/>
          </a:p>
        </p:txBody>
      </p:sp>
      <p:sp>
        <p:nvSpPr>
          <p:cNvPr id="613" name="Google Shape;613;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54000" lvl="0" marL="228600" rtl="0" algn="l">
              <a:lnSpc>
                <a:spcPct val="90000"/>
              </a:lnSpc>
              <a:spcBef>
                <a:spcPts val="0"/>
              </a:spcBef>
              <a:spcAft>
                <a:spcPts val="0"/>
              </a:spcAft>
              <a:buClr>
                <a:schemeClr val="dk1"/>
              </a:buClr>
              <a:buSzPts val="4000"/>
              <a:buChar char="▪"/>
            </a:pPr>
            <a:r>
              <a:rPr lang="en-US" sz="4000"/>
              <a:t>Workforce shortage</a:t>
            </a:r>
            <a:endParaRPr/>
          </a:p>
          <a:p>
            <a:pPr indent="0" lvl="0" marL="228600" rtl="0" algn="l">
              <a:lnSpc>
                <a:spcPct val="90000"/>
              </a:lnSpc>
              <a:spcBef>
                <a:spcPts val="1000"/>
              </a:spcBef>
              <a:spcAft>
                <a:spcPts val="0"/>
              </a:spcAft>
              <a:buClr>
                <a:schemeClr val="dk1"/>
              </a:buClr>
              <a:buSzPts val="4000"/>
              <a:buNone/>
            </a:pPr>
            <a:r>
              <a:t/>
            </a:r>
            <a:endParaRPr sz="4000"/>
          </a:p>
          <a:p>
            <a:pPr indent="-254000" lvl="0" marL="228600" rtl="0" algn="l">
              <a:lnSpc>
                <a:spcPct val="90000"/>
              </a:lnSpc>
              <a:spcBef>
                <a:spcPts val="1000"/>
              </a:spcBef>
              <a:spcAft>
                <a:spcPts val="0"/>
              </a:spcAft>
              <a:buClr>
                <a:schemeClr val="dk1"/>
              </a:buClr>
              <a:buSzPts val="4000"/>
              <a:buChar char="▪"/>
            </a:pPr>
            <a:r>
              <a:rPr lang="en-US" sz="4000"/>
              <a:t>Technology adoption gap</a:t>
            </a:r>
            <a:endParaRPr/>
          </a:p>
          <a:p>
            <a:pPr indent="0" lvl="0" marL="228600" rtl="0" algn="l">
              <a:lnSpc>
                <a:spcPct val="90000"/>
              </a:lnSpc>
              <a:spcBef>
                <a:spcPts val="1000"/>
              </a:spcBef>
              <a:spcAft>
                <a:spcPts val="0"/>
              </a:spcAft>
              <a:buClr>
                <a:schemeClr val="dk1"/>
              </a:buClr>
              <a:buSzPts val="4000"/>
              <a:buNone/>
            </a:pPr>
            <a:r>
              <a:t/>
            </a:r>
            <a:endParaRPr sz="4000"/>
          </a:p>
          <a:p>
            <a:pPr indent="-254000" lvl="1" marL="685800" rtl="0" algn="l">
              <a:lnSpc>
                <a:spcPct val="90000"/>
              </a:lnSpc>
              <a:spcBef>
                <a:spcPts val="500"/>
              </a:spcBef>
              <a:spcAft>
                <a:spcPts val="0"/>
              </a:spcAft>
              <a:buClr>
                <a:schemeClr val="dk1"/>
              </a:buClr>
              <a:buSzPts val="4000"/>
              <a:buChar char="▪"/>
            </a:pPr>
            <a:r>
              <a:rPr lang="en-US" sz="4000"/>
              <a:t>We do not have a technology problem.</a:t>
            </a:r>
            <a:endParaRPr/>
          </a:p>
          <a:p>
            <a:pPr indent="-254000" lvl="1" marL="685800" rtl="0" algn="l">
              <a:lnSpc>
                <a:spcPct val="90000"/>
              </a:lnSpc>
              <a:spcBef>
                <a:spcPts val="500"/>
              </a:spcBef>
              <a:spcAft>
                <a:spcPts val="0"/>
              </a:spcAft>
              <a:buClr>
                <a:schemeClr val="dk1"/>
              </a:buClr>
              <a:buSzPts val="4000"/>
              <a:buChar char="▪"/>
            </a:pPr>
            <a:r>
              <a:rPr lang="en-US" sz="4000"/>
              <a:t>We have an adoption problem.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3">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8" name="Shape 618"/>
        <p:cNvGrpSpPr/>
        <p:nvPr/>
      </p:nvGrpSpPr>
      <p:grpSpPr>
        <a:xfrm>
          <a:off x="0" y="0"/>
          <a:ext cx="0" cy="0"/>
          <a:chOff x="0" y="0"/>
          <a:chExt cx="0" cy="0"/>
        </a:xfrm>
      </p:grpSpPr>
      <p:sp>
        <p:nvSpPr>
          <p:cNvPr id="619" name="Google Shape;619;p15"/>
          <p:cNvSpPr txBox="1"/>
          <p:nvPr>
            <p:ph type="title"/>
          </p:nvPr>
        </p:nvSpPr>
        <p:spPr>
          <a:xfrm>
            <a:off x="431801" y="410238"/>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AI adoption in Manufacturing as a Solution</a:t>
            </a:r>
            <a:endParaRPr/>
          </a:p>
        </p:txBody>
      </p:sp>
      <p:sp>
        <p:nvSpPr>
          <p:cNvPr id="620" name="Google Shape;620;p15"/>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621" name="Google Shape;621;p15"/>
          <p:cNvSpPr txBox="1"/>
          <p:nvPr>
            <p:ph idx="1" type="body"/>
          </p:nvPr>
        </p:nvSpPr>
        <p:spPr>
          <a:xfrm>
            <a:off x="431799" y="2104770"/>
            <a:ext cx="5610730" cy="411466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Autofit/>
          </a:bodyPr>
          <a:lstStyle/>
          <a:p>
            <a:pPr indent="-285750" lvl="0" marL="285750" rtl="0" algn="l">
              <a:lnSpc>
                <a:spcPct val="90000"/>
              </a:lnSpc>
              <a:spcBef>
                <a:spcPts val="0"/>
              </a:spcBef>
              <a:spcAft>
                <a:spcPts val="0"/>
              </a:spcAft>
              <a:buClr>
                <a:schemeClr val="dk1"/>
              </a:buClr>
              <a:buSzPts val="2800"/>
              <a:buFont typeface="Noto Sans Symbols"/>
              <a:buChar char="▪"/>
            </a:pPr>
            <a:r>
              <a:rPr lang="en-US" sz="2800">
                <a:latin typeface="Play"/>
                <a:ea typeface="Play"/>
                <a:cs typeface="Play"/>
                <a:sym typeface="Play"/>
              </a:rPr>
              <a:t>AI amplifies learning</a:t>
            </a:r>
            <a:endParaRPr/>
          </a:p>
          <a:p>
            <a:pPr indent="-285750" lvl="2" marL="742950" rtl="0" algn="l">
              <a:lnSpc>
                <a:spcPct val="90000"/>
              </a:lnSpc>
              <a:spcBef>
                <a:spcPts val="1000"/>
              </a:spcBef>
              <a:spcAft>
                <a:spcPts val="0"/>
              </a:spcAft>
              <a:buClr>
                <a:schemeClr val="dk1"/>
              </a:buClr>
              <a:buSzPts val="2800"/>
              <a:buFont typeface="Noto Sans Symbols"/>
              <a:buChar char="▪"/>
            </a:pPr>
            <a:r>
              <a:rPr lang="en-US" sz="2800">
                <a:latin typeface="Play"/>
                <a:ea typeface="Play"/>
                <a:cs typeface="Play"/>
                <a:sym typeface="Play"/>
              </a:rPr>
              <a:t>AI can be used for learning other technologies</a:t>
            </a:r>
            <a:endParaRPr/>
          </a:p>
          <a:p>
            <a:pPr indent="-285750" lvl="0" marL="285750" rtl="0" algn="l">
              <a:lnSpc>
                <a:spcPct val="90000"/>
              </a:lnSpc>
              <a:spcBef>
                <a:spcPts val="1000"/>
              </a:spcBef>
              <a:spcAft>
                <a:spcPts val="0"/>
              </a:spcAft>
              <a:buClr>
                <a:schemeClr val="dk1"/>
              </a:buClr>
              <a:buSzPts val="2800"/>
              <a:buFont typeface="Noto Sans Symbols"/>
              <a:buChar char="▪"/>
            </a:pPr>
            <a:r>
              <a:rPr lang="en-US" sz="2800">
                <a:latin typeface="Play"/>
                <a:ea typeface="Play"/>
                <a:cs typeface="Play"/>
                <a:sym typeface="Play"/>
              </a:rPr>
              <a:t>There’s no better time to learn how to code and implement tech</a:t>
            </a:r>
            <a:endParaRPr/>
          </a:p>
          <a:p>
            <a:pPr indent="-285750" lvl="0" marL="285750" rtl="0" algn="l">
              <a:lnSpc>
                <a:spcPct val="90000"/>
              </a:lnSpc>
              <a:spcBef>
                <a:spcPts val="1000"/>
              </a:spcBef>
              <a:spcAft>
                <a:spcPts val="0"/>
              </a:spcAft>
              <a:buClr>
                <a:schemeClr val="dk1"/>
              </a:buClr>
              <a:buSzPts val="2800"/>
              <a:buFont typeface="Noto Sans Symbols"/>
              <a:buChar char="▪"/>
            </a:pPr>
            <a:r>
              <a:rPr lang="en-US" sz="2800">
                <a:latin typeface="Play"/>
                <a:ea typeface="Play"/>
                <a:cs typeface="Play"/>
                <a:sym typeface="Play"/>
              </a:rPr>
              <a:t>If we invest in AI training we could solve both problems</a:t>
            </a:r>
            <a:endParaRPr/>
          </a:p>
          <a:p>
            <a:pPr indent="-285750" lvl="0" marL="285750" rtl="0" algn="l">
              <a:lnSpc>
                <a:spcPct val="90000"/>
              </a:lnSpc>
              <a:spcBef>
                <a:spcPts val="1000"/>
              </a:spcBef>
              <a:spcAft>
                <a:spcPts val="0"/>
              </a:spcAft>
              <a:buClr>
                <a:schemeClr val="dk1"/>
              </a:buClr>
              <a:buSzPts val="2800"/>
              <a:buFont typeface="Noto Sans Symbols"/>
              <a:buChar char="▪"/>
            </a:pPr>
            <a:r>
              <a:rPr lang="en-US" sz="2800">
                <a:latin typeface="Play"/>
                <a:ea typeface="Play"/>
                <a:cs typeface="Play"/>
                <a:sym typeface="Play"/>
              </a:rPr>
              <a:t>There’s no one coming to save us, we need to implement solutions ourselves</a:t>
            </a:r>
            <a:endParaRPr/>
          </a:p>
          <a:p>
            <a:pPr indent="-146050" lvl="0" marL="285750" rtl="0" algn="l">
              <a:lnSpc>
                <a:spcPct val="90000"/>
              </a:lnSpc>
              <a:spcBef>
                <a:spcPts val="1000"/>
              </a:spcBef>
              <a:spcAft>
                <a:spcPts val="0"/>
              </a:spcAft>
              <a:buClr>
                <a:schemeClr val="dk1"/>
              </a:buClr>
              <a:buSzPts val="2200"/>
              <a:buFont typeface="Noto Sans Symbols"/>
              <a:buNone/>
            </a:pPr>
            <a:r>
              <a:t/>
            </a:r>
            <a:endParaRPr sz="2200">
              <a:latin typeface="Play"/>
              <a:ea typeface="Play"/>
              <a:cs typeface="Play"/>
              <a:sym typeface="Play"/>
            </a:endParaRPr>
          </a:p>
        </p:txBody>
      </p:sp>
      <p:pic>
        <p:nvPicPr>
          <p:cNvPr descr="A Manufacturing Engineer operating the robots" id="622" name="Google Shape;622;p15"/>
          <p:cNvPicPr preferRelativeResize="0"/>
          <p:nvPr/>
        </p:nvPicPr>
        <p:blipFill rotWithShape="1">
          <a:blip r:embed="rId3">
            <a:alphaModFix/>
          </a:blip>
          <a:srcRect b="0" l="0" r="0" t="0"/>
          <a:stretch/>
        </p:blipFill>
        <p:spPr>
          <a:xfrm>
            <a:off x="6149473" y="2565523"/>
            <a:ext cx="4797927" cy="3200180"/>
          </a:xfrm>
          <a:prstGeom prst="rect">
            <a:avLst/>
          </a:prstGeom>
          <a:noFill/>
          <a:ln>
            <a:noFill/>
          </a:ln>
        </p:spPr>
      </p:pic>
      <p:sp>
        <p:nvSpPr>
          <p:cNvPr id="623" name="Google Shape;623;p15"/>
          <p:cNvSpPr txBox="1"/>
          <p:nvPr/>
        </p:nvSpPr>
        <p:spPr>
          <a:xfrm>
            <a:off x="6736470" y="6126066"/>
            <a:ext cx="4989094"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800">
                <a:solidFill>
                  <a:schemeClr val="dk1"/>
                </a:solidFill>
                <a:latin typeface="Play"/>
                <a:ea typeface="Play"/>
                <a:cs typeface="Play"/>
                <a:sym typeface="Play"/>
              </a:rPr>
              <a:t>Image Source-  M. (2022a, May 25). Pros And Cons of AI In Manufacturing. Data Science Central. https://www.datasciencecentral.com/pros-and-cons-of-ai-in-manufacturing/</a:t>
            </a:r>
            <a:endParaRPr sz="10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Where to Build Your Project</a:t>
            </a:r>
          </a:p>
        </p:txBody>
      </p:sp>
      <p:sp>
        <p:nvSpPr>
          <p:cNvPr id="613" name="Google Shape;613;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54000" lvl="0" marL="228600" rtl="0" algn="l">
              <a:lnSpc>
                <a:spcPct val="90000"/>
              </a:lnSpc>
              <a:spcBef>
                <a:spcPts val="1600"/>
              </a:spcBef>
              <a:spcAft>
                <a:spcPts val="0"/>
              </a:spcAft>
              <a:buClr>
                <a:schemeClr val="dk1"/>
              </a:buClr>
              <a:buSzPts val="4000"/>
              <a:buChar char="▪"/>
            </a:pPr>
            <a:r>
              <a:rPr b="1" sz="2600" lang="en-US"/>
              <a:t>Claude: </a:t>
            </a:r>
            <a:r>
              <a:rPr sz="2600" lang="en-US"/>
              <a:t xml:space="preserve">Projects, on every plan (free allows 5 projects)</a:t>
            </a:r>
          </a:p>
          <a:p>
            <a:pPr indent="-254000" lvl="0" marL="228600" rtl="0" algn="l">
              <a:lnSpc>
                <a:spcPct val="90000"/>
              </a:lnSpc>
              <a:spcBef>
                <a:spcPts val="1600"/>
              </a:spcBef>
              <a:spcAft>
                <a:spcPts val="0"/>
              </a:spcAft>
              <a:buClr>
                <a:schemeClr val="dk1"/>
              </a:buClr>
              <a:buSzPts val="4000"/>
              <a:buChar char="▪"/>
            </a:pPr>
            <a:r>
              <a:rPr b="1" sz="2600" lang="en-US"/>
              <a:t>ChatGPT: </a:t>
            </a:r>
            <a:r>
              <a:rPr sz="2600" lang="en-US"/>
              <a:t xml:space="preserve">Projects, on every plan (free allows 5 files per project)</a:t>
            </a:r>
          </a:p>
          <a:p>
            <a:pPr indent="-254000" lvl="0" marL="228600" rtl="0" algn="l">
              <a:lnSpc>
                <a:spcPct val="90000"/>
              </a:lnSpc>
              <a:spcBef>
                <a:spcPts val="1600"/>
              </a:spcBef>
              <a:spcAft>
                <a:spcPts val="0"/>
              </a:spcAft>
              <a:buClr>
                <a:schemeClr val="dk1"/>
              </a:buClr>
              <a:buSzPts val="4000"/>
              <a:buChar char="▪"/>
            </a:pPr>
            <a:r>
              <a:rPr b="1" sz="2600" lang="en-US"/>
              <a:t>Microsoft Copilot: </a:t>
            </a:r>
            <a:r>
              <a:rPr sz="2600" lang="en-US"/>
              <a:t xml:space="preserve">Notebooks, with a Copilot or Copilot Chat license</a:t>
            </a:r>
          </a:p>
          <a:p>
            <a:pPr indent="-254000" lvl="0" marL="228600" rtl="0" algn="l">
              <a:lnSpc>
                <a:spcPct val="90000"/>
              </a:lnSpc>
              <a:spcBef>
                <a:spcPts val="1600"/>
              </a:spcBef>
              <a:spcAft>
                <a:spcPts val="0"/>
              </a:spcAft>
              <a:buClr>
                <a:schemeClr val="dk1"/>
              </a:buClr>
              <a:buSzPts val="4000"/>
              <a:buChar char="▪"/>
            </a:pPr>
            <a:r>
              <a:rPr b="1" sz="2600" lang="en-US"/>
              <a:t>Gemini: </a:t>
            </a:r>
            <a:r>
              <a:rPr sz="2600" lang="en-US"/>
              <a:t xml:space="preserve">Gems on work accounts; skills on personal accounts</a:t>
            </a:r>
          </a:p>
          <a:p>
            <a:pPr indent="-254000" lvl="0" marL="228600" rtl="0" algn="l">
              <a:lnSpc>
                <a:spcPct val="90000"/>
              </a:lnSpc>
              <a:spcBef>
                <a:spcPts val="1600"/>
              </a:spcBef>
              <a:spcAft>
                <a:spcPts val="0"/>
              </a:spcAft>
              <a:buClr>
                <a:schemeClr val="dk1"/>
              </a:buClr>
              <a:buSzPts val="4000"/>
              <a:buChar char="▪"/>
            </a:pPr>
            <a:r>
              <a:rPr b="1" sz="2600" lang="en-US"/>
              <a:t>Coming next: </a:t>
            </a:r>
            <a:r>
              <a:rPr sz="2600" lang="en-US"/>
              <a:t xml:space="preserve">skills, the same instructions in a file that goes with you</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8" name="Shape 878"/>
        <p:cNvGrpSpPr/>
        <p:nvPr/>
      </p:nvGrpSpPr>
      <p:grpSpPr>
        <a:xfrm>
          <a:off x="0" y="0"/>
          <a:ext cx="0" cy="0"/>
          <a:chOff x="0" y="0"/>
          <a:chExt cx="0" cy="0"/>
        </a:xfrm>
      </p:grpSpPr>
      <p:sp>
        <p:nvSpPr>
          <p:cNvPr id="879" name="Google Shape;879;p3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Next Session: Computer Vision</a:t>
            </a:r>
            <a:endParaRPr/>
          </a:p>
        </p:txBody>
      </p:sp>
      <p:sp>
        <p:nvSpPr>
          <p:cNvPr id="880" name="Google Shape;880;p38"/>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You will train a defect detection model.</a:t>
            </a:r>
            <a:endParaRPr/>
          </a:p>
          <a:p>
            <a:pPr indent="-50800" lvl="0" marL="228600" rtl="0" algn="l">
              <a:lnSpc>
                <a:spcPct val="90000"/>
              </a:lnSpc>
              <a:spcBef>
                <a:spcPts val="1000"/>
              </a:spcBef>
              <a:spcAft>
                <a:spcPts val="0"/>
              </a:spcAft>
              <a:buClr>
                <a:schemeClr val="dk1"/>
              </a:buClr>
              <a:buSzPts val="2800"/>
              <a:buNone/>
            </a:pPr>
            <a:r>
              <a:t/>
            </a:r>
            <a:endParaRPr/>
          </a:p>
          <a:p>
            <a:pPr indent="-228600" lvl="0" marL="228600" rtl="0" algn="l">
              <a:lnSpc>
                <a:spcPct val="90000"/>
              </a:lnSpc>
              <a:spcBef>
                <a:spcPts val="1000"/>
              </a:spcBef>
              <a:spcAft>
                <a:spcPts val="0"/>
              </a:spcAft>
              <a:buClr>
                <a:schemeClr val="dk1"/>
              </a:buClr>
              <a:buSzPts val="2800"/>
              <a:buChar char="▪"/>
            </a:pPr>
            <a:r>
              <a:rPr lang="en-US"/>
              <a:t>You will test it live.</a:t>
            </a:r>
            <a:endParaRPr/>
          </a:p>
          <a:p>
            <a:pPr indent="-50800" lvl="0" marL="228600" rtl="0" algn="l">
              <a:lnSpc>
                <a:spcPct val="90000"/>
              </a:lnSpc>
              <a:spcBef>
                <a:spcPts val="1000"/>
              </a:spcBef>
              <a:spcAft>
                <a:spcPts val="0"/>
              </a:spcAft>
              <a:buClr>
                <a:schemeClr val="dk1"/>
              </a:buClr>
              <a:buSzPts val="2800"/>
              <a:buNone/>
            </a:pPr>
            <a:r>
              <a:t/>
            </a:r>
            <a:endParaRPr/>
          </a:p>
          <a:p>
            <a:pPr indent="-228600" lvl="0" marL="228600" rtl="0" algn="l">
              <a:lnSpc>
                <a:spcPct val="90000"/>
              </a:lnSpc>
              <a:spcBef>
                <a:spcPts val="1000"/>
              </a:spcBef>
              <a:spcAft>
                <a:spcPts val="0"/>
              </a:spcAft>
              <a:buClr>
                <a:schemeClr val="dk1"/>
              </a:buClr>
              <a:buSzPts val="2800"/>
              <a:buChar char="▪"/>
            </a:pPr>
            <a:r>
              <a:rPr lang="en-US"/>
              <a:t>You will see how AI sees defects.</a:t>
            </a:r>
            <a:endParaRPr/>
          </a:p>
          <a:p>
            <a:pPr indent="0" lvl="0" marL="0" rtl="0" algn="l">
              <a:lnSpc>
                <a:spcPct val="90000"/>
              </a:lnSpc>
              <a:spcBef>
                <a:spcPts val="1000"/>
              </a:spcBef>
              <a:spcAft>
                <a:spcPts val="0"/>
              </a:spcAft>
              <a:buClr>
                <a:schemeClr val="dk1"/>
              </a:buClr>
              <a:buSzPts val="2800"/>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4" name="Shape 884"/>
        <p:cNvGrpSpPr/>
        <p:nvPr/>
      </p:nvGrpSpPr>
      <p:grpSpPr>
        <a:xfrm>
          <a:off x="0" y="0"/>
          <a:ext cx="0" cy="0"/>
          <a:chOff x="0" y="0"/>
          <a:chExt cx="0" cy="0"/>
        </a:xfrm>
      </p:grpSpPr>
      <p:sp>
        <p:nvSpPr>
          <p:cNvPr id="885" name="Google Shape;885;p39"/>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rgbClr val="000000"/>
              </a:buClr>
              <a:buSzPts val="4800"/>
              <a:buFont typeface="Play"/>
              <a:buNone/>
            </a:pPr>
            <a:r>
              <a:rPr lang="en-US" sz="4800">
                <a:solidFill>
                  <a:srgbClr val="000000"/>
                </a:solidFill>
              </a:rPr>
              <a:t>Questions?</a:t>
            </a:r>
            <a:endParaRPr/>
          </a:p>
        </p:txBody>
      </p:sp>
      <p:sp>
        <p:nvSpPr>
          <p:cNvPr id="886" name="Google Shape;886;p39"/>
          <p:cNvSpPr txBox="1"/>
          <p:nvPr/>
        </p:nvSpPr>
        <p:spPr>
          <a:xfrm>
            <a:off x="11734801" y="6423246"/>
            <a:ext cx="457200" cy="43475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fld id="{00000000-1234-1234-1234-123412341234}" type="slidenum">
              <a:rPr lang="en-US" sz="1000">
                <a:solidFill>
                  <a:schemeClr val="dk1"/>
                </a:solidFill>
                <a:latin typeface="Play"/>
                <a:ea typeface="Play"/>
                <a:cs typeface="Play"/>
                <a:sym typeface="Play"/>
              </a:rPr>
              <a:t>‹#›</a:t>
            </a:fld>
            <a:endParaRPr sz="10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1" name="Shape 891"/>
        <p:cNvGrpSpPr/>
        <p:nvPr/>
      </p:nvGrpSpPr>
      <p:grpSpPr>
        <a:xfrm>
          <a:off x="0" y="0"/>
          <a:ext cx="0" cy="0"/>
          <a:chOff x="0" y="0"/>
          <a:chExt cx="0" cy="0"/>
        </a:xfrm>
      </p:grpSpPr>
      <p:pic>
        <p:nvPicPr>
          <p:cNvPr descr="Graphical user interface&#10;&#10;Description automatically generated" id="892" name="Google Shape;892;p40"/>
          <p:cNvPicPr preferRelativeResize="0"/>
          <p:nvPr/>
        </p:nvPicPr>
        <p:blipFill rotWithShape="1">
          <a:blip r:embed="rId4">
            <a:alphaModFix/>
          </a:blip>
          <a:srcRect b="0" l="0" r="0" t="0"/>
          <a:stretch/>
        </p:blipFill>
        <p:spPr>
          <a:xfrm>
            <a:off x="-136633" y="432187"/>
            <a:ext cx="7567992" cy="4255427"/>
          </a:xfrm>
          <a:prstGeom prst="rect">
            <a:avLst/>
          </a:prstGeom>
          <a:noFill/>
          <a:ln>
            <a:noFill/>
          </a:ln>
        </p:spPr>
      </p:pic>
      <p:sp>
        <p:nvSpPr>
          <p:cNvPr id="893" name="Google Shape;893;p40"/>
          <p:cNvSpPr/>
          <p:nvPr/>
        </p:nvSpPr>
        <p:spPr>
          <a:xfrm>
            <a:off x="0" y="5698067"/>
            <a:ext cx="1140542" cy="1159933"/>
          </a:xfrm>
          <a:prstGeom prst="rect">
            <a:avLst/>
          </a:prstGeom>
          <a:solidFill>
            <a:srgbClr val="FEC91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1"/>
          <p:cNvSpPr/>
          <p:nvPr/>
        </p:nvSpPr>
        <p:spPr>
          <a:xfrm>
            <a:off x="803920" y="2515914"/>
            <a:ext cx="3729250" cy="466250"/>
          </a:xfrm>
          <a:prstGeom prst="rect">
            <a:avLst/>
          </a:prstGeom>
          <a:noFill/>
          <a:ln>
            <a:noFill/>
          </a:ln>
        </p:spPr>
        <p:txBody>
          <a:bodyPr anchorCtr="0" anchor="t" bIns="0" lIns="0" spcFirstLastPara="1" rIns="0" wrap="square" tIns="0">
            <a:noAutofit/>
          </a:bodyPr>
          <a:lstStyle/>
          <a:p>
            <a:pPr indent="0" lvl="0" marL="0" marR="0" rtl="0" algn="l">
              <a:lnSpc>
                <a:spcPct val="81481"/>
              </a:lnSpc>
              <a:spcBef>
                <a:spcPts val="0"/>
              </a:spcBef>
              <a:spcAft>
                <a:spcPts val="0"/>
              </a:spcAft>
              <a:buClr>
                <a:srgbClr val="2E3C4E"/>
              </a:buClr>
              <a:buSzPts val="5400"/>
              <a:buFont typeface="Barlow"/>
              <a:buNone/>
            </a:pPr>
            <a:r>
              <a:rPr b="1" lang="en-US" sz="4500">
                <a:solidFill>
                  <a:srgbClr val="2E3C4E"/>
                </a:solidFill>
                <a:latin typeface="Barlow"/>
                <a:ea typeface="Barlow"/>
                <a:cs typeface="Barlow"/>
                <a:sym typeface="Barlow"/>
              </a:rPr>
              <a:t>Prompt Engineering</a:t>
            </a:r>
            <a:endParaRPr sz="4500">
              <a:solidFill>
                <a:schemeClr val="dk1"/>
              </a:solidFill>
              <a:latin typeface="Calibri"/>
              <a:ea typeface="Calibri"/>
              <a:cs typeface="Calibri"/>
              <a:sym typeface="Calibri"/>
            </a:endParaRPr>
          </a:p>
        </p:txBody>
      </p:sp>
      <p:pic>
        <p:nvPicPr>
          <p:cNvPr descr="preencoded.png" id="48" name="Google Shape;48;p1"/>
          <p:cNvPicPr preferRelativeResize="0"/>
          <p:nvPr/>
        </p:nvPicPr>
        <p:blipFill rotWithShape="1">
          <a:blip r:embed="rId3">
            <a:alphaModFix/>
          </a:blip>
          <a:srcRect b="0" l="0" r="0" t="0"/>
          <a:stretch/>
        </p:blipFill>
        <p:spPr>
          <a:xfrm>
            <a:off x="5334000" y="0"/>
            <a:ext cx="6858000" cy="6858000"/>
          </a:xfrm>
          <a:prstGeom prst="rect">
            <a:avLst/>
          </a:prstGeom>
          <a:noFill/>
          <a:ln>
            <a:noFill/>
          </a:ln>
        </p:spPr>
      </p:pic>
      <p:sp>
        <p:nvSpPr>
          <p:cNvPr id="49" name="Google Shape;49;p1"/>
          <p:cNvSpPr txBox="1"/>
          <p:nvPr/>
        </p:nvSpPr>
        <p:spPr>
          <a:xfrm>
            <a:off x="214667" y="4137958"/>
            <a:ext cx="4907750" cy="1435250"/>
          </a:xfrm>
          <a:prstGeom prst="rect">
            <a:avLst/>
          </a:prstGeom>
          <a:noFill/>
          <a:ln>
            <a:noFill/>
          </a:ln>
        </p:spPr>
        <p:txBody>
          <a:bodyPr anchorCtr="0" anchor="t" bIns="76188" lIns="76188" spcFirstLastPara="1" rIns="76188" wrap="square" tIns="76188">
            <a:spAutoFit/>
          </a:bodyPr>
          <a:lstStyle/>
          <a:p>
            <a:pPr indent="0" lvl="0" marL="0" rtl="0" algn="l">
              <a:lnSpc>
                <a:spcPct val="90000"/>
              </a:lnSpc>
              <a:spcBef>
                <a:spcPts val="0"/>
              </a:spcBef>
              <a:spcAft>
                <a:spcPts val="0"/>
              </a:spcAft>
              <a:buNone/>
            </a:pPr>
            <a:r>
              <a:rPr lang="en-US" sz="2917">
                <a:solidFill>
                  <a:schemeClr val="dk1"/>
                </a:solidFill>
                <a:latin typeface="Play"/>
                <a:ea typeface="Play"/>
                <a:cs typeface="Play"/>
                <a:sym typeface="Play"/>
              </a:rPr>
              <a:t>Get all the content at:</a:t>
            </a:r>
            <a:endParaRPr sz="583">
              <a:solidFill>
                <a:schemeClr val="dk1"/>
              </a:solidFill>
            </a:endParaRPr>
          </a:p>
          <a:p>
            <a:pPr indent="0" lvl="0" marL="0" rtl="0" algn="l">
              <a:lnSpc>
                <a:spcPct val="90000"/>
              </a:lnSpc>
              <a:spcBef>
                <a:spcPts val="0"/>
              </a:spcBef>
              <a:spcAft>
                <a:spcPts val="0"/>
              </a:spcAft>
              <a:buNone/>
            </a:pPr>
            <a:r>
              <a:rPr lang="en-US" sz="3167">
                <a:solidFill>
                  <a:schemeClr val="dk1"/>
                </a:solidFill>
                <a:latin typeface="Play"/>
                <a:ea typeface="Play"/>
                <a:cs typeface="Play"/>
                <a:sym typeface="Play"/>
              </a:rPr>
              <a:t>https://github.com/grcc-resendiz/ai-manufacturing-muskegon</a:t>
            </a:r>
            <a:endParaRPr sz="583">
              <a:solidFill>
                <a:schemeClr val="dk1"/>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2"/>
          <p:cNvSpPr/>
          <p:nvPr/>
        </p:nvSpPr>
        <p:spPr>
          <a:xfrm>
            <a:off x="0" y="1"/>
            <a:ext cx="12192000" cy="676275"/>
          </a:xfrm>
          <a:prstGeom prst="rect">
            <a:avLst/>
          </a:prstGeom>
          <a:solidFill>
            <a:srgbClr val="7F7F7F"/>
          </a:solidFill>
          <a:ln cap="flat" cmpd="sng" w="10583">
            <a:solidFill>
              <a:srgbClr val="1C3052"/>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Overview</a:t>
            </a:r>
            <a:endParaRPr/>
          </a:p>
        </p:txBody>
      </p:sp>
      <p:sp>
        <p:nvSpPr>
          <p:cNvPr id="55" name="Google Shape;55;p2"/>
          <p:cNvSpPr/>
          <p:nvPr/>
        </p:nvSpPr>
        <p:spPr>
          <a:xfrm>
            <a:off x="1176338" y="854931"/>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Prompt Engineering</a:t>
            </a:r>
            <a:endParaRPr/>
          </a:p>
        </p:txBody>
      </p:sp>
      <p:sp>
        <p:nvSpPr>
          <p:cNvPr id="56" name="Google Shape;56;p2"/>
          <p:cNvSpPr/>
          <p:nvPr/>
        </p:nvSpPr>
        <p:spPr>
          <a:xfrm>
            <a:off x="1176337" y="3470913"/>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AI Projects</a:t>
            </a:r>
            <a:endParaRPr/>
          </a:p>
        </p:txBody>
      </p:sp>
      <p:sp>
        <p:nvSpPr>
          <p:cNvPr id="57" name="Google Shape;57;p2"/>
          <p:cNvSpPr txBox="1"/>
          <p:nvPr/>
        </p:nvSpPr>
        <p:spPr>
          <a:xfrm>
            <a:off x="1176338" y="1655032"/>
            <a:ext cx="9839324" cy="1718419"/>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Learn how to effectively prompt large language models (LLMs) like ChatGPT, Gemini, and Claude.</a:t>
            </a:r>
            <a:endParaRPr b="1" sz="2667">
              <a:solidFill>
                <a:schemeClr val="dk1"/>
              </a:solidFill>
              <a:latin typeface="Barlow"/>
              <a:ea typeface="Barlow"/>
              <a:cs typeface="Barlow"/>
              <a:sym typeface="Barlow"/>
            </a:endParaRP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Familiarize yourself with the RTFC framework.</a:t>
            </a:r>
            <a:endParaRPr/>
          </a:p>
        </p:txBody>
      </p:sp>
      <p:sp>
        <p:nvSpPr>
          <p:cNvPr id="58" name="Google Shape;58;p2"/>
          <p:cNvSpPr txBox="1"/>
          <p:nvPr/>
        </p:nvSpPr>
        <p:spPr>
          <a:xfrm>
            <a:off x="1176337" y="4312420"/>
            <a:ext cx="9839325" cy="2385268"/>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Build a project: saved instructions plus your documents, in the AI tool you already use.</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Goal: Package your instructions and documents once so the AI gives consistent, tailored answers every time.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4"/>
                                        </p:tgtEl>
                                        <p:attrNameLst>
                                          <p:attrName>style.visibility</p:attrName>
                                        </p:attrNameLst>
                                      </p:cBhvr>
                                      <p:to>
                                        <p:strVal val="visible"/>
                                      </p:to>
                                    </p:set>
                                    <p:animEffect filter="fade" transition="in">
                                      <p:cBhvr>
                                        <p:cTn dur="500"/>
                                        <p:tgtEl>
                                          <p:spTgt spid="5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5"/>
                                        </p:tgtEl>
                                        <p:attrNameLst>
                                          <p:attrName>style.visibility</p:attrName>
                                        </p:attrNameLst>
                                      </p:cBhvr>
                                      <p:to>
                                        <p:strVal val="visible"/>
                                      </p:to>
                                    </p:set>
                                    <p:animEffect filter="fade" transition="in">
                                      <p:cBhvr>
                                        <p:cTn dur="500"/>
                                        <p:tgtEl>
                                          <p:spTgt spid="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xEl>
                                              <p:pRg end="0" st="0"/>
                                            </p:txEl>
                                          </p:spTgt>
                                        </p:tgtEl>
                                        <p:attrNameLst>
                                          <p:attrName>style.visibility</p:attrName>
                                        </p:attrNameLst>
                                      </p:cBhvr>
                                      <p:to>
                                        <p:strVal val="visible"/>
                                      </p:to>
                                    </p:set>
                                    <p:animEffect filter="fade" transition="in">
                                      <p:cBhvr>
                                        <p:cTn dur="500"/>
                                        <p:tgtEl>
                                          <p:spTgt spid="57">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xEl>
                                              <p:pRg end="1" st="1"/>
                                            </p:txEl>
                                          </p:spTgt>
                                        </p:tgtEl>
                                        <p:attrNameLst>
                                          <p:attrName>style.visibility</p:attrName>
                                        </p:attrNameLst>
                                      </p:cBhvr>
                                      <p:to>
                                        <p:strVal val="visible"/>
                                      </p:to>
                                    </p:set>
                                    <p:animEffect filter="fade" transition="in">
                                      <p:cBhvr>
                                        <p:cTn dur="500"/>
                                        <p:tgtEl>
                                          <p:spTgt spid="57">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6"/>
                                        </p:tgtEl>
                                        <p:attrNameLst>
                                          <p:attrName>style.visibility</p:attrName>
                                        </p:attrNameLst>
                                      </p:cBhvr>
                                      <p:to>
                                        <p:strVal val="visible"/>
                                      </p:to>
                                    </p:set>
                                    <p:animEffect filter="fade" transition="in">
                                      <p:cBhvr>
                                        <p:cTn dur="500"/>
                                        <p:tgtEl>
                                          <p:spTgt spid="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animEffect filter="fade" transition="in">
                                      <p:cBhvr>
                                        <p:cTn dur="500"/>
                                        <p:tgtEl>
                                          <p:spTgt spid="58">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animEffect filter="fade" transition="in">
                                      <p:cBhvr>
                                        <p:cTn dur="500"/>
                                        <p:tgtEl>
                                          <p:spTgt spid="58">
                                            <p:txEl>
                                              <p:pRg end="1" st="1"/>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3"/>
          <p:cNvSpPr/>
          <p:nvPr/>
        </p:nvSpPr>
        <p:spPr>
          <a:xfrm>
            <a:off x="631924" y="494507"/>
            <a:ext cx="9500000" cy="519608"/>
          </a:xfrm>
          <a:prstGeom prst="rect">
            <a:avLst/>
          </a:prstGeom>
          <a:noFill/>
          <a:ln>
            <a:noFill/>
          </a:ln>
        </p:spPr>
        <p:txBody>
          <a:bodyPr anchorCtr="0" anchor="t" bIns="0" lIns="0" spcFirstLastPara="1" rIns="0" wrap="square" tIns="0">
            <a:noAutofit/>
          </a:bodyPr>
          <a:lstStyle/>
          <a:p>
            <a:pPr indent="0" lvl="0" marL="0" marR="0" rtl="0" algn="l">
              <a:lnSpc>
                <a:spcPct val="125641"/>
              </a:lnSpc>
              <a:spcBef>
                <a:spcPts val="0"/>
              </a:spcBef>
              <a:spcAft>
                <a:spcPts val="0"/>
              </a:spcAft>
              <a:buClr>
                <a:srgbClr val="2E3C4E"/>
              </a:buClr>
              <a:buSzPts val="3900"/>
              <a:buFont typeface="Barlow"/>
              <a:buNone/>
            </a:pPr>
            <a:r>
              <a:rPr b="1" lang="en-US" sz="3250">
                <a:solidFill>
                  <a:srgbClr val="2E3C4E"/>
                </a:solidFill>
                <a:latin typeface="Barlow"/>
                <a:ea typeface="Barlow"/>
                <a:cs typeface="Barlow"/>
                <a:sym typeface="Barlow"/>
              </a:rPr>
              <a:t>Beware of Hallucinations!</a:t>
            </a:r>
            <a:endParaRPr sz="3250">
              <a:solidFill>
                <a:schemeClr val="dk1"/>
              </a:solidFill>
              <a:latin typeface="Calibri"/>
              <a:ea typeface="Calibri"/>
              <a:cs typeface="Calibri"/>
              <a:sym typeface="Calibri"/>
            </a:endParaRPr>
          </a:p>
        </p:txBody>
      </p:sp>
      <p:sp>
        <p:nvSpPr>
          <p:cNvPr id="65" name="Google Shape;65;p3"/>
          <p:cNvSpPr/>
          <p:nvPr/>
        </p:nvSpPr>
        <p:spPr>
          <a:xfrm>
            <a:off x="868858" y="1566962"/>
            <a:ext cx="10691218" cy="831453"/>
          </a:xfrm>
          <a:prstGeom prst="rect">
            <a:avLst/>
          </a:prstGeom>
          <a:noFill/>
          <a:ln>
            <a:noFill/>
          </a:ln>
        </p:spPr>
        <p:txBody>
          <a:bodyPr anchorCtr="0" anchor="t" bIns="0" lIns="0" spcFirstLastPara="1" rIns="0" wrap="square" tIns="0">
            <a:noAutofit/>
          </a:bodyPr>
          <a:lstStyle/>
          <a:p>
            <a:pPr indent="0" lvl="0" marL="0" marR="0" rtl="0" algn="l">
              <a:lnSpc>
                <a:spcPct val="125806"/>
              </a:lnSpc>
              <a:spcBef>
                <a:spcPts val="0"/>
              </a:spcBef>
              <a:spcAft>
                <a:spcPts val="0"/>
              </a:spcAft>
              <a:buClr>
                <a:srgbClr val="2E3C4E"/>
              </a:buClr>
              <a:buSzPts val="3100"/>
              <a:buFont typeface="Barlow"/>
              <a:buNone/>
            </a:pPr>
            <a:r>
              <a:rPr b="1" lang="en-US" sz="2583">
                <a:solidFill>
                  <a:srgbClr val="2E3C4E"/>
                </a:solidFill>
                <a:latin typeface="Barlow"/>
                <a:ea typeface="Barlow"/>
                <a:cs typeface="Barlow"/>
                <a:sym typeface="Barlow"/>
              </a:rPr>
              <a:t>A hallucination is when a model invents details, </a:t>
            </a:r>
            <a:br>
              <a:rPr b="1" lang="en-US" sz="2583">
                <a:solidFill>
                  <a:srgbClr val="2E3C4E"/>
                </a:solidFill>
                <a:latin typeface="Barlow"/>
                <a:ea typeface="Barlow"/>
                <a:cs typeface="Barlow"/>
                <a:sym typeface="Barlow"/>
              </a:rPr>
            </a:br>
            <a:r>
              <a:rPr b="1" lang="en-US" sz="2583">
                <a:solidFill>
                  <a:srgbClr val="2E3C4E"/>
                </a:solidFill>
                <a:latin typeface="Barlow"/>
                <a:ea typeface="Barlow"/>
                <a:cs typeface="Barlow"/>
                <a:sym typeface="Barlow"/>
              </a:rPr>
              <a:t>sources or data that do not exist.</a:t>
            </a:r>
            <a:endParaRPr sz="2583">
              <a:solidFill>
                <a:schemeClr val="dk1"/>
              </a:solidFill>
              <a:latin typeface="Calibri"/>
              <a:ea typeface="Calibri"/>
              <a:cs typeface="Calibri"/>
              <a:sym typeface="Calibri"/>
            </a:endParaRPr>
          </a:p>
        </p:txBody>
      </p:sp>
      <p:sp>
        <p:nvSpPr>
          <p:cNvPr id="66" name="Google Shape;66;p3"/>
          <p:cNvSpPr/>
          <p:nvPr/>
        </p:nvSpPr>
        <p:spPr>
          <a:xfrm>
            <a:off x="631924" y="1330028"/>
            <a:ext cx="19050" cy="1305322"/>
          </a:xfrm>
          <a:prstGeom prst="rect">
            <a:avLst/>
          </a:prstGeom>
          <a:solidFill>
            <a:srgbClr val="75BAE6"/>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67" name="Google Shape;67;p3"/>
          <p:cNvSpPr/>
          <p:nvPr/>
        </p:nvSpPr>
        <p:spPr>
          <a:xfrm>
            <a:off x="631924" y="2872283"/>
            <a:ext cx="3325912" cy="415727"/>
          </a:xfrm>
          <a:prstGeom prst="rect">
            <a:avLst/>
          </a:prstGeom>
          <a:noFill/>
          <a:ln>
            <a:noFill/>
          </a:ln>
        </p:spPr>
        <p:txBody>
          <a:bodyPr anchorCtr="0" anchor="t" bIns="0" lIns="0" spcFirstLastPara="1" rIns="0" wrap="square" tIns="0">
            <a:noAutofit/>
          </a:bodyPr>
          <a:lstStyle/>
          <a:p>
            <a:pPr indent="0" lvl="0" marL="0" marR="0" rtl="0" algn="l">
              <a:lnSpc>
                <a:spcPct val="125806"/>
              </a:lnSpc>
              <a:spcBef>
                <a:spcPts val="0"/>
              </a:spcBef>
              <a:spcAft>
                <a:spcPts val="0"/>
              </a:spcAft>
              <a:buClr>
                <a:srgbClr val="2E3C4E"/>
              </a:buClr>
              <a:buSzPts val="3100"/>
              <a:buFont typeface="Barlow"/>
              <a:buNone/>
            </a:pPr>
            <a:r>
              <a:rPr b="1" lang="en-US" sz="2583">
                <a:solidFill>
                  <a:srgbClr val="2E3C4E"/>
                </a:solidFill>
                <a:latin typeface="Barlow"/>
                <a:ea typeface="Barlow"/>
                <a:cs typeface="Barlow"/>
                <a:sym typeface="Barlow"/>
              </a:rPr>
              <a:t>Examples:</a:t>
            </a:r>
            <a:endParaRPr sz="2583">
              <a:solidFill>
                <a:schemeClr val="dk1"/>
              </a:solidFill>
              <a:latin typeface="Calibri"/>
              <a:ea typeface="Calibri"/>
              <a:cs typeface="Calibri"/>
              <a:sym typeface="Calibri"/>
            </a:endParaRPr>
          </a:p>
        </p:txBody>
      </p:sp>
      <p:sp>
        <p:nvSpPr>
          <p:cNvPr id="68" name="Google Shape;68;p3"/>
          <p:cNvSpPr/>
          <p:nvPr/>
        </p:nvSpPr>
        <p:spPr>
          <a:xfrm>
            <a:off x="631924" y="3524944"/>
            <a:ext cx="3537347" cy="1213942"/>
          </a:xfrm>
          <a:prstGeom prst="roundRect">
            <a:avLst>
              <a:gd fmla="val 7532" name="adj"/>
            </a:avLst>
          </a:prstGeom>
          <a:solidFill>
            <a:srgbClr val="FFFFFF"/>
          </a:solidFill>
          <a:ln cap="flat" cmpd="sng" w="19042">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pic>
        <p:nvPicPr>
          <p:cNvPr descr="preencoded.png" id="69" name="Google Shape;69;p3"/>
          <p:cNvPicPr preferRelativeResize="0"/>
          <p:nvPr/>
        </p:nvPicPr>
        <p:blipFill rotWithShape="1">
          <a:blip r:embed="rId3">
            <a:alphaModFix/>
          </a:blip>
          <a:srcRect b="0" l="0" r="0" t="0"/>
          <a:stretch/>
        </p:blipFill>
        <p:spPr>
          <a:xfrm>
            <a:off x="612874" y="3524944"/>
            <a:ext cx="76200" cy="1213942"/>
          </a:xfrm>
          <a:prstGeom prst="rect">
            <a:avLst/>
          </a:prstGeom>
          <a:noFill/>
          <a:ln>
            <a:noFill/>
          </a:ln>
        </p:spPr>
      </p:pic>
      <p:sp>
        <p:nvSpPr>
          <p:cNvPr id="70" name="Google Shape;70;p3"/>
          <p:cNvSpPr/>
          <p:nvPr/>
        </p:nvSpPr>
        <p:spPr>
          <a:xfrm>
            <a:off x="866081" y="3701951"/>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Incorrect Settings</a:t>
            </a:r>
            <a:endParaRPr sz="2000">
              <a:solidFill>
                <a:schemeClr val="dk1"/>
              </a:solidFill>
              <a:latin typeface="Calibri"/>
              <a:ea typeface="Calibri"/>
              <a:cs typeface="Calibri"/>
              <a:sym typeface="Calibri"/>
            </a:endParaRPr>
          </a:p>
        </p:txBody>
      </p:sp>
      <p:sp>
        <p:nvSpPr>
          <p:cNvPr id="71" name="Google Shape;71;p3"/>
          <p:cNvSpPr/>
          <p:nvPr/>
        </p:nvSpPr>
        <p:spPr>
          <a:xfrm>
            <a:off x="866081" y="4056459"/>
            <a:ext cx="3480196"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Giving incorrect machine settings, tolerances, or specifications</a:t>
            </a:r>
            <a:endParaRPr sz="1500">
              <a:solidFill>
                <a:schemeClr val="dk1"/>
              </a:solidFill>
              <a:latin typeface="Calibri"/>
              <a:ea typeface="Calibri"/>
              <a:cs typeface="Calibri"/>
              <a:sym typeface="Calibri"/>
            </a:endParaRPr>
          </a:p>
        </p:txBody>
      </p:sp>
      <p:sp>
        <p:nvSpPr>
          <p:cNvPr id="72" name="Google Shape;72;p3"/>
          <p:cNvSpPr/>
          <p:nvPr/>
        </p:nvSpPr>
        <p:spPr>
          <a:xfrm>
            <a:off x="4327228" y="3524944"/>
            <a:ext cx="3676352" cy="1213942"/>
          </a:xfrm>
          <a:prstGeom prst="roundRect">
            <a:avLst>
              <a:gd fmla="val 7532" name="adj"/>
            </a:avLst>
          </a:prstGeom>
          <a:solidFill>
            <a:srgbClr val="FFFFFF"/>
          </a:solidFill>
          <a:ln cap="flat" cmpd="sng" w="19042">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pic>
        <p:nvPicPr>
          <p:cNvPr descr="preencoded.png" id="73" name="Google Shape;73;p3"/>
          <p:cNvPicPr preferRelativeResize="0"/>
          <p:nvPr/>
        </p:nvPicPr>
        <p:blipFill rotWithShape="1">
          <a:blip r:embed="rId3">
            <a:alphaModFix/>
          </a:blip>
          <a:srcRect b="0" l="0" r="0" t="0"/>
          <a:stretch/>
        </p:blipFill>
        <p:spPr>
          <a:xfrm>
            <a:off x="4308178" y="3524944"/>
            <a:ext cx="76200" cy="1213942"/>
          </a:xfrm>
          <a:prstGeom prst="rect">
            <a:avLst/>
          </a:prstGeom>
          <a:noFill/>
          <a:ln>
            <a:noFill/>
          </a:ln>
        </p:spPr>
      </p:pic>
      <p:sp>
        <p:nvSpPr>
          <p:cNvPr id="74" name="Google Shape;74;p3"/>
          <p:cNvSpPr/>
          <p:nvPr/>
        </p:nvSpPr>
        <p:spPr>
          <a:xfrm>
            <a:off x="4561372" y="3701958"/>
            <a:ext cx="3008500" cy="259750"/>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Nonexistent Policies</a:t>
            </a:r>
            <a:endParaRPr sz="2000">
              <a:solidFill>
                <a:schemeClr val="dk1"/>
              </a:solidFill>
              <a:latin typeface="Calibri"/>
              <a:ea typeface="Calibri"/>
              <a:cs typeface="Calibri"/>
              <a:sym typeface="Calibri"/>
            </a:endParaRPr>
          </a:p>
        </p:txBody>
      </p:sp>
      <p:sp>
        <p:nvSpPr>
          <p:cNvPr id="75" name="Google Shape;75;p3"/>
          <p:cNvSpPr/>
          <p:nvPr/>
        </p:nvSpPr>
        <p:spPr>
          <a:xfrm>
            <a:off x="4561383" y="4056459"/>
            <a:ext cx="3442197"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Referencing non-existent company policies or outdated SOPs</a:t>
            </a:r>
            <a:endParaRPr sz="1500">
              <a:solidFill>
                <a:schemeClr val="dk1"/>
              </a:solidFill>
              <a:latin typeface="Calibri"/>
              <a:ea typeface="Calibri"/>
              <a:cs typeface="Calibri"/>
              <a:sym typeface="Calibri"/>
            </a:endParaRPr>
          </a:p>
        </p:txBody>
      </p:sp>
      <p:sp>
        <p:nvSpPr>
          <p:cNvPr id="76" name="Google Shape;76;p3"/>
          <p:cNvSpPr/>
          <p:nvPr/>
        </p:nvSpPr>
        <p:spPr>
          <a:xfrm>
            <a:off x="8390182" y="3524944"/>
            <a:ext cx="3537347" cy="1213942"/>
          </a:xfrm>
          <a:prstGeom prst="roundRect">
            <a:avLst>
              <a:gd fmla="val 7532" name="adj"/>
            </a:avLst>
          </a:prstGeom>
          <a:solidFill>
            <a:srgbClr val="FFFFFF"/>
          </a:solidFill>
          <a:ln cap="flat" cmpd="sng" w="19042">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pic>
        <p:nvPicPr>
          <p:cNvPr descr="preencoded.png" id="77" name="Google Shape;77;p3"/>
          <p:cNvPicPr preferRelativeResize="0"/>
          <p:nvPr/>
        </p:nvPicPr>
        <p:blipFill rotWithShape="1">
          <a:blip r:embed="rId3">
            <a:alphaModFix/>
          </a:blip>
          <a:srcRect b="0" l="0" r="0" t="0"/>
          <a:stretch/>
        </p:blipFill>
        <p:spPr>
          <a:xfrm>
            <a:off x="8371132" y="3524944"/>
            <a:ext cx="79192" cy="1213942"/>
          </a:xfrm>
          <a:prstGeom prst="rect">
            <a:avLst/>
          </a:prstGeom>
          <a:noFill/>
          <a:ln>
            <a:noFill/>
          </a:ln>
        </p:spPr>
      </p:pic>
      <p:sp>
        <p:nvSpPr>
          <p:cNvPr id="78" name="Google Shape;78;p3"/>
          <p:cNvSpPr/>
          <p:nvPr/>
        </p:nvSpPr>
        <p:spPr>
          <a:xfrm>
            <a:off x="8624338" y="3701951"/>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Fake Citations</a:t>
            </a:r>
            <a:endParaRPr sz="2000">
              <a:solidFill>
                <a:schemeClr val="dk1"/>
              </a:solidFill>
              <a:latin typeface="Calibri"/>
              <a:ea typeface="Calibri"/>
              <a:cs typeface="Calibri"/>
              <a:sym typeface="Calibri"/>
            </a:endParaRPr>
          </a:p>
        </p:txBody>
      </p:sp>
      <p:sp>
        <p:nvSpPr>
          <p:cNvPr id="79" name="Google Shape;79;p3"/>
          <p:cNvSpPr/>
          <p:nvPr/>
        </p:nvSpPr>
        <p:spPr>
          <a:xfrm>
            <a:off x="8624338" y="4056459"/>
            <a:ext cx="3303191"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Fake citations or sources (e.g., "OSHA requires…" when it doesn't)</a:t>
            </a:r>
            <a:endParaRPr sz="1500">
              <a:solidFill>
                <a:schemeClr val="dk1"/>
              </a:solidFill>
              <a:latin typeface="Calibri"/>
              <a:ea typeface="Calibri"/>
              <a:cs typeface="Calibri"/>
              <a:sym typeface="Calibri"/>
            </a:endParaRPr>
          </a:p>
        </p:txBody>
      </p:sp>
      <p:sp>
        <p:nvSpPr>
          <p:cNvPr id="80" name="Google Shape;80;p3"/>
          <p:cNvSpPr/>
          <p:nvPr/>
        </p:nvSpPr>
        <p:spPr>
          <a:xfrm>
            <a:off x="631924" y="4896842"/>
            <a:ext cx="3537347" cy="1466652"/>
          </a:xfrm>
          <a:prstGeom prst="roundRect">
            <a:avLst>
              <a:gd fmla="val 6235" name="adj"/>
            </a:avLst>
          </a:prstGeom>
          <a:solidFill>
            <a:srgbClr val="FFFFFF"/>
          </a:solidFill>
          <a:ln cap="flat" cmpd="sng" w="19042">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pic>
        <p:nvPicPr>
          <p:cNvPr descr="preencoded.png" id="81" name="Google Shape;81;p3"/>
          <p:cNvPicPr preferRelativeResize="0"/>
          <p:nvPr/>
        </p:nvPicPr>
        <p:blipFill rotWithShape="1">
          <a:blip r:embed="rId4">
            <a:alphaModFix/>
          </a:blip>
          <a:srcRect b="0" l="0" r="0" t="0"/>
          <a:stretch/>
        </p:blipFill>
        <p:spPr>
          <a:xfrm>
            <a:off x="612874" y="4896842"/>
            <a:ext cx="76200" cy="1466652"/>
          </a:xfrm>
          <a:prstGeom prst="rect">
            <a:avLst/>
          </a:prstGeom>
          <a:noFill/>
          <a:ln>
            <a:noFill/>
          </a:ln>
        </p:spPr>
      </p:pic>
      <p:sp>
        <p:nvSpPr>
          <p:cNvPr id="82" name="Google Shape;82;p3"/>
          <p:cNvSpPr/>
          <p:nvPr/>
        </p:nvSpPr>
        <p:spPr>
          <a:xfrm>
            <a:off x="866081" y="5073848"/>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Incorrect Claims</a:t>
            </a:r>
            <a:endParaRPr sz="2000">
              <a:solidFill>
                <a:schemeClr val="dk1"/>
              </a:solidFill>
              <a:latin typeface="Calibri"/>
              <a:ea typeface="Calibri"/>
              <a:cs typeface="Calibri"/>
              <a:sym typeface="Calibri"/>
            </a:endParaRPr>
          </a:p>
        </p:txBody>
      </p:sp>
      <p:sp>
        <p:nvSpPr>
          <p:cNvPr id="83" name="Google Shape;83;p3"/>
          <p:cNvSpPr/>
          <p:nvPr/>
        </p:nvSpPr>
        <p:spPr>
          <a:xfrm>
            <a:off x="866081" y="5428357"/>
            <a:ext cx="3126184"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Incorrect claims about recent events, regulations, or recalls</a:t>
            </a:r>
            <a:endParaRPr sz="1500">
              <a:solidFill>
                <a:schemeClr val="dk1"/>
              </a:solidFill>
              <a:latin typeface="Calibri"/>
              <a:ea typeface="Calibri"/>
              <a:cs typeface="Calibri"/>
              <a:sym typeface="Calibri"/>
            </a:endParaRPr>
          </a:p>
        </p:txBody>
      </p:sp>
      <p:sp>
        <p:nvSpPr>
          <p:cNvPr id="84" name="Google Shape;84;p3"/>
          <p:cNvSpPr/>
          <p:nvPr/>
        </p:nvSpPr>
        <p:spPr>
          <a:xfrm>
            <a:off x="4327228" y="4896842"/>
            <a:ext cx="3676352" cy="1466652"/>
          </a:xfrm>
          <a:prstGeom prst="roundRect">
            <a:avLst>
              <a:gd fmla="val 6235" name="adj"/>
            </a:avLst>
          </a:prstGeom>
          <a:solidFill>
            <a:srgbClr val="FFFFFF"/>
          </a:solidFill>
          <a:ln cap="flat" cmpd="sng" w="19042">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pic>
        <p:nvPicPr>
          <p:cNvPr descr="preencoded.png" id="85" name="Google Shape;85;p3"/>
          <p:cNvPicPr preferRelativeResize="0"/>
          <p:nvPr/>
        </p:nvPicPr>
        <p:blipFill rotWithShape="1">
          <a:blip r:embed="rId4">
            <a:alphaModFix/>
          </a:blip>
          <a:srcRect b="0" l="0" r="0" t="0"/>
          <a:stretch/>
        </p:blipFill>
        <p:spPr>
          <a:xfrm>
            <a:off x="4308178" y="4896842"/>
            <a:ext cx="76200" cy="1466652"/>
          </a:xfrm>
          <a:prstGeom prst="rect">
            <a:avLst/>
          </a:prstGeom>
          <a:noFill/>
          <a:ln>
            <a:noFill/>
          </a:ln>
        </p:spPr>
      </p:pic>
      <p:sp>
        <p:nvSpPr>
          <p:cNvPr id="86" name="Google Shape;86;p3"/>
          <p:cNvSpPr/>
          <p:nvPr/>
        </p:nvSpPr>
        <p:spPr>
          <a:xfrm>
            <a:off x="4561372" y="5073851"/>
            <a:ext cx="2892750" cy="72750"/>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Wrong Calculations</a:t>
            </a:r>
            <a:endParaRPr sz="2000">
              <a:solidFill>
                <a:schemeClr val="dk1"/>
              </a:solidFill>
              <a:latin typeface="Calibri"/>
              <a:ea typeface="Calibri"/>
              <a:cs typeface="Calibri"/>
              <a:sym typeface="Calibri"/>
            </a:endParaRPr>
          </a:p>
        </p:txBody>
      </p:sp>
      <p:sp>
        <p:nvSpPr>
          <p:cNvPr id="87" name="Google Shape;87;p3"/>
          <p:cNvSpPr/>
          <p:nvPr/>
        </p:nvSpPr>
        <p:spPr>
          <a:xfrm>
            <a:off x="4561383" y="5428357"/>
            <a:ext cx="3126283" cy="758131"/>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Confidently providing incorrect measurements, conversions, or calculations</a:t>
            </a:r>
            <a:endParaRPr sz="15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6"/>
                                        </p:tgtEl>
                                        <p:attrNameLst>
                                          <p:attrName>style.visibility</p:attrName>
                                        </p:attrNameLst>
                                      </p:cBhvr>
                                      <p:to>
                                        <p:strVal val="visible"/>
                                      </p:to>
                                    </p:set>
                                    <p:animEffect filter="fade" transition="in">
                                      <p:cBhvr>
                                        <p:cTn dur="500"/>
                                        <p:tgtEl>
                                          <p:spTgt spid="66"/>
                                        </p:tgtEl>
                                      </p:cBhvr>
                                    </p:animEffect>
                                  </p:childTnLst>
                                </p:cTn>
                              </p:par>
                              <p:par>
                                <p:cTn fill="hold" nodeType="withEffect" presetClass="entr" presetID="10" presetSubtype="0">
                                  <p:stCondLst>
                                    <p:cond delay="0"/>
                                  </p:stCondLst>
                                  <p:childTnLst>
                                    <p:set>
                                      <p:cBhvr>
                                        <p:cTn dur="1" fill="hold">
                                          <p:stCondLst>
                                            <p:cond delay="0"/>
                                          </p:stCondLst>
                                        </p:cTn>
                                        <p:tgtEl>
                                          <p:spTgt spid="65"/>
                                        </p:tgtEl>
                                        <p:attrNameLst>
                                          <p:attrName>style.visibility</p:attrName>
                                        </p:attrNameLst>
                                      </p:cBhvr>
                                      <p:to>
                                        <p:strVal val="visible"/>
                                      </p:to>
                                    </p:set>
                                    <p:animEffect filter="fade" transition="in">
                                      <p:cBhvr>
                                        <p:cTn dur="500"/>
                                        <p:tgtEl>
                                          <p:spTgt spid="6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7"/>
                                        </p:tgtEl>
                                        <p:attrNameLst>
                                          <p:attrName>style.visibility</p:attrName>
                                        </p:attrNameLst>
                                      </p:cBhvr>
                                      <p:to>
                                        <p:strVal val="visible"/>
                                      </p:to>
                                    </p:set>
                                    <p:animEffect filter="fade" transition="in">
                                      <p:cBhvr>
                                        <p:cTn dur="500"/>
                                        <p:tgtEl>
                                          <p:spTgt spid="6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8"/>
                                        </p:tgtEl>
                                        <p:attrNameLst>
                                          <p:attrName>style.visibility</p:attrName>
                                        </p:attrNameLst>
                                      </p:cBhvr>
                                      <p:to>
                                        <p:strVal val="visible"/>
                                      </p:to>
                                    </p:set>
                                    <p:animEffect filter="fade" transition="in">
                                      <p:cBhvr>
                                        <p:cTn dur="500"/>
                                        <p:tgtEl>
                                          <p:spTgt spid="68"/>
                                        </p:tgtEl>
                                      </p:cBhvr>
                                    </p:animEffect>
                                  </p:childTnLst>
                                </p:cTn>
                              </p:par>
                              <p:par>
                                <p:cTn fill="hold" nodeType="withEffect" presetClass="entr" presetID="10" presetSubtype="0">
                                  <p:stCondLst>
                                    <p:cond delay="0"/>
                                  </p:stCondLst>
                                  <p:childTnLst>
                                    <p:set>
                                      <p:cBhvr>
                                        <p:cTn dur="1" fill="hold">
                                          <p:stCondLst>
                                            <p:cond delay="0"/>
                                          </p:stCondLst>
                                        </p:cTn>
                                        <p:tgtEl>
                                          <p:spTgt spid="69"/>
                                        </p:tgtEl>
                                        <p:attrNameLst>
                                          <p:attrName>style.visibility</p:attrName>
                                        </p:attrNameLst>
                                      </p:cBhvr>
                                      <p:to>
                                        <p:strVal val="visible"/>
                                      </p:to>
                                    </p:set>
                                    <p:animEffect filter="fade" transition="in">
                                      <p:cBhvr>
                                        <p:cTn dur="500"/>
                                        <p:tgtEl>
                                          <p:spTgt spid="69"/>
                                        </p:tgtEl>
                                      </p:cBhvr>
                                    </p:animEffect>
                                  </p:childTnLst>
                                </p:cTn>
                              </p:par>
                              <p:par>
                                <p:cTn fill="hold" nodeType="withEffect" presetClass="entr" presetID="10" presetSubtype="0">
                                  <p:stCondLst>
                                    <p:cond delay="0"/>
                                  </p:stCondLst>
                                  <p:childTnLst>
                                    <p:set>
                                      <p:cBhvr>
                                        <p:cTn dur="1" fill="hold">
                                          <p:stCondLst>
                                            <p:cond delay="0"/>
                                          </p:stCondLst>
                                        </p:cTn>
                                        <p:tgtEl>
                                          <p:spTgt spid="70"/>
                                        </p:tgtEl>
                                        <p:attrNameLst>
                                          <p:attrName>style.visibility</p:attrName>
                                        </p:attrNameLst>
                                      </p:cBhvr>
                                      <p:to>
                                        <p:strVal val="visible"/>
                                      </p:to>
                                    </p:set>
                                    <p:animEffect filter="fade" transition="in">
                                      <p:cBhvr>
                                        <p:cTn dur="500"/>
                                        <p:tgtEl>
                                          <p:spTgt spid="70"/>
                                        </p:tgtEl>
                                      </p:cBhvr>
                                    </p:animEffect>
                                  </p:childTnLst>
                                </p:cTn>
                              </p:par>
                              <p:par>
                                <p:cTn fill="hold" nodeType="withEffect" presetClass="entr" presetID="10" presetSubtype="0">
                                  <p:stCondLst>
                                    <p:cond delay="0"/>
                                  </p:stCondLst>
                                  <p:childTnLst>
                                    <p:set>
                                      <p:cBhvr>
                                        <p:cTn dur="1" fill="hold">
                                          <p:stCondLst>
                                            <p:cond delay="0"/>
                                          </p:stCondLst>
                                        </p:cTn>
                                        <p:tgtEl>
                                          <p:spTgt spid="71"/>
                                        </p:tgtEl>
                                        <p:attrNameLst>
                                          <p:attrName>style.visibility</p:attrName>
                                        </p:attrNameLst>
                                      </p:cBhvr>
                                      <p:to>
                                        <p:strVal val="visible"/>
                                      </p:to>
                                    </p:set>
                                    <p:animEffect filter="fade" transition="in">
                                      <p:cBhvr>
                                        <p:cTn dur="500"/>
                                        <p:tgtEl>
                                          <p:spTgt spid="7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
                                        </p:tgtEl>
                                        <p:attrNameLst>
                                          <p:attrName>style.visibility</p:attrName>
                                        </p:attrNameLst>
                                      </p:cBhvr>
                                      <p:to>
                                        <p:strVal val="visible"/>
                                      </p:to>
                                    </p:set>
                                    <p:animEffect filter="fade" transition="in">
                                      <p:cBhvr>
                                        <p:cTn dur="500"/>
                                        <p:tgtEl>
                                          <p:spTgt spid="72"/>
                                        </p:tgtEl>
                                      </p:cBhvr>
                                    </p:animEffect>
                                  </p:childTnLst>
                                </p:cTn>
                              </p:par>
                              <p:par>
                                <p:cTn fill="hold" nodeType="withEffect" presetClass="entr" presetID="10" presetSubtype="0">
                                  <p:stCondLst>
                                    <p:cond delay="0"/>
                                  </p:stCondLst>
                                  <p:childTnLst>
                                    <p:set>
                                      <p:cBhvr>
                                        <p:cTn dur="1" fill="hold">
                                          <p:stCondLst>
                                            <p:cond delay="0"/>
                                          </p:stCondLst>
                                        </p:cTn>
                                        <p:tgtEl>
                                          <p:spTgt spid="73"/>
                                        </p:tgtEl>
                                        <p:attrNameLst>
                                          <p:attrName>style.visibility</p:attrName>
                                        </p:attrNameLst>
                                      </p:cBhvr>
                                      <p:to>
                                        <p:strVal val="visible"/>
                                      </p:to>
                                    </p:set>
                                    <p:animEffect filter="fade" transition="in">
                                      <p:cBhvr>
                                        <p:cTn dur="500"/>
                                        <p:tgtEl>
                                          <p:spTgt spid="73"/>
                                        </p:tgtEl>
                                      </p:cBhvr>
                                    </p:animEffect>
                                  </p:childTnLst>
                                </p:cTn>
                              </p:par>
                              <p:par>
                                <p:cTn fill="hold" nodeType="withEffect" presetClass="entr" presetID="10" presetSubtype="0">
                                  <p:stCondLst>
                                    <p:cond delay="0"/>
                                  </p:stCondLst>
                                  <p:childTnLst>
                                    <p:set>
                                      <p:cBhvr>
                                        <p:cTn dur="1" fill="hold">
                                          <p:stCondLst>
                                            <p:cond delay="0"/>
                                          </p:stCondLst>
                                        </p:cTn>
                                        <p:tgtEl>
                                          <p:spTgt spid="74"/>
                                        </p:tgtEl>
                                        <p:attrNameLst>
                                          <p:attrName>style.visibility</p:attrName>
                                        </p:attrNameLst>
                                      </p:cBhvr>
                                      <p:to>
                                        <p:strVal val="visible"/>
                                      </p:to>
                                    </p:set>
                                    <p:animEffect filter="fade" transition="in">
                                      <p:cBhvr>
                                        <p:cTn dur="500"/>
                                        <p:tgtEl>
                                          <p:spTgt spid="74"/>
                                        </p:tgtEl>
                                      </p:cBhvr>
                                    </p:animEffect>
                                  </p:childTnLst>
                                </p:cTn>
                              </p:par>
                              <p:par>
                                <p:cTn fill="hold" nodeType="withEffect" presetClass="entr" presetID="10" presetSubtype="0">
                                  <p:stCondLst>
                                    <p:cond delay="0"/>
                                  </p:stCondLst>
                                  <p:childTnLst>
                                    <p:set>
                                      <p:cBhvr>
                                        <p:cTn dur="1" fill="hold">
                                          <p:stCondLst>
                                            <p:cond delay="0"/>
                                          </p:stCondLst>
                                        </p:cTn>
                                        <p:tgtEl>
                                          <p:spTgt spid="75"/>
                                        </p:tgtEl>
                                        <p:attrNameLst>
                                          <p:attrName>style.visibility</p:attrName>
                                        </p:attrNameLst>
                                      </p:cBhvr>
                                      <p:to>
                                        <p:strVal val="visible"/>
                                      </p:to>
                                    </p:set>
                                    <p:animEffect filter="fade" transition="in">
                                      <p:cBhvr>
                                        <p:cTn dur="500"/>
                                        <p:tgtEl>
                                          <p:spTgt spid="7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6"/>
                                        </p:tgtEl>
                                        <p:attrNameLst>
                                          <p:attrName>style.visibility</p:attrName>
                                        </p:attrNameLst>
                                      </p:cBhvr>
                                      <p:to>
                                        <p:strVal val="visible"/>
                                      </p:to>
                                    </p:set>
                                    <p:animEffect filter="fade" transition="in">
                                      <p:cBhvr>
                                        <p:cTn dur="500"/>
                                        <p:tgtEl>
                                          <p:spTgt spid="76"/>
                                        </p:tgtEl>
                                      </p:cBhvr>
                                    </p:animEffect>
                                  </p:childTnLst>
                                </p:cTn>
                              </p:par>
                              <p:par>
                                <p:cTn fill="hold" nodeType="withEffect" presetClass="entr" presetID="10" presetSubtype="0">
                                  <p:stCondLst>
                                    <p:cond delay="0"/>
                                  </p:stCondLst>
                                  <p:childTnLst>
                                    <p:set>
                                      <p:cBhvr>
                                        <p:cTn dur="1" fill="hold">
                                          <p:stCondLst>
                                            <p:cond delay="0"/>
                                          </p:stCondLst>
                                        </p:cTn>
                                        <p:tgtEl>
                                          <p:spTgt spid="77"/>
                                        </p:tgtEl>
                                        <p:attrNameLst>
                                          <p:attrName>style.visibility</p:attrName>
                                        </p:attrNameLst>
                                      </p:cBhvr>
                                      <p:to>
                                        <p:strVal val="visible"/>
                                      </p:to>
                                    </p:set>
                                    <p:animEffect filter="fade" transition="in">
                                      <p:cBhvr>
                                        <p:cTn dur="500"/>
                                        <p:tgtEl>
                                          <p:spTgt spid="77"/>
                                        </p:tgtEl>
                                      </p:cBhvr>
                                    </p:animEffect>
                                  </p:childTnLst>
                                </p:cTn>
                              </p:par>
                              <p:par>
                                <p:cTn fill="hold" nodeType="withEffect" presetClass="entr" presetID="10" presetSubtype="0">
                                  <p:stCondLst>
                                    <p:cond delay="0"/>
                                  </p:stCondLst>
                                  <p:childTnLst>
                                    <p:set>
                                      <p:cBhvr>
                                        <p:cTn dur="1" fill="hold">
                                          <p:stCondLst>
                                            <p:cond delay="0"/>
                                          </p:stCondLst>
                                        </p:cTn>
                                        <p:tgtEl>
                                          <p:spTgt spid="78"/>
                                        </p:tgtEl>
                                        <p:attrNameLst>
                                          <p:attrName>style.visibility</p:attrName>
                                        </p:attrNameLst>
                                      </p:cBhvr>
                                      <p:to>
                                        <p:strVal val="visible"/>
                                      </p:to>
                                    </p:set>
                                    <p:animEffect filter="fade" transition="in">
                                      <p:cBhvr>
                                        <p:cTn dur="500"/>
                                        <p:tgtEl>
                                          <p:spTgt spid="78"/>
                                        </p:tgtEl>
                                      </p:cBhvr>
                                    </p:animEffect>
                                  </p:childTnLst>
                                </p:cTn>
                              </p:par>
                              <p:par>
                                <p:cTn fill="hold" nodeType="withEffect" presetClass="entr" presetID="10" presetSubtype="0">
                                  <p:stCondLst>
                                    <p:cond delay="0"/>
                                  </p:stCondLst>
                                  <p:childTnLst>
                                    <p:set>
                                      <p:cBhvr>
                                        <p:cTn dur="1" fill="hold">
                                          <p:stCondLst>
                                            <p:cond delay="0"/>
                                          </p:stCondLst>
                                        </p:cTn>
                                        <p:tgtEl>
                                          <p:spTgt spid="79"/>
                                        </p:tgtEl>
                                        <p:attrNameLst>
                                          <p:attrName>style.visibility</p:attrName>
                                        </p:attrNameLst>
                                      </p:cBhvr>
                                      <p:to>
                                        <p:strVal val="visible"/>
                                      </p:to>
                                    </p:set>
                                    <p:animEffect filter="fade" transition="in">
                                      <p:cBhvr>
                                        <p:cTn dur="500"/>
                                        <p:tgtEl>
                                          <p:spTgt spid="7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0"/>
                                        </p:tgtEl>
                                        <p:attrNameLst>
                                          <p:attrName>style.visibility</p:attrName>
                                        </p:attrNameLst>
                                      </p:cBhvr>
                                      <p:to>
                                        <p:strVal val="visible"/>
                                      </p:to>
                                    </p:set>
                                    <p:animEffect filter="fade" transition="in">
                                      <p:cBhvr>
                                        <p:cTn dur="500"/>
                                        <p:tgtEl>
                                          <p:spTgt spid="80"/>
                                        </p:tgtEl>
                                      </p:cBhvr>
                                    </p:animEffect>
                                  </p:childTnLst>
                                </p:cTn>
                              </p:par>
                              <p:par>
                                <p:cTn fill="hold" nodeType="withEffect" presetClass="entr" presetID="10" presetSubtype="0">
                                  <p:stCondLst>
                                    <p:cond delay="0"/>
                                  </p:stCondLst>
                                  <p:childTnLst>
                                    <p:set>
                                      <p:cBhvr>
                                        <p:cTn dur="1" fill="hold">
                                          <p:stCondLst>
                                            <p:cond delay="0"/>
                                          </p:stCondLst>
                                        </p:cTn>
                                        <p:tgtEl>
                                          <p:spTgt spid="81"/>
                                        </p:tgtEl>
                                        <p:attrNameLst>
                                          <p:attrName>style.visibility</p:attrName>
                                        </p:attrNameLst>
                                      </p:cBhvr>
                                      <p:to>
                                        <p:strVal val="visible"/>
                                      </p:to>
                                    </p:set>
                                    <p:animEffect filter="fade" transition="in">
                                      <p:cBhvr>
                                        <p:cTn dur="500"/>
                                        <p:tgtEl>
                                          <p:spTgt spid="81"/>
                                        </p:tgtEl>
                                      </p:cBhvr>
                                    </p:animEffect>
                                  </p:childTnLst>
                                </p:cTn>
                              </p:par>
                              <p:par>
                                <p:cTn fill="hold" nodeType="withEffect" presetClass="entr" presetID="10" presetSubtype="0">
                                  <p:stCondLst>
                                    <p:cond delay="0"/>
                                  </p:stCondLst>
                                  <p:childTnLst>
                                    <p:set>
                                      <p:cBhvr>
                                        <p:cTn dur="1" fill="hold">
                                          <p:stCondLst>
                                            <p:cond delay="0"/>
                                          </p:stCondLst>
                                        </p:cTn>
                                        <p:tgtEl>
                                          <p:spTgt spid="82"/>
                                        </p:tgtEl>
                                        <p:attrNameLst>
                                          <p:attrName>style.visibility</p:attrName>
                                        </p:attrNameLst>
                                      </p:cBhvr>
                                      <p:to>
                                        <p:strVal val="visible"/>
                                      </p:to>
                                    </p:set>
                                    <p:animEffect filter="fade" transition="in">
                                      <p:cBhvr>
                                        <p:cTn dur="500"/>
                                        <p:tgtEl>
                                          <p:spTgt spid="82"/>
                                        </p:tgtEl>
                                      </p:cBhvr>
                                    </p:animEffect>
                                  </p:childTnLst>
                                </p:cTn>
                              </p:par>
                              <p:par>
                                <p:cTn fill="hold" nodeType="withEffect" presetClass="entr" presetID="10" presetSubtype="0">
                                  <p:stCondLst>
                                    <p:cond delay="0"/>
                                  </p:stCondLst>
                                  <p:childTnLst>
                                    <p:set>
                                      <p:cBhvr>
                                        <p:cTn dur="1" fill="hold">
                                          <p:stCondLst>
                                            <p:cond delay="0"/>
                                          </p:stCondLst>
                                        </p:cTn>
                                        <p:tgtEl>
                                          <p:spTgt spid="83"/>
                                        </p:tgtEl>
                                        <p:attrNameLst>
                                          <p:attrName>style.visibility</p:attrName>
                                        </p:attrNameLst>
                                      </p:cBhvr>
                                      <p:to>
                                        <p:strVal val="visible"/>
                                      </p:to>
                                    </p:set>
                                    <p:animEffect filter="fade" transition="in">
                                      <p:cBhvr>
                                        <p:cTn dur="500"/>
                                        <p:tgtEl>
                                          <p:spTgt spid="8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5"/>
                                        </p:tgtEl>
                                        <p:attrNameLst>
                                          <p:attrName>style.visibility</p:attrName>
                                        </p:attrNameLst>
                                      </p:cBhvr>
                                      <p:to>
                                        <p:strVal val="visible"/>
                                      </p:to>
                                    </p:set>
                                    <p:animEffect filter="fade" transition="in">
                                      <p:cBhvr>
                                        <p:cTn dur="500"/>
                                        <p:tgtEl>
                                          <p:spTgt spid="85"/>
                                        </p:tgtEl>
                                      </p:cBhvr>
                                    </p:animEffect>
                                  </p:childTnLst>
                                </p:cTn>
                              </p:par>
                              <p:par>
                                <p:cTn fill="hold" nodeType="withEffect" presetClass="entr" presetID="10" presetSubtype="0">
                                  <p:stCondLst>
                                    <p:cond delay="0"/>
                                  </p:stCondLst>
                                  <p:childTnLst>
                                    <p:set>
                                      <p:cBhvr>
                                        <p:cTn dur="1" fill="hold">
                                          <p:stCondLst>
                                            <p:cond delay="0"/>
                                          </p:stCondLst>
                                        </p:cTn>
                                        <p:tgtEl>
                                          <p:spTgt spid="84"/>
                                        </p:tgtEl>
                                        <p:attrNameLst>
                                          <p:attrName>style.visibility</p:attrName>
                                        </p:attrNameLst>
                                      </p:cBhvr>
                                      <p:to>
                                        <p:strVal val="visible"/>
                                      </p:to>
                                    </p:set>
                                    <p:animEffect filter="fade" transition="in">
                                      <p:cBhvr>
                                        <p:cTn dur="500"/>
                                        <p:tgtEl>
                                          <p:spTgt spid="84"/>
                                        </p:tgtEl>
                                      </p:cBhvr>
                                    </p:animEffect>
                                  </p:childTnLst>
                                </p:cTn>
                              </p:par>
                              <p:par>
                                <p:cTn fill="hold" nodeType="withEffect" presetClass="entr" presetID="10" presetSubtype="0">
                                  <p:stCondLst>
                                    <p:cond delay="0"/>
                                  </p:stCondLst>
                                  <p:childTnLst>
                                    <p:set>
                                      <p:cBhvr>
                                        <p:cTn dur="1" fill="hold">
                                          <p:stCondLst>
                                            <p:cond delay="0"/>
                                          </p:stCondLst>
                                        </p:cTn>
                                        <p:tgtEl>
                                          <p:spTgt spid="86"/>
                                        </p:tgtEl>
                                        <p:attrNameLst>
                                          <p:attrName>style.visibility</p:attrName>
                                        </p:attrNameLst>
                                      </p:cBhvr>
                                      <p:to>
                                        <p:strVal val="visible"/>
                                      </p:to>
                                    </p:set>
                                    <p:animEffect filter="fade" transition="in">
                                      <p:cBhvr>
                                        <p:cTn dur="500"/>
                                        <p:tgtEl>
                                          <p:spTgt spid="86"/>
                                        </p:tgtEl>
                                      </p:cBhvr>
                                    </p:animEffect>
                                  </p:childTnLst>
                                </p:cTn>
                              </p:par>
                              <p:par>
                                <p:cTn fill="hold" nodeType="withEffect" presetClass="entr" presetID="10" presetSubtype="0">
                                  <p:stCondLst>
                                    <p:cond delay="0"/>
                                  </p:stCondLst>
                                  <p:childTnLst>
                                    <p:set>
                                      <p:cBhvr>
                                        <p:cTn dur="1" fill="hold">
                                          <p:stCondLst>
                                            <p:cond delay="0"/>
                                          </p:stCondLst>
                                        </p:cTn>
                                        <p:tgtEl>
                                          <p:spTgt spid="87"/>
                                        </p:tgtEl>
                                        <p:attrNameLst>
                                          <p:attrName>style.visibility</p:attrName>
                                        </p:attrNameLst>
                                      </p:cBhvr>
                                      <p:to>
                                        <p:strVal val="visible"/>
                                      </p:to>
                                    </p:set>
                                    <p:animEffect filter="fade" transition="in">
                                      <p:cBhvr>
                                        <p:cTn dur="500"/>
                                        <p:tgtEl>
                                          <p:spTgt spid="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4"/>
          <p:cNvSpPr/>
          <p:nvPr/>
        </p:nvSpPr>
        <p:spPr>
          <a:xfrm>
            <a:off x="631924" y="988219"/>
            <a:ext cx="9500000" cy="519608"/>
          </a:xfrm>
          <a:prstGeom prst="rect">
            <a:avLst/>
          </a:prstGeom>
          <a:noFill/>
          <a:ln>
            <a:noFill/>
          </a:ln>
        </p:spPr>
        <p:txBody>
          <a:bodyPr anchorCtr="0" anchor="t" bIns="0" lIns="0" spcFirstLastPara="1" rIns="0" wrap="square" tIns="0">
            <a:noAutofit/>
          </a:bodyPr>
          <a:lstStyle/>
          <a:p>
            <a:pPr indent="0" lvl="0" marL="0" marR="0" rtl="0" algn="l">
              <a:lnSpc>
                <a:spcPct val="125641"/>
              </a:lnSpc>
              <a:spcBef>
                <a:spcPts val="0"/>
              </a:spcBef>
              <a:spcAft>
                <a:spcPts val="0"/>
              </a:spcAft>
              <a:buClr>
                <a:srgbClr val="2E3C4E"/>
              </a:buClr>
              <a:buSzPts val="3900"/>
              <a:buFont typeface="Barlow"/>
              <a:buNone/>
            </a:pPr>
            <a:r>
              <a:rPr b="1" lang="en-US" sz="3250">
                <a:solidFill>
                  <a:srgbClr val="2E3C4E"/>
                </a:solidFill>
                <a:latin typeface="Barlow"/>
                <a:ea typeface="Barlow"/>
                <a:cs typeface="Barlow"/>
                <a:sym typeface="Barlow"/>
              </a:rPr>
              <a:t>Prompt Fundamentals</a:t>
            </a:r>
            <a:endParaRPr sz="3250">
              <a:solidFill>
                <a:schemeClr val="dk1"/>
              </a:solidFill>
              <a:latin typeface="Calibri"/>
              <a:ea typeface="Calibri"/>
              <a:cs typeface="Calibri"/>
              <a:sym typeface="Calibri"/>
            </a:endParaRPr>
          </a:p>
        </p:txBody>
      </p:sp>
      <p:sp>
        <p:nvSpPr>
          <p:cNvPr id="94" name="Google Shape;94;p4"/>
          <p:cNvSpPr/>
          <p:nvPr/>
        </p:nvSpPr>
        <p:spPr>
          <a:xfrm>
            <a:off x="631924" y="1823740"/>
            <a:ext cx="10928152" cy="252710"/>
          </a:xfrm>
          <a:prstGeom prst="rect">
            <a:avLst/>
          </a:prstGeom>
          <a:noFill/>
          <a:ln>
            <a:noFill/>
          </a:ln>
        </p:spPr>
        <p:txBody>
          <a:bodyPr anchorCtr="0" anchor="t" bIns="0" lIns="0" spcFirstLastPara="1" rIns="0" wrap="square" tIns="0">
            <a:noAutofit/>
          </a:bodyPr>
          <a:lstStyle/>
          <a:p>
            <a:pPr indent="0" lvl="0" marL="0" marR="0" rtl="0" algn="l">
              <a:lnSpc>
                <a:spcPct val="117499"/>
              </a:lnSpc>
              <a:spcBef>
                <a:spcPts val="0"/>
              </a:spcBef>
              <a:spcAft>
                <a:spcPts val="0"/>
              </a:spcAft>
              <a:buClr>
                <a:srgbClr val="384653"/>
              </a:buClr>
              <a:buSzPts val="2000"/>
              <a:buFont typeface="Montserrat"/>
              <a:buNone/>
            </a:pPr>
            <a:r>
              <a:rPr lang="en-US" sz="1667">
                <a:solidFill>
                  <a:srgbClr val="384653"/>
                </a:solidFill>
                <a:latin typeface="Montserrat"/>
                <a:ea typeface="Montserrat"/>
                <a:cs typeface="Montserrat"/>
                <a:sym typeface="Montserrat"/>
              </a:rPr>
              <a:t>One strategy for effectively prompting LLMs is the RTFC Framework:</a:t>
            </a:r>
            <a:endParaRPr sz="1667">
              <a:solidFill>
                <a:schemeClr val="dk1"/>
              </a:solidFill>
              <a:latin typeface="Calibri"/>
              <a:ea typeface="Calibri"/>
              <a:cs typeface="Calibri"/>
              <a:sym typeface="Calibri"/>
            </a:endParaRPr>
          </a:p>
        </p:txBody>
      </p:sp>
      <p:pic>
        <p:nvPicPr>
          <p:cNvPr descr="preencoded.png" id="95" name="Google Shape;95;p4"/>
          <p:cNvPicPr preferRelativeResize="0"/>
          <p:nvPr/>
        </p:nvPicPr>
        <p:blipFill rotWithShape="1">
          <a:blip r:embed="rId3">
            <a:alphaModFix/>
          </a:blip>
          <a:srcRect b="0" l="0" r="0" t="0"/>
          <a:stretch/>
        </p:blipFill>
        <p:spPr>
          <a:xfrm>
            <a:off x="631924" y="2254151"/>
            <a:ext cx="5464076" cy="631924"/>
          </a:xfrm>
          <a:prstGeom prst="rect">
            <a:avLst/>
          </a:prstGeom>
          <a:noFill/>
          <a:ln>
            <a:noFill/>
          </a:ln>
        </p:spPr>
      </p:pic>
      <p:sp>
        <p:nvSpPr>
          <p:cNvPr id="96" name="Google Shape;96;p4"/>
          <p:cNvSpPr/>
          <p:nvPr/>
        </p:nvSpPr>
        <p:spPr>
          <a:xfrm>
            <a:off x="789881" y="3044032"/>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Role</a:t>
            </a:r>
            <a:endParaRPr sz="2000">
              <a:solidFill>
                <a:schemeClr val="dk1"/>
              </a:solidFill>
              <a:latin typeface="Calibri"/>
              <a:ea typeface="Calibri"/>
              <a:cs typeface="Calibri"/>
              <a:sym typeface="Calibri"/>
            </a:endParaRPr>
          </a:p>
        </p:txBody>
      </p:sp>
      <p:sp>
        <p:nvSpPr>
          <p:cNvPr id="97" name="Google Shape;97;p4"/>
          <p:cNvSpPr/>
          <p:nvPr/>
        </p:nvSpPr>
        <p:spPr>
          <a:xfrm>
            <a:off x="789881" y="3398540"/>
            <a:ext cx="5148163"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Describe </a:t>
            </a:r>
            <a:r>
              <a:rPr i="1" lang="en-US" sz="1500">
                <a:solidFill>
                  <a:srgbClr val="384653"/>
                </a:solidFill>
                <a:latin typeface="Montserrat"/>
                <a:ea typeface="Montserrat"/>
                <a:cs typeface="Montserrat"/>
                <a:sym typeface="Montserrat"/>
              </a:rPr>
              <a:t>who</a:t>
            </a:r>
            <a:r>
              <a:rPr lang="en-US" sz="1500">
                <a:solidFill>
                  <a:srgbClr val="384653"/>
                </a:solidFill>
                <a:latin typeface="Montserrat"/>
                <a:ea typeface="Montserrat"/>
                <a:cs typeface="Montserrat"/>
                <a:sym typeface="Montserrat"/>
              </a:rPr>
              <a:t> the model should act as. Ex: You are a maintenance technician</a:t>
            </a:r>
            <a:endParaRPr sz="1500">
              <a:solidFill>
                <a:schemeClr val="dk1"/>
              </a:solidFill>
              <a:latin typeface="Calibri"/>
              <a:ea typeface="Calibri"/>
              <a:cs typeface="Calibri"/>
              <a:sym typeface="Calibri"/>
            </a:endParaRPr>
          </a:p>
        </p:txBody>
      </p:sp>
      <p:pic>
        <p:nvPicPr>
          <p:cNvPr descr="preencoded.png" id="98" name="Google Shape;98;p4"/>
          <p:cNvPicPr preferRelativeResize="0"/>
          <p:nvPr/>
        </p:nvPicPr>
        <p:blipFill rotWithShape="1">
          <a:blip r:embed="rId4">
            <a:alphaModFix/>
          </a:blip>
          <a:srcRect b="0" l="0" r="0" t="0"/>
          <a:stretch/>
        </p:blipFill>
        <p:spPr>
          <a:xfrm>
            <a:off x="6096000" y="2254151"/>
            <a:ext cx="5464076" cy="631924"/>
          </a:xfrm>
          <a:prstGeom prst="rect">
            <a:avLst/>
          </a:prstGeom>
          <a:noFill/>
          <a:ln>
            <a:noFill/>
          </a:ln>
        </p:spPr>
      </p:pic>
      <p:sp>
        <p:nvSpPr>
          <p:cNvPr id="99" name="Google Shape;99;p4"/>
          <p:cNvSpPr/>
          <p:nvPr/>
        </p:nvSpPr>
        <p:spPr>
          <a:xfrm>
            <a:off x="6253957" y="3044032"/>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Task</a:t>
            </a:r>
            <a:endParaRPr sz="2000">
              <a:solidFill>
                <a:schemeClr val="dk1"/>
              </a:solidFill>
              <a:latin typeface="Calibri"/>
              <a:ea typeface="Calibri"/>
              <a:cs typeface="Calibri"/>
              <a:sym typeface="Calibri"/>
            </a:endParaRPr>
          </a:p>
        </p:txBody>
      </p:sp>
      <p:sp>
        <p:nvSpPr>
          <p:cNvPr id="100" name="Google Shape;100;p4"/>
          <p:cNvSpPr/>
          <p:nvPr/>
        </p:nvSpPr>
        <p:spPr>
          <a:xfrm>
            <a:off x="6253957" y="3398540"/>
            <a:ext cx="5148163"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Describe </a:t>
            </a:r>
            <a:r>
              <a:rPr i="1" lang="en-US" sz="1500">
                <a:solidFill>
                  <a:srgbClr val="384653"/>
                </a:solidFill>
                <a:latin typeface="Montserrat"/>
                <a:ea typeface="Montserrat"/>
                <a:cs typeface="Montserrat"/>
                <a:sym typeface="Montserrat"/>
              </a:rPr>
              <a:t>what</a:t>
            </a:r>
            <a:r>
              <a:rPr lang="en-US" sz="1500">
                <a:solidFill>
                  <a:srgbClr val="384653"/>
                </a:solidFill>
                <a:latin typeface="Montserrat"/>
                <a:ea typeface="Montserrat"/>
                <a:cs typeface="Montserrat"/>
                <a:sym typeface="Montserrat"/>
              </a:rPr>
              <a:t> you want done: Ex: Identify possible causes of this machine issue.</a:t>
            </a:r>
            <a:endParaRPr sz="1500">
              <a:solidFill>
                <a:schemeClr val="dk1"/>
              </a:solidFill>
              <a:latin typeface="Calibri"/>
              <a:ea typeface="Calibri"/>
              <a:cs typeface="Calibri"/>
              <a:sym typeface="Calibri"/>
            </a:endParaRPr>
          </a:p>
        </p:txBody>
      </p:sp>
      <p:pic>
        <p:nvPicPr>
          <p:cNvPr descr="preencoded.png" id="101" name="Google Shape;101;p4"/>
          <p:cNvPicPr preferRelativeResize="0"/>
          <p:nvPr/>
        </p:nvPicPr>
        <p:blipFill rotWithShape="1">
          <a:blip r:embed="rId5">
            <a:alphaModFix/>
          </a:blip>
          <a:srcRect b="0" l="0" r="0" t="0"/>
          <a:stretch/>
        </p:blipFill>
        <p:spPr>
          <a:xfrm>
            <a:off x="631924" y="4061917"/>
            <a:ext cx="5464076" cy="631924"/>
          </a:xfrm>
          <a:prstGeom prst="rect">
            <a:avLst/>
          </a:prstGeom>
          <a:noFill/>
          <a:ln>
            <a:noFill/>
          </a:ln>
        </p:spPr>
      </p:pic>
      <p:sp>
        <p:nvSpPr>
          <p:cNvPr id="102" name="Google Shape;102;p4"/>
          <p:cNvSpPr/>
          <p:nvPr/>
        </p:nvSpPr>
        <p:spPr>
          <a:xfrm>
            <a:off x="789881" y="4851797"/>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Format</a:t>
            </a:r>
            <a:endParaRPr sz="2000">
              <a:solidFill>
                <a:schemeClr val="dk1"/>
              </a:solidFill>
              <a:latin typeface="Calibri"/>
              <a:ea typeface="Calibri"/>
              <a:cs typeface="Calibri"/>
              <a:sym typeface="Calibri"/>
            </a:endParaRPr>
          </a:p>
        </p:txBody>
      </p:sp>
      <p:sp>
        <p:nvSpPr>
          <p:cNvPr id="103" name="Google Shape;103;p4"/>
          <p:cNvSpPr/>
          <p:nvPr/>
        </p:nvSpPr>
        <p:spPr>
          <a:xfrm>
            <a:off x="789881" y="5206306"/>
            <a:ext cx="5148163"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Specify </a:t>
            </a:r>
            <a:r>
              <a:rPr i="1" lang="en-US" sz="1500">
                <a:solidFill>
                  <a:srgbClr val="384653"/>
                </a:solidFill>
                <a:latin typeface="Montserrat"/>
                <a:ea typeface="Montserrat"/>
                <a:cs typeface="Montserrat"/>
                <a:sym typeface="Montserrat"/>
              </a:rPr>
              <a:t>how</a:t>
            </a:r>
            <a:r>
              <a:rPr lang="en-US" sz="1500">
                <a:solidFill>
                  <a:srgbClr val="384653"/>
                </a:solidFill>
                <a:latin typeface="Montserrat"/>
                <a:ea typeface="Montserrat"/>
                <a:cs typeface="Montserrat"/>
                <a:sym typeface="Montserrat"/>
              </a:rPr>
              <a:t> you want the answer presented. Ex: List the top 3 likely causes.</a:t>
            </a:r>
            <a:endParaRPr sz="1500">
              <a:solidFill>
                <a:schemeClr val="dk1"/>
              </a:solidFill>
              <a:latin typeface="Calibri"/>
              <a:ea typeface="Calibri"/>
              <a:cs typeface="Calibri"/>
              <a:sym typeface="Calibri"/>
            </a:endParaRPr>
          </a:p>
        </p:txBody>
      </p:sp>
      <p:pic>
        <p:nvPicPr>
          <p:cNvPr descr="preencoded.png" id="104" name="Google Shape;104;p4"/>
          <p:cNvPicPr preferRelativeResize="0"/>
          <p:nvPr/>
        </p:nvPicPr>
        <p:blipFill rotWithShape="1">
          <a:blip r:embed="rId6">
            <a:alphaModFix/>
          </a:blip>
          <a:srcRect b="0" l="0" r="0" t="0"/>
          <a:stretch/>
        </p:blipFill>
        <p:spPr>
          <a:xfrm>
            <a:off x="6096000" y="4061917"/>
            <a:ext cx="5464076" cy="631924"/>
          </a:xfrm>
          <a:prstGeom prst="rect">
            <a:avLst/>
          </a:prstGeom>
          <a:noFill/>
          <a:ln>
            <a:noFill/>
          </a:ln>
        </p:spPr>
      </p:pic>
      <p:sp>
        <p:nvSpPr>
          <p:cNvPr id="105" name="Google Shape;105;p4"/>
          <p:cNvSpPr/>
          <p:nvPr/>
        </p:nvSpPr>
        <p:spPr>
          <a:xfrm>
            <a:off x="6253957" y="4851797"/>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Constraints</a:t>
            </a:r>
            <a:endParaRPr sz="2000">
              <a:solidFill>
                <a:schemeClr val="dk1"/>
              </a:solidFill>
              <a:latin typeface="Calibri"/>
              <a:ea typeface="Calibri"/>
              <a:cs typeface="Calibri"/>
              <a:sym typeface="Calibri"/>
            </a:endParaRPr>
          </a:p>
        </p:txBody>
      </p:sp>
      <p:sp>
        <p:nvSpPr>
          <p:cNvPr id="106" name="Google Shape;106;p4"/>
          <p:cNvSpPr/>
          <p:nvPr/>
        </p:nvSpPr>
        <p:spPr>
          <a:xfrm>
            <a:off x="6253957" y="5206306"/>
            <a:ext cx="5148163" cy="25271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List </a:t>
            </a:r>
            <a:r>
              <a:rPr i="1" lang="en-US" sz="1500">
                <a:solidFill>
                  <a:srgbClr val="384653"/>
                </a:solidFill>
                <a:latin typeface="Montserrat"/>
                <a:ea typeface="Montserrat"/>
                <a:cs typeface="Montserrat"/>
                <a:sym typeface="Montserrat"/>
              </a:rPr>
              <a:t>limits</a:t>
            </a:r>
            <a:r>
              <a:rPr lang="en-US" sz="1500">
                <a:solidFill>
                  <a:srgbClr val="384653"/>
                </a:solidFill>
                <a:latin typeface="Montserrat"/>
                <a:ea typeface="Montserrat"/>
                <a:cs typeface="Montserrat"/>
                <a:sym typeface="Montserrat"/>
              </a:rPr>
              <a:t> or </a:t>
            </a:r>
            <a:r>
              <a:rPr i="1" lang="en-US" sz="1500">
                <a:solidFill>
                  <a:srgbClr val="384653"/>
                </a:solidFill>
                <a:latin typeface="Montserrat"/>
                <a:ea typeface="Montserrat"/>
                <a:cs typeface="Montserrat"/>
                <a:sym typeface="Montserrat"/>
              </a:rPr>
              <a:t>rules</a:t>
            </a:r>
            <a:r>
              <a:rPr lang="en-US" sz="1500">
                <a:solidFill>
                  <a:srgbClr val="384653"/>
                </a:solidFill>
                <a:latin typeface="Montserrat"/>
                <a:ea typeface="Montserrat"/>
                <a:cs typeface="Montserrat"/>
                <a:sym typeface="Montserrat"/>
              </a:rPr>
              <a:t>: Ex: Only use the provided document.</a:t>
            </a:r>
            <a:endParaRPr sz="15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
                                        </p:tgtEl>
                                        <p:attrNameLst>
                                          <p:attrName>style.visibility</p:attrName>
                                        </p:attrNameLst>
                                      </p:cBhvr>
                                      <p:to>
                                        <p:strVal val="visible"/>
                                      </p:to>
                                    </p:set>
                                    <p:animEffect filter="fade" transition="in">
                                      <p:cBhvr>
                                        <p:cTn dur="500"/>
                                        <p:tgtEl>
                                          <p:spTgt spid="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
                                        </p:tgtEl>
                                        <p:attrNameLst>
                                          <p:attrName>style.visibility</p:attrName>
                                        </p:attrNameLst>
                                      </p:cBhvr>
                                      <p:to>
                                        <p:strVal val="visible"/>
                                      </p:to>
                                    </p:set>
                                    <p:animEffect filter="fade" transition="in">
                                      <p:cBhvr>
                                        <p:cTn dur="500"/>
                                        <p:tgtEl>
                                          <p:spTgt spid="95"/>
                                        </p:tgtEl>
                                      </p:cBhvr>
                                    </p:animEffect>
                                  </p:childTnLst>
                                </p:cTn>
                              </p:par>
                              <p:par>
                                <p:cTn fill="hold" nodeType="withEffect" presetClass="entr" presetID="10" presetSubtype="0">
                                  <p:stCondLst>
                                    <p:cond delay="0"/>
                                  </p:stCondLst>
                                  <p:childTnLst>
                                    <p:set>
                                      <p:cBhvr>
                                        <p:cTn dur="1" fill="hold">
                                          <p:stCondLst>
                                            <p:cond delay="0"/>
                                          </p:stCondLst>
                                        </p:cTn>
                                        <p:tgtEl>
                                          <p:spTgt spid="96"/>
                                        </p:tgtEl>
                                        <p:attrNameLst>
                                          <p:attrName>style.visibility</p:attrName>
                                        </p:attrNameLst>
                                      </p:cBhvr>
                                      <p:to>
                                        <p:strVal val="visible"/>
                                      </p:to>
                                    </p:set>
                                    <p:animEffect filter="fade" transition="in">
                                      <p:cBhvr>
                                        <p:cTn dur="500"/>
                                        <p:tgtEl>
                                          <p:spTgt spid="96"/>
                                        </p:tgtEl>
                                      </p:cBhvr>
                                    </p:animEffect>
                                  </p:childTnLst>
                                </p:cTn>
                              </p:par>
                              <p:par>
                                <p:cTn fill="hold" nodeType="withEffect" presetClass="entr" presetID="10" presetSubtype="0">
                                  <p:stCondLst>
                                    <p:cond delay="0"/>
                                  </p:stCondLst>
                                  <p:childTnLst>
                                    <p:set>
                                      <p:cBhvr>
                                        <p:cTn dur="1" fill="hold">
                                          <p:stCondLst>
                                            <p:cond delay="0"/>
                                          </p:stCondLst>
                                        </p:cTn>
                                        <p:tgtEl>
                                          <p:spTgt spid="97"/>
                                        </p:tgtEl>
                                        <p:attrNameLst>
                                          <p:attrName>style.visibility</p:attrName>
                                        </p:attrNameLst>
                                      </p:cBhvr>
                                      <p:to>
                                        <p:strVal val="visible"/>
                                      </p:to>
                                    </p:set>
                                    <p:animEffect filter="fade" transition="in">
                                      <p:cBhvr>
                                        <p:cTn dur="500"/>
                                        <p:tgtEl>
                                          <p:spTgt spid="9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8"/>
                                        </p:tgtEl>
                                        <p:attrNameLst>
                                          <p:attrName>style.visibility</p:attrName>
                                        </p:attrNameLst>
                                      </p:cBhvr>
                                      <p:to>
                                        <p:strVal val="visible"/>
                                      </p:to>
                                    </p:set>
                                    <p:animEffect filter="fade" transition="in">
                                      <p:cBhvr>
                                        <p:cTn dur="500"/>
                                        <p:tgtEl>
                                          <p:spTgt spid="98"/>
                                        </p:tgtEl>
                                      </p:cBhvr>
                                    </p:animEffect>
                                  </p:childTnLst>
                                </p:cTn>
                              </p:par>
                              <p:par>
                                <p:cTn fill="hold" nodeType="withEffect" presetClass="entr" presetID="10" presetSubtype="0">
                                  <p:stCondLst>
                                    <p:cond delay="0"/>
                                  </p:stCondLst>
                                  <p:childTnLst>
                                    <p:set>
                                      <p:cBhvr>
                                        <p:cTn dur="1" fill="hold">
                                          <p:stCondLst>
                                            <p:cond delay="0"/>
                                          </p:stCondLst>
                                        </p:cTn>
                                        <p:tgtEl>
                                          <p:spTgt spid="99"/>
                                        </p:tgtEl>
                                        <p:attrNameLst>
                                          <p:attrName>style.visibility</p:attrName>
                                        </p:attrNameLst>
                                      </p:cBhvr>
                                      <p:to>
                                        <p:strVal val="visible"/>
                                      </p:to>
                                    </p:set>
                                    <p:animEffect filter="fade" transition="in">
                                      <p:cBhvr>
                                        <p:cTn dur="500"/>
                                        <p:tgtEl>
                                          <p:spTgt spid="99"/>
                                        </p:tgtEl>
                                      </p:cBhvr>
                                    </p:animEffect>
                                  </p:childTnLst>
                                </p:cTn>
                              </p:par>
                              <p:par>
                                <p:cTn fill="hold" nodeType="withEffect" presetClass="entr" presetID="10" presetSubtype="0">
                                  <p:stCondLst>
                                    <p:cond delay="0"/>
                                  </p:stCondLst>
                                  <p:childTnLst>
                                    <p:set>
                                      <p:cBhvr>
                                        <p:cTn dur="1" fill="hold">
                                          <p:stCondLst>
                                            <p:cond delay="0"/>
                                          </p:stCondLst>
                                        </p:cTn>
                                        <p:tgtEl>
                                          <p:spTgt spid="100"/>
                                        </p:tgtEl>
                                        <p:attrNameLst>
                                          <p:attrName>style.visibility</p:attrName>
                                        </p:attrNameLst>
                                      </p:cBhvr>
                                      <p:to>
                                        <p:strVal val="visible"/>
                                      </p:to>
                                    </p:set>
                                    <p:animEffect filter="fade" transition="in">
                                      <p:cBhvr>
                                        <p:cTn dur="500"/>
                                        <p:tgtEl>
                                          <p:spTgt spid="10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1"/>
                                        </p:tgtEl>
                                        <p:attrNameLst>
                                          <p:attrName>style.visibility</p:attrName>
                                        </p:attrNameLst>
                                      </p:cBhvr>
                                      <p:to>
                                        <p:strVal val="visible"/>
                                      </p:to>
                                    </p:set>
                                    <p:animEffect filter="fade" transition="in">
                                      <p:cBhvr>
                                        <p:cTn dur="500"/>
                                        <p:tgtEl>
                                          <p:spTgt spid="101"/>
                                        </p:tgtEl>
                                      </p:cBhvr>
                                    </p:animEffect>
                                  </p:childTnLst>
                                </p:cTn>
                              </p:par>
                              <p:par>
                                <p:cTn fill="hold" nodeType="withEffect" presetClass="entr" presetID="10" presetSubtype="0">
                                  <p:stCondLst>
                                    <p:cond delay="0"/>
                                  </p:stCondLst>
                                  <p:childTnLst>
                                    <p:set>
                                      <p:cBhvr>
                                        <p:cTn dur="1" fill="hold">
                                          <p:stCondLst>
                                            <p:cond delay="0"/>
                                          </p:stCondLst>
                                        </p:cTn>
                                        <p:tgtEl>
                                          <p:spTgt spid="102"/>
                                        </p:tgtEl>
                                        <p:attrNameLst>
                                          <p:attrName>style.visibility</p:attrName>
                                        </p:attrNameLst>
                                      </p:cBhvr>
                                      <p:to>
                                        <p:strVal val="visible"/>
                                      </p:to>
                                    </p:set>
                                    <p:animEffect filter="fade" transition="in">
                                      <p:cBhvr>
                                        <p:cTn dur="500"/>
                                        <p:tgtEl>
                                          <p:spTgt spid="102"/>
                                        </p:tgtEl>
                                      </p:cBhvr>
                                    </p:animEffect>
                                  </p:childTnLst>
                                </p:cTn>
                              </p:par>
                              <p:par>
                                <p:cTn fill="hold" nodeType="withEffect" presetClass="entr" presetID="10" presetSubtype="0">
                                  <p:stCondLst>
                                    <p:cond delay="0"/>
                                  </p:stCondLst>
                                  <p:childTnLst>
                                    <p:set>
                                      <p:cBhvr>
                                        <p:cTn dur="1" fill="hold">
                                          <p:stCondLst>
                                            <p:cond delay="0"/>
                                          </p:stCondLst>
                                        </p:cTn>
                                        <p:tgtEl>
                                          <p:spTgt spid="103"/>
                                        </p:tgtEl>
                                        <p:attrNameLst>
                                          <p:attrName>style.visibility</p:attrName>
                                        </p:attrNameLst>
                                      </p:cBhvr>
                                      <p:to>
                                        <p:strVal val="visible"/>
                                      </p:to>
                                    </p:set>
                                    <p:animEffect filter="fade" transition="in">
                                      <p:cBhvr>
                                        <p:cTn dur="500"/>
                                        <p:tgtEl>
                                          <p:spTgt spid="10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
                                        </p:tgtEl>
                                        <p:attrNameLst>
                                          <p:attrName>style.visibility</p:attrName>
                                        </p:attrNameLst>
                                      </p:cBhvr>
                                      <p:to>
                                        <p:strVal val="visible"/>
                                      </p:to>
                                    </p:set>
                                    <p:animEffect filter="fade" transition="in">
                                      <p:cBhvr>
                                        <p:cTn dur="500"/>
                                        <p:tgtEl>
                                          <p:spTgt spid="104"/>
                                        </p:tgtEl>
                                      </p:cBhvr>
                                    </p:animEffect>
                                  </p:childTnLst>
                                </p:cTn>
                              </p:par>
                              <p:par>
                                <p:cTn fill="hold" nodeType="withEffect" presetClass="entr" presetID="10" presetSubtype="0">
                                  <p:stCondLst>
                                    <p:cond delay="0"/>
                                  </p:stCondLst>
                                  <p:childTnLst>
                                    <p:set>
                                      <p:cBhvr>
                                        <p:cTn dur="1" fill="hold">
                                          <p:stCondLst>
                                            <p:cond delay="0"/>
                                          </p:stCondLst>
                                        </p:cTn>
                                        <p:tgtEl>
                                          <p:spTgt spid="105"/>
                                        </p:tgtEl>
                                        <p:attrNameLst>
                                          <p:attrName>style.visibility</p:attrName>
                                        </p:attrNameLst>
                                      </p:cBhvr>
                                      <p:to>
                                        <p:strVal val="visible"/>
                                      </p:to>
                                    </p:set>
                                    <p:animEffect filter="fade" transition="in">
                                      <p:cBhvr>
                                        <p:cTn dur="500"/>
                                        <p:tgtEl>
                                          <p:spTgt spid="105"/>
                                        </p:tgtEl>
                                      </p:cBhvr>
                                    </p:animEffect>
                                  </p:childTnLst>
                                </p:cTn>
                              </p:par>
                              <p:par>
                                <p:cTn fill="hold" nodeType="withEffect" presetClass="entr" presetID="10" presetSubtype="0">
                                  <p:stCondLst>
                                    <p:cond delay="0"/>
                                  </p:stCondLst>
                                  <p:childTnLst>
                                    <p:set>
                                      <p:cBhvr>
                                        <p:cTn dur="1" fill="hold">
                                          <p:stCondLst>
                                            <p:cond delay="0"/>
                                          </p:stCondLst>
                                        </p:cTn>
                                        <p:tgtEl>
                                          <p:spTgt spid="106"/>
                                        </p:tgtEl>
                                        <p:attrNameLst>
                                          <p:attrName>style.visibility</p:attrName>
                                        </p:attrNameLst>
                                      </p:cBhvr>
                                      <p:to>
                                        <p:strVal val="visible"/>
                                      </p:to>
                                    </p:set>
                                    <p:animEffect filter="fade" transition="in">
                                      <p:cBhvr>
                                        <p:cTn dur="500"/>
                                        <p:tgtEl>
                                          <p:spTgt spid="10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5"/>
          <p:cNvSpPr/>
          <p:nvPr/>
        </p:nvSpPr>
        <p:spPr>
          <a:xfrm>
            <a:off x="635478" y="144768"/>
            <a:ext cx="4157365" cy="519608"/>
          </a:xfrm>
          <a:prstGeom prst="rect">
            <a:avLst/>
          </a:prstGeom>
          <a:noFill/>
          <a:ln>
            <a:noFill/>
          </a:ln>
        </p:spPr>
        <p:txBody>
          <a:bodyPr anchorCtr="0" anchor="t" bIns="0" lIns="0" spcFirstLastPara="1" rIns="0" wrap="square" tIns="0">
            <a:noAutofit/>
          </a:bodyPr>
          <a:lstStyle/>
          <a:p>
            <a:pPr indent="0" lvl="0" marL="0" marR="0" rtl="0" algn="l">
              <a:lnSpc>
                <a:spcPct val="125641"/>
              </a:lnSpc>
              <a:spcBef>
                <a:spcPts val="0"/>
              </a:spcBef>
              <a:spcAft>
                <a:spcPts val="0"/>
              </a:spcAft>
              <a:buClr>
                <a:srgbClr val="2E3C4E"/>
              </a:buClr>
              <a:buSzPts val="3900"/>
              <a:buFont typeface="Barlow"/>
              <a:buNone/>
            </a:pPr>
            <a:r>
              <a:rPr b="1" lang="en-US" sz="3250">
                <a:solidFill>
                  <a:srgbClr val="2E3C4E"/>
                </a:solidFill>
                <a:latin typeface="Barlow"/>
                <a:ea typeface="Barlow"/>
                <a:cs typeface="Barlow"/>
                <a:sym typeface="Barlow"/>
              </a:rPr>
              <a:t>RTFC Example</a:t>
            </a:r>
            <a:endParaRPr sz="3250">
              <a:solidFill>
                <a:schemeClr val="dk1"/>
              </a:solidFill>
              <a:latin typeface="Calibri"/>
              <a:ea typeface="Calibri"/>
              <a:cs typeface="Calibri"/>
              <a:sym typeface="Calibri"/>
            </a:endParaRPr>
          </a:p>
        </p:txBody>
      </p:sp>
      <p:sp>
        <p:nvSpPr>
          <p:cNvPr id="113" name="Google Shape;113;p5"/>
          <p:cNvSpPr/>
          <p:nvPr/>
        </p:nvSpPr>
        <p:spPr>
          <a:xfrm>
            <a:off x="676176" y="2453282"/>
            <a:ext cx="2078632" cy="259755"/>
          </a:xfrm>
          <a:prstGeom prst="rect">
            <a:avLst/>
          </a:prstGeom>
          <a:noFill/>
          <a:ln>
            <a:noFill/>
          </a:ln>
        </p:spPr>
        <p:txBody>
          <a:bodyPr anchorCtr="0" anchor="t" bIns="0" lIns="0" spcFirstLastPara="1" rIns="0" wrap="square" tIns="0">
            <a:noAutofit/>
          </a:bodyPr>
          <a:lstStyle/>
          <a:p>
            <a:pPr indent="0" lvl="0" marL="0" marR="0" rtl="0" algn="l">
              <a:lnSpc>
                <a:spcPct val="125641"/>
              </a:lnSpc>
              <a:spcBef>
                <a:spcPts val="0"/>
              </a:spcBef>
              <a:spcAft>
                <a:spcPts val="0"/>
              </a:spcAft>
              <a:buClr>
                <a:srgbClr val="FFFFFF"/>
              </a:buClr>
              <a:buSzPts val="1950"/>
              <a:buFont typeface="Barlow"/>
              <a:buNone/>
            </a:pPr>
            <a:r>
              <a:rPr b="1" lang="en-US" sz="1625">
                <a:solidFill>
                  <a:srgbClr val="FFFFFF"/>
                </a:solidFill>
                <a:latin typeface="Barlow"/>
                <a:ea typeface="Barlow"/>
                <a:cs typeface="Barlow"/>
                <a:sym typeface="Barlow"/>
              </a:rPr>
              <a:t>The Prompt</a:t>
            </a:r>
            <a:endParaRPr sz="1625">
              <a:solidFill>
                <a:schemeClr val="dk1"/>
              </a:solidFill>
              <a:latin typeface="Calibri"/>
              <a:ea typeface="Calibri"/>
              <a:cs typeface="Calibri"/>
              <a:sym typeface="Calibri"/>
            </a:endParaRPr>
          </a:p>
        </p:txBody>
      </p:sp>
      <p:sp>
        <p:nvSpPr>
          <p:cNvPr id="114" name="Google Shape;114;p5"/>
          <p:cNvSpPr/>
          <p:nvPr/>
        </p:nvSpPr>
        <p:spPr>
          <a:xfrm>
            <a:off x="676176" y="2870994"/>
            <a:ext cx="4617144" cy="505420"/>
          </a:xfrm>
          <a:prstGeom prst="rect">
            <a:avLst/>
          </a:prstGeom>
          <a:noFill/>
          <a:ln>
            <a:noFill/>
          </a:ln>
        </p:spPr>
        <p:txBody>
          <a:bodyPr anchorCtr="0" anchor="t" bIns="0" lIns="0" spcFirstLastPara="1" rIns="0" wrap="square" tIns="0">
            <a:noAutofit/>
          </a:bodyPr>
          <a:lstStyle/>
          <a:p>
            <a:pPr indent="0" lvl="0" marL="0" marR="0" rtl="0" algn="l">
              <a:lnSpc>
                <a:spcPct val="162068"/>
              </a:lnSpc>
              <a:spcBef>
                <a:spcPts val="0"/>
              </a:spcBef>
              <a:spcAft>
                <a:spcPts val="0"/>
              </a:spcAft>
              <a:buClr>
                <a:srgbClr val="FFFFFF"/>
              </a:buClr>
              <a:buSzPts val="1450"/>
              <a:buFont typeface="Montserrat"/>
              <a:buNone/>
            </a:pPr>
            <a:r>
              <a:rPr lang="en-US" sz="1208">
                <a:solidFill>
                  <a:srgbClr val="FFFFFF"/>
                </a:solidFill>
                <a:latin typeface="Montserrat"/>
                <a:ea typeface="Montserrat"/>
                <a:cs typeface="Montserrat"/>
                <a:sym typeface="Montserrat"/>
              </a:rPr>
              <a:t>You are a production supervisor preparing a shift handoff. Summarize the following update.</a:t>
            </a:r>
            <a:endParaRPr sz="1208">
              <a:solidFill>
                <a:schemeClr val="dk1"/>
              </a:solidFill>
              <a:latin typeface="Calibri"/>
              <a:ea typeface="Calibri"/>
              <a:cs typeface="Calibri"/>
              <a:sym typeface="Calibri"/>
            </a:endParaRPr>
          </a:p>
        </p:txBody>
      </p:sp>
      <p:sp>
        <p:nvSpPr>
          <p:cNvPr id="115" name="Google Shape;115;p5"/>
          <p:cNvSpPr/>
          <p:nvPr/>
        </p:nvSpPr>
        <p:spPr>
          <a:xfrm>
            <a:off x="676176" y="3518594"/>
            <a:ext cx="4617144" cy="252710"/>
          </a:xfrm>
          <a:prstGeom prst="rect">
            <a:avLst/>
          </a:prstGeom>
          <a:noFill/>
          <a:ln>
            <a:noFill/>
          </a:ln>
        </p:spPr>
        <p:txBody>
          <a:bodyPr anchorCtr="0" anchor="t" bIns="0" lIns="0" spcFirstLastPara="1" rIns="0" wrap="square" tIns="0">
            <a:noAutofit/>
          </a:bodyPr>
          <a:lstStyle/>
          <a:p>
            <a:pPr indent="0" lvl="0" marL="0" marR="0" rtl="0" algn="l">
              <a:lnSpc>
                <a:spcPct val="162068"/>
              </a:lnSpc>
              <a:spcBef>
                <a:spcPts val="0"/>
              </a:spcBef>
              <a:spcAft>
                <a:spcPts val="0"/>
              </a:spcAft>
              <a:buClr>
                <a:srgbClr val="FFFFFF"/>
              </a:buClr>
              <a:buSzPts val="1450"/>
              <a:buFont typeface="Montserrat"/>
              <a:buNone/>
            </a:pPr>
            <a:r>
              <a:rPr lang="en-US" sz="1208">
                <a:solidFill>
                  <a:srgbClr val="FFFFFF"/>
                </a:solidFill>
                <a:latin typeface="Montserrat"/>
                <a:ea typeface="Montserrat"/>
                <a:cs typeface="Montserrat"/>
                <a:sym typeface="Montserrat"/>
              </a:rPr>
              <a:t>Provide your answer in 3 sections:</a:t>
            </a:r>
            <a:endParaRPr sz="1208">
              <a:solidFill>
                <a:schemeClr val="dk1"/>
              </a:solidFill>
              <a:latin typeface="Calibri"/>
              <a:ea typeface="Calibri"/>
              <a:cs typeface="Calibri"/>
              <a:sym typeface="Calibri"/>
            </a:endParaRPr>
          </a:p>
        </p:txBody>
      </p:sp>
      <p:sp>
        <p:nvSpPr>
          <p:cNvPr id="116" name="Google Shape;116;p5"/>
          <p:cNvSpPr/>
          <p:nvPr/>
        </p:nvSpPr>
        <p:spPr>
          <a:xfrm>
            <a:off x="676176" y="3913485"/>
            <a:ext cx="4617144" cy="868660"/>
          </a:xfrm>
          <a:prstGeom prst="rect">
            <a:avLst/>
          </a:prstGeom>
          <a:noFill/>
          <a:ln>
            <a:noFill/>
          </a:ln>
        </p:spPr>
        <p:txBody>
          <a:bodyPr anchorCtr="0" anchor="t" bIns="0" lIns="0" spcFirstLastPara="1" rIns="0" wrap="square" tIns="0">
            <a:noAutofit/>
          </a:bodyPr>
          <a:lstStyle/>
          <a:p>
            <a:pPr indent="-285750" lvl="0" marL="285750" marR="0" rtl="0" algn="l">
              <a:lnSpc>
                <a:spcPct val="162068"/>
              </a:lnSpc>
              <a:spcBef>
                <a:spcPts val="0"/>
              </a:spcBef>
              <a:spcAft>
                <a:spcPts val="0"/>
              </a:spcAft>
              <a:buClr>
                <a:srgbClr val="FFFFFF"/>
              </a:buClr>
              <a:buSzPts val="1450"/>
              <a:buFont typeface="Montserrat"/>
              <a:buChar char="•"/>
            </a:pPr>
            <a:r>
              <a:rPr lang="en-US" sz="1208">
                <a:solidFill>
                  <a:srgbClr val="FFFFFF"/>
                </a:solidFill>
                <a:latin typeface="Montserrat"/>
                <a:ea typeface="Montserrat"/>
                <a:cs typeface="Montserrat"/>
                <a:sym typeface="Montserrat"/>
              </a:rPr>
              <a:t>Issue</a:t>
            </a:r>
            <a:endParaRPr sz="1208">
              <a:solidFill>
                <a:schemeClr val="dk1"/>
              </a:solidFill>
              <a:latin typeface="Calibri"/>
              <a:ea typeface="Calibri"/>
              <a:cs typeface="Calibri"/>
              <a:sym typeface="Calibri"/>
            </a:endParaRPr>
          </a:p>
          <a:p>
            <a:pPr indent="-285750" lvl="0" marL="285750" marR="0" rtl="0" algn="l">
              <a:lnSpc>
                <a:spcPct val="162068"/>
              </a:lnSpc>
              <a:spcBef>
                <a:spcPts val="0"/>
              </a:spcBef>
              <a:spcAft>
                <a:spcPts val="0"/>
              </a:spcAft>
              <a:buClr>
                <a:srgbClr val="FFFFFF"/>
              </a:buClr>
              <a:buSzPts val="1450"/>
              <a:buFont typeface="Montserrat"/>
              <a:buChar char="•"/>
            </a:pPr>
            <a:r>
              <a:rPr lang="en-US" sz="1208">
                <a:solidFill>
                  <a:srgbClr val="FFFFFF"/>
                </a:solidFill>
                <a:latin typeface="Montserrat"/>
                <a:ea typeface="Montserrat"/>
                <a:cs typeface="Montserrat"/>
                <a:sym typeface="Montserrat"/>
              </a:rPr>
              <a:t>Impact</a:t>
            </a:r>
            <a:endParaRPr sz="1208">
              <a:solidFill>
                <a:schemeClr val="dk1"/>
              </a:solidFill>
              <a:latin typeface="Calibri"/>
              <a:ea typeface="Calibri"/>
              <a:cs typeface="Calibri"/>
              <a:sym typeface="Calibri"/>
            </a:endParaRPr>
          </a:p>
          <a:p>
            <a:pPr indent="-285750" lvl="0" marL="285750" marR="0" rtl="0" algn="l">
              <a:lnSpc>
                <a:spcPct val="162068"/>
              </a:lnSpc>
              <a:spcBef>
                <a:spcPts val="0"/>
              </a:spcBef>
              <a:spcAft>
                <a:spcPts val="0"/>
              </a:spcAft>
              <a:buClr>
                <a:srgbClr val="FFFFFF"/>
              </a:buClr>
              <a:buSzPts val="1450"/>
              <a:buFont typeface="Montserrat"/>
              <a:buChar char="•"/>
            </a:pPr>
            <a:r>
              <a:rPr lang="en-US" sz="1208">
                <a:solidFill>
                  <a:srgbClr val="FFFFFF"/>
                </a:solidFill>
                <a:latin typeface="Montserrat"/>
                <a:ea typeface="Montserrat"/>
                <a:cs typeface="Montserrat"/>
                <a:sym typeface="Montserrat"/>
              </a:rPr>
              <a:t>Required follow-up</a:t>
            </a:r>
            <a:endParaRPr sz="1208">
              <a:solidFill>
                <a:schemeClr val="dk1"/>
              </a:solidFill>
              <a:latin typeface="Calibri"/>
              <a:ea typeface="Calibri"/>
              <a:cs typeface="Calibri"/>
              <a:sym typeface="Calibri"/>
            </a:endParaRPr>
          </a:p>
        </p:txBody>
      </p:sp>
      <p:sp>
        <p:nvSpPr>
          <p:cNvPr id="117" name="Google Shape;117;p5"/>
          <p:cNvSpPr/>
          <p:nvPr/>
        </p:nvSpPr>
        <p:spPr>
          <a:xfrm>
            <a:off x="676176" y="4924326"/>
            <a:ext cx="4617144" cy="252710"/>
          </a:xfrm>
          <a:prstGeom prst="rect">
            <a:avLst/>
          </a:prstGeom>
          <a:noFill/>
          <a:ln>
            <a:noFill/>
          </a:ln>
        </p:spPr>
        <p:txBody>
          <a:bodyPr anchorCtr="0" anchor="t" bIns="0" lIns="0" spcFirstLastPara="1" rIns="0" wrap="square" tIns="0">
            <a:noAutofit/>
          </a:bodyPr>
          <a:lstStyle/>
          <a:p>
            <a:pPr indent="0" lvl="0" marL="0" marR="0" rtl="0" algn="l">
              <a:lnSpc>
                <a:spcPct val="162068"/>
              </a:lnSpc>
              <a:spcBef>
                <a:spcPts val="0"/>
              </a:spcBef>
              <a:spcAft>
                <a:spcPts val="0"/>
              </a:spcAft>
              <a:buClr>
                <a:srgbClr val="FFFFFF"/>
              </a:buClr>
              <a:buSzPts val="1450"/>
              <a:buFont typeface="Montserrat"/>
              <a:buNone/>
            </a:pPr>
            <a:r>
              <a:rPr lang="en-US" sz="1208">
                <a:solidFill>
                  <a:srgbClr val="FFFFFF"/>
                </a:solidFill>
                <a:latin typeface="Montserrat"/>
                <a:ea typeface="Montserrat"/>
                <a:cs typeface="Montserrat"/>
                <a:sym typeface="Montserrat"/>
              </a:rPr>
              <a:t>Use bullet points and keep each section concise.</a:t>
            </a:r>
            <a:endParaRPr sz="1208">
              <a:solidFill>
                <a:schemeClr val="dk1"/>
              </a:solidFill>
              <a:latin typeface="Calibri"/>
              <a:ea typeface="Calibri"/>
              <a:cs typeface="Calibri"/>
              <a:sym typeface="Calibri"/>
            </a:endParaRPr>
          </a:p>
        </p:txBody>
      </p:sp>
      <p:sp>
        <p:nvSpPr>
          <p:cNvPr id="118" name="Google Shape;118;p5"/>
          <p:cNvSpPr/>
          <p:nvPr/>
        </p:nvSpPr>
        <p:spPr>
          <a:xfrm>
            <a:off x="676176" y="944621"/>
            <a:ext cx="2078632" cy="259755"/>
          </a:xfrm>
          <a:prstGeom prst="rect">
            <a:avLst/>
          </a:prstGeom>
          <a:noFill/>
          <a:ln>
            <a:noFill/>
          </a:ln>
        </p:spPr>
        <p:txBody>
          <a:bodyPr anchorCtr="0" anchor="t" bIns="0" lIns="0" spcFirstLastPara="1" rIns="0" wrap="square" tIns="0">
            <a:noAutofit/>
          </a:bodyPr>
          <a:lstStyle/>
          <a:p>
            <a:pPr indent="0" lvl="0" marL="0" marR="0" rtl="0" algn="l">
              <a:lnSpc>
                <a:spcPct val="76562"/>
              </a:lnSpc>
              <a:spcBef>
                <a:spcPts val="0"/>
              </a:spcBef>
              <a:spcAft>
                <a:spcPts val="0"/>
              </a:spcAft>
              <a:buClr>
                <a:srgbClr val="2E3C4E"/>
              </a:buClr>
              <a:buSzPts val="3200"/>
              <a:buFont typeface="Barlow"/>
              <a:buNone/>
            </a:pPr>
            <a:r>
              <a:rPr b="1" lang="en-US" sz="2667">
                <a:solidFill>
                  <a:srgbClr val="2E3C4E"/>
                </a:solidFill>
                <a:latin typeface="Barlow"/>
                <a:ea typeface="Barlow"/>
                <a:cs typeface="Barlow"/>
                <a:sym typeface="Barlow"/>
              </a:rPr>
              <a:t>Prompt:</a:t>
            </a:r>
            <a:endParaRPr sz="2667">
              <a:solidFill>
                <a:schemeClr val="dk1"/>
              </a:solidFill>
              <a:latin typeface="Calibri"/>
              <a:ea typeface="Calibri"/>
              <a:cs typeface="Calibri"/>
              <a:sym typeface="Calibri"/>
            </a:endParaRPr>
          </a:p>
        </p:txBody>
      </p:sp>
      <p:sp>
        <p:nvSpPr>
          <p:cNvPr id="119" name="Google Shape;119;p5"/>
          <p:cNvSpPr/>
          <p:nvPr/>
        </p:nvSpPr>
        <p:spPr>
          <a:xfrm>
            <a:off x="972879" y="1527921"/>
            <a:ext cx="10941214" cy="463101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000">
                <a:solidFill>
                  <a:schemeClr val="dk1"/>
                </a:solidFill>
                <a:latin typeface="Montserrat"/>
                <a:ea typeface="Montserrat"/>
                <a:cs typeface="Montserrat"/>
                <a:sym typeface="Montserrat"/>
              </a:rPr>
              <a:t>You are a production supervisor preparing a shift handoff.</a:t>
            </a:r>
            <a:br>
              <a:rPr lang="en-US" sz="2000">
                <a:solidFill>
                  <a:schemeClr val="dk1"/>
                </a:solidFill>
                <a:latin typeface="Montserrat"/>
                <a:ea typeface="Montserrat"/>
                <a:cs typeface="Montserrat"/>
                <a:sym typeface="Montserrat"/>
              </a:rPr>
            </a:br>
            <a:r>
              <a:rPr lang="en-US" sz="2000">
                <a:solidFill>
                  <a:schemeClr val="dk1"/>
                </a:solidFill>
                <a:latin typeface="Montserrat"/>
                <a:ea typeface="Montserrat"/>
                <a:cs typeface="Montserrat"/>
                <a:sym typeface="Montserrat"/>
              </a:rPr>
              <a:t>Summarize the following update.</a:t>
            </a:r>
            <a:endParaRPr/>
          </a:p>
          <a:p>
            <a:pPr indent="0" lvl="0" marL="0" marR="0" rtl="0" algn="l">
              <a:spcBef>
                <a:spcPts val="0"/>
              </a:spcBef>
              <a:spcAft>
                <a:spcPts val="0"/>
              </a:spcAft>
              <a:buNone/>
            </a:pPr>
            <a:br>
              <a:rPr lang="en-US" sz="2000">
                <a:solidFill>
                  <a:schemeClr val="dk1"/>
                </a:solidFill>
                <a:latin typeface="Montserrat"/>
                <a:ea typeface="Montserrat"/>
                <a:cs typeface="Montserrat"/>
                <a:sym typeface="Montserrat"/>
              </a:rPr>
            </a:br>
            <a:r>
              <a:rPr lang="en-US" sz="2000">
                <a:solidFill>
                  <a:schemeClr val="dk1"/>
                </a:solidFill>
                <a:latin typeface="Montserrat"/>
                <a:ea typeface="Montserrat"/>
                <a:cs typeface="Montserrat"/>
                <a:sym typeface="Montserrat"/>
              </a:rPr>
              <a:t>Provide your answer in 3 sections:</a:t>
            </a:r>
            <a:endParaRPr/>
          </a:p>
          <a:p>
            <a:pPr indent="-285750" lvl="0" marL="285750" marR="0" rtl="0" algn="l">
              <a:spcBef>
                <a:spcPts val="0"/>
              </a:spcBef>
              <a:spcAft>
                <a:spcPts val="0"/>
              </a:spcAft>
              <a:buClr>
                <a:schemeClr val="dk1"/>
              </a:buClr>
              <a:buSzPts val="2400"/>
              <a:buFont typeface="Arial"/>
              <a:buChar char="•"/>
            </a:pPr>
            <a:r>
              <a:rPr lang="en-US" sz="2000">
                <a:solidFill>
                  <a:schemeClr val="dk1"/>
                </a:solidFill>
                <a:latin typeface="Montserrat"/>
                <a:ea typeface="Montserrat"/>
                <a:cs typeface="Montserrat"/>
                <a:sym typeface="Montserrat"/>
              </a:rPr>
              <a:t>Issue </a:t>
            </a:r>
            <a:endParaRPr/>
          </a:p>
          <a:p>
            <a:pPr indent="-285750" lvl="0" marL="285750" marR="0" rtl="0" algn="l">
              <a:spcBef>
                <a:spcPts val="0"/>
              </a:spcBef>
              <a:spcAft>
                <a:spcPts val="0"/>
              </a:spcAft>
              <a:buClr>
                <a:schemeClr val="dk1"/>
              </a:buClr>
              <a:buSzPts val="2400"/>
              <a:buFont typeface="Arial"/>
              <a:buChar char="•"/>
            </a:pPr>
            <a:r>
              <a:rPr lang="en-US" sz="2000">
                <a:solidFill>
                  <a:schemeClr val="dk1"/>
                </a:solidFill>
                <a:latin typeface="Montserrat"/>
                <a:ea typeface="Montserrat"/>
                <a:cs typeface="Montserrat"/>
                <a:sym typeface="Montserrat"/>
              </a:rPr>
              <a:t>Impact </a:t>
            </a:r>
            <a:endParaRPr/>
          </a:p>
          <a:p>
            <a:pPr indent="-285750" lvl="0" marL="285750" marR="0" rtl="0" algn="l">
              <a:spcBef>
                <a:spcPts val="0"/>
              </a:spcBef>
              <a:spcAft>
                <a:spcPts val="0"/>
              </a:spcAft>
              <a:buClr>
                <a:schemeClr val="dk1"/>
              </a:buClr>
              <a:buSzPts val="2400"/>
              <a:buFont typeface="Arial"/>
              <a:buChar char="•"/>
            </a:pPr>
            <a:r>
              <a:rPr lang="en-US" sz="2000">
                <a:solidFill>
                  <a:schemeClr val="dk1"/>
                </a:solidFill>
                <a:latin typeface="Montserrat"/>
                <a:ea typeface="Montserrat"/>
                <a:cs typeface="Montserrat"/>
                <a:sym typeface="Montserrat"/>
              </a:rPr>
              <a:t>Required follow-up</a:t>
            </a:r>
            <a:endParaRPr/>
          </a:p>
          <a:p>
            <a:pPr indent="-158750" lvl="0" marL="285750" marR="0" rtl="0" algn="l">
              <a:spcBef>
                <a:spcPts val="0"/>
              </a:spcBef>
              <a:spcAft>
                <a:spcPts val="0"/>
              </a:spcAft>
              <a:buClr>
                <a:schemeClr val="dk1"/>
              </a:buClr>
              <a:buSzPts val="2400"/>
              <a:buFont typeface="Arial"/>
              <a:buNone/>
            </a:pPr>
            <a:r>
              <a:t/>
            </a:r>
            <a:endParaRPr sz="2000">
              <a:solidFill>
                <a:schemeClr val="dk1"/>
              </a:solidFill>
              <a:latin typeface="Montserrat"/>
              <a:ea typeface="Montserrat"/>
              <a:cs typeface="Montserrat"/>
              <a:sym typeface="Montserrat"/>
            </a:endParaRPr>
          </a:p>
          <a:p>
            <a:pPr indent="0" lvl="0" marL="0" marR="0" rtl="0" algn="l">
              <a:spcBef>
                <a:spcPts val="0"/>
              </a:spcBef>
              <a:spcAft>
                <a:spcPts val="0"/>
              </a:spcAft>
              <a:buNone/>
            </a:pPr>
            <a:r>
              <a:rPr lang="en-US" sz="2000">
                <a:solidFill>
                  <a:schemeClr val="dk1"/>
                </a:solidFill>
                <a:latin typeface="Montserrat"/>
                <a:ea typeface="Montserrat"/>
                <a:cs typeface="Montserrat"/>
                <a:sym typeface="Montserrat"/>
              </a:rPr>
              <a:t>Use bullet points and keep each section concise. </a:t>
            </a:r>
            <a:endParaRPr/>
          </a:p>
          <a:p>
            <a:pPr indent="0" lvl="0" marL="0" marR="0" rtl="0" algn="l">
              <a:spcBef>
                <a:spcPts val="0"/>
              </a:spcBef>
              <a:spcAft>
                <a:spcPts val="0"/>
              </a:spcAft>
              <a:buNone/>
            </a:pPr>
            <a:r>
              <a:t/>
            </a:r>
            <a:endParaRPr sz="2000">
              <a:solidFill>
                <a:schemeClr val="dk1"/>
              </a:solidFill>
              <a:latin typeface="Montserrat"/>
              <a:ea typeface="Montserrat"/>
              <a:cs typeface="Montserrat"/>
              <a:sym typeface="Montserrat"/>
            </a:endParaRPr>
          </a:p>
          <a:p>
            <a:pPr indent="0" lvl="0" marL="0" marR="0" rtl="0" algn="l">
              <a:spcBef>
                <a:spcPts val="0"/>
              </a:spcBef>
              <a:spcAft>
                <a:spcPts val="0"/>
              </a:spcAft>
              <a:buNone/>
            </a:pPr>
            <a:r>
              <a:rPr lang="en-US" sz="2000">
                <a:solidFill>
                  <a:schemeClr val="dk1"/>
                </a:solidFill>
                <a:latin typeface="Montserrat"/>
                <a:ea typeface="Montserrat"/>
                <a:cs typeface="Montserrat"/>
                <a:sym typeface="Montserrat"/>
              </a:rPr>
              <a:t>Message:</a:t>
            </a:r>
            <a:br>
              <a:rPr lang="en-US" sz="2000">
                <a:solidFill>
                  <a:schemeClr val="dk1"/>
                </a:solidFill>
                <a:latin typeface="Montserrat"/>
                <a:ea typeface="Montserrat"/>
                <a:cs typeface="Montserrat"/>
                <a:sym typeface="Montserrat"/>
              </a:rPr>
            </a:br>
            <a:r>
              <a:rPr lang="en-US" sz="2000">
                <a:solidFill>
                  <a:schemeClr val="dk1"/>
                </a:solidFill>
                <a:latin typeface="Montserrat"/>
                <a:ea typeface="Montserrat"/>
                <a:cs typeface="Montserrat"/>
                <a:sym typeface="Montserrat"/>
              </a:rPr>
              <a:t>“During the morning shift, the assembly line experienced intermittent stops due to a sensor issue. Operators had to manually reset the system several times. This caused about 45 minutes of total downtime. The issue seems to happen more frequently when the line is running at higher speeds. No permanent fix has been implemented yet, and maintenance has been notified.”</a:t>
            </a:r>
            <a:endParaRPr/>
          </a:p>
        </p:txBody>
      </p:sp>
      <p:sp>
        <p:nvSpPr>
          <p:cNvPr id="120" name="Google Shape;120;p5"/>
          <p:cNvSpPr/>
          <p:nvPr/>
        </p:nvSpPr>
        <p:spPr>
          <a:xfrm>
            <a:off x="676176" y="1595718"/>
            <a:ext cx="40698" cy="4797921"/>
          </a:xfrm>
          <a:prstGeom prst="rect">
            <a:avLst/>
          </a:prstGeom>
          <a:solidFill>
            <a:srgbClr val="75BAE6"/>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6"/>
          <p:cNvSpPr/>
          <p:nvPr/>
        </p:nvSpPr>
        <p:spPr>
          <a:xfrm>
            <a:off x="631924" y="183456"/>
            <a:ext cx="7304286" cy="493712"/>
          </a:xfrm>
          <a:prstGeom prst="rect">
            <a:avLst/>
          </a:prstGeom>
          <a:noFill/>
          <a:ln>
            <a:noFill/>
          </a:ln>
        </p:spPr>
        <p:txBody>
          <a:bodyPr anchorCtr="0" anchor="t" bIns="0" lIns="0" spcFirstLastPara="1" rIns="0" wrap="square" tIns="0">
            <a:noAutofit/>
          </a:bodyPr>
          <a:lstStyle/>
          <a:p>
            <a:pPr indent="0" lvl="0" marL="0" marR="0" rtl="0" algn="l">
              <a:lnSpc>
                <a:spcPct val="125675"/>
              </a:lnSpc>
              <a:spcBef>
                <a:spcPts val="0"/>
              </a:spcBef>
              <a:spcAft>
                <a:spcPts val="0"/>
              </a:spcAft>
              <a:buClr>
                <a:srgbClr val="2E3C4E"/>
              </a:buClr>
              <a:buSzPts val="3700"/>
              <a:buFont typeface="Barlow"/>
              <a:buNone/>
            </a:pPr>
            <a:r>
              <a:rPr b="1" lang="en-US" sz="3083">
                <a:solidFill>
                  <a:srgbClr val="2E3C4E"/>
                </a:solidFill>
                <a:latin typeface="Barlow"/>
                <a:ea typeface="Barlow"/>
                <a:cs typeface="Barlow"/>
                <a:sym typeface="Barlow"/>
              </a:rPr>
              <a:t>Projects: Reusable AI Instructions</a:t>
            </a:r>
            <a:endParaRPr sz="3083">
              <a:solidFill>
                <a:schemeClr val="dk1"/>
              </a:solidFill>
              <a:latin typeface="Calibri"/>
              <a:ea typeface="Calibri"/>
              <a:cs typeface="Calibri"/>
              <a:sym typeface="Calibri"/>
            </a:endParaRPr>
          </a:p>
        </p:txBody>
      </p:sp>
      <p:sp>
        <p:nvSpPr>
          <p:cNvPr id="127" name="Google Shape;127;p6"/>
          <p:cNvSpPr/>
          <p:nvPr/>
        </p:nvSpPr>
        <p:spPr>
          <a:xfrm>
            <a:off x="631924" y="883072"/>
            <a:ext cx="5392738" cy="1113333"/>
          </a:xfrm>
          <a:prstGeom prst="roundRect">
            <a:avLst>
              <a:gd fmla="val 20221" name="adj"/>
            </a:avLst>
          </a:prstGeom>
          <a:solidFill>
            <a:srgbClr val="D4E9F7"/>
          </a:solidFill>
          <a:ln cap="flat" cmpd="sng" w="7938">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sp>
        <p:nvSpPr>
          <p:cNvPr id="128" name="Google Shape;128;p6"/>
          <p:cNvSpPr/>
          <p:nvPr/>
        </p:nvSpPr>
        <p:spPr>
          <a:xfrm>
            <a:off x="788293" y="1039440"/>
            <a:ext cx="3500000" cy="246757"/>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Session Context</a:t>
            </a:r>
            <a:endParaRPr sz="2000">
              <a:solidFill>
                <a:schemeClr val="dk1"/>
              </a:solidFill>
              <a:latin typeface="Calibri"/>
              <a:ea typeface="Calibri"/>
              <a:cs typeface="Calibri"/>
              <a:sym typeface="Calibri"/>
            </a:endParaRPr>
          </a:p>
        </p:txBody>
      </p:sp>
      <p:sp>
        <p:nvSpPr>
          <p:cNvPr id="129" name="Google Shape;129;p6"/>
          <p:cNvSpPr/>
          <p:nvPr/>
        </p:nvSpPr>
        <p:spPr>
          <a:xfrm>
            <a:off x="788293" y="1371724"/>
            <a:ext cx="5080000" cy="234157"/>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Typically, you must provide context within each </a:t>
            </a:r>
            <a:br>
              <a:rPr lang="en-US" sz="1500">
                <a:solidFill>
                  <a:srgbClr val="384653"/>
                </a:solidFill>
                <a:latin typeface="Montserrat"/>
                <a:ea typeface="Montserrat"/>
                <a:cs typeface="Montserrat"/>
                <a:sym typeface="Montserrat"/>
              </a:rPr>
            </a:br>
            <a:r>
              <a:rPr lang="en-US" sz="1500">
                <a:solidFill>
                  <a:srgbClr val="384653"/>
                </a:solidFill>
                <a:latin typeface="Montserrat"/>
                <a:ea typeface="Montserrat"/>
                <a:cs typeface="Montserrat"/>
                <a:sym typeface="Montserrat"/>
              </a:rPr>
              <a:t>interaction.</a:t>
            </a:r>
            <a:endParaRPr sz="1500">
              <a:solidFill>
                <a:schemeClr val="dk1"/>
              </a:solidFill>
              <a:latin typeface="Calibri"/>
              <a:ea typeface="Calibri"/>
              <a:cs typeface="Calibri"/>
              <a:sym typeface="Calibri"/>
            </a:endParaRPr>
          </a:p>
        </p:txBody>
      </p:sp>
      <p:sp>
        <p:nvSpPr>
          <p:cNvPr id="130" name="Google Shape;130;p6"/>
          <p:cNvSpPr/>
          <p:nvPr/>
        </p:nvSpPr>
        <p:spPr>
          <a:xfrm>
            <a:off x="6167239" y="883072"/>
            <a:ext cx="5392837" cy="1113333"/>
          </a:xfrm>
          <a:prstGeom prst="roundRect">
            <a:avLst>
              <a:gd fmla="val 20221" name="adj"/>
            </a:avLst>
          </a:prstGeom>
          <a:solidFill>
            <a:srgbClr val="D4E9F7"/>
          </a:solidFill>
          <a:ln cap="flat" cmpd="sng" w="7938">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sp>
        <p:nvSpPr>
          <p:cNvPr id="131" name="Google Shape;131;p6"/>
          <p:cNvSpPr/>
          <p:nvPr/>
        </p:nvSpPr>
        <p:spPr>
          <a:xfrm>
            <a:off x="6323608" y="1039440"/>
            <a:ext cx="1974751" cy="246757"/>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Reusable Setup</a:t>
            </a:r>
            <a:endParaRPr sz="2000">
              <a:solidFill>
                <a:schemeClr val="dk1"/>
              </a:solidFill>
              <a:latin typeface="Calibri"/>
              <a:ea typeface="Calibri"/>
              <a:cs typeface="Calibri"/>
              <a:sym typeface="Calibri"/>
            </a:endParaRPr>
          </a:p>
        </p:txBody>
      </p:sp>
      <p:sp>
        <p:nvSpPr>
          <p:cNvPr id="132" name="Google Shape;132;p6"/>
          <p:cNvSpPr/>
          <p:nvPr/>
        </p:nvSpPr>
        <p:spPr>
          <a:xfrm>
            <a:off x="6323608" y="1371724"/>
            <a:ext cx="5080099" cy="468312"/>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A project stores your instructions and files once. Every chat in the project uses them.</a:t>
            </a:r>
            <a:endParaRPr sz="1500">
              <a:solidFill>
                <a:schemeClr val="dk1"/>
              </a:solidFill>
              <a:latin typeface="Calibri"/>
              <a:ea typeface="Calibri"/>
              <a:cs typeface="Calibri"/>
              <a:sym typeface="Calibri"/>
            </a:endParaRPr>
          </a:p>
        </p:txBody>
      </p:sp>
      <p:sp>
        <p:nvSpPr>
          <p:cNvPr id="133" name="Google Shape;133;p6"/>
          <p:cNvSpPr/>
          <p:nvPr/>
        </p:nvSpPr>
        <p:spPr>
          <a:xfrm>
            <a:off x="631924" y="2138982"/>
            <a:ext cx="5392738" cy="1113333"/>
          </a:xfrm>
          <a:prstGeom prst="roundRect">
            <a:avLst>
              <a:gd fmla="val 20221" name="adj"/>
            </a:avLst>
          </a:prstGeom>
          <a:solidFill>
            <a:srgbClr val="D4E9F7"/>
          </a:solidFill>
          <a:ln cap="flat" cmpd="sng" w="7938">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sp>
        <p:nvSpPr>
          <p:cNvPr id="134" name="Google Shape;134;p6"/>
          <p:cNvSpPr/>
          <p:nvPr/>
        </p:nvSpPr>
        <p:spPr>
          <a:xfrm>
            <a:off x="788293" y="2295352"/>
            <a:ext cx="5080000" cy="246757"/>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Built In Examples</a:t>
            </a:r>
            <a:endParaRPr sz="2000">
              <a:solidFill>
                <a:schemeClr val="dk1"/>
              </a:solidFill>
              <a:latin typeface="Calibri"/>
              <a:ea typeface="Calibri"/>
              <a:cs typeface="Calibri"/>
              <a:sym typeface="Calibri"/>
            </a:endParaRPr>
          </a:p>
        </p:txBody>
      </p:sp>
      <p:sp>
        <p:nvSpPr>
          <p:cNvPr id="135" name="Google Shape;135;p6"/>
          <p:cNvSpPr/>
          <p:nvPr/>
        </p:nvSpPr>
        <p:spPr>
          <a:xfrm>
            <a:off x="788293" y="2627635"/>
            <a:ext cx="5080000" cy="468312"/>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Add sample inputs and outputs so every answer follows the same pattern.</a:t>
            </a:r>
            <a:endParaRPr sz="1500">
              <a:solidFill>
                <a:schemeClr val="dk1"/>
              </a:solidFill>
              <a:latin typeface="Calibri"/>
              <a:ea typeface="Calibri"/>
              <a:cs typeface="Calibri"/>
              <a:sym typeface="Calibri"/>
            </a:endParaRPr>
          </a:p>
        </p:txBody>
      </p:sp>
      <p:sp>
        <p:nvSpPr>
          <p:cNvPr id="136" name="Google Shape;136;p6"/>
          <p:cNvSpPr/>
          <p:nvPr/>
        </p:nvSpPr>
        <p:spPr>
          <a:xfrm>
            <a:off x="6167239" y="2138982"/>
            <a:ext cx="5392837" cy="1113333"/>
          </a:xfrm>
          <a:prstGeom prst="roundRect">
            <a:avLst>
              <a:gd fmla="val 20221" name="adj"/>
            </a:avLst>
          </a:prstGeom>
          <a:solidFill>
            <a:srgbClr val="D4E9F7"/>
          </a:solidFill>
          <a:ln cap="flat" cmpd="sng" w="7938">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sp>
        <p:nvSpPr>
          <p:cNvPr id="137" name="Google Shape;137;p6"/>
          <p:cNvSpPr/>
          <p:nvPr/>
        </p:nvSpPr>
        <p:spPr>
          <a:xfrm>
            <a:off x="6323608" y="2295352"/>
            <a:ext cx="1974751" cy="246757"/>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Result</a:t>
            </a:r>
            <a:endParaRPr sz="2000">
              <a:solidFill>
                <a:schemeClr val="dk1"/>
              </a:solidFill>
              <a:latin typeface="Calibri"/>
              <a:ea typeface="Calibri"/>
              <a:cs typeface="Calibri"/>
              <a:sym typeface="Calibri"/>
            </a:endParaRPr>
          </a:p>
        </p:txBody>
      </p:sp>
      <p:sp>
        <p:nvSpPr>
          <p:cNvPr id="138" name="Google Shape;138;p6"/>
          <p:cNvSpPr/>
          <p:nvPr/>
        </p:nvSpPr>
        <p:spPr>
          <a:xfrm>
            <a:off x="6323608" y="2627635"/>
            <a:ext cx="5080099" cy="234157"/>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Saves time and improves consistency for </a:t>
            </a:r>
            <a:br>
              <a:rPr lang="en-US" sz="1500">
                <a:solidFill>
                  <a:srgbClr val="384653"/>
                </a:solidFill>
                <a:latin typeface="Montserrat"/>
                <a:ea typeface="Montserrat"/>
                <a:cs typeface="Montserrat"/>
                <a:sym typeface="Montserrat"/>
              </a:rPr>
            </a:br>
            <a:r>
              <a:rPr lang="en-US" sz="1500">
                <a:solidFill>
                  <a:srgbClr val="384653"/>
                </a:solidFill>
                <a:latin typeface="Montserrat"/>
                <a:ea typeface="Montserrat"/>
                <a:cs typeface="Montserrat"/>
                <a:sym typeface="Montserrat"/>
              </a:rPr>
              <a:t>repetitive workplace tasks</a:t>
            </a:r>
            <a:endParaRPr sz="1500">
              <a:solidFill>
                <a:schemeClr val="dk1"/>
              </a:solidFill>
              <a:latin typeface="Calibri"/>
              <a:ea typeface="Calibri"/>
              <a:cs typeface="Calibri"/>
              <a:sym typeface="Calibri"/>
            </a:endParaRPr>
          </a:p>
        </p:txBody>
      </p:sp>
      <p:sp>
        <p:nvSpPr>
          <p:cNvPr id="139" name="Google Shape;139;p6"/>
          <p:cNvSpPr/>
          <p:nvPr/>
        </p:nvSpPr>
        <p:spPr>
          <a:xfrm>
            <a:off x="631924" y="3493223"/>
            <a:ext cx="3159621" cy="394990"/>
          </a:xfrm>
          <a:prstGeom prst="rect">
            <a:avLst/>
          </a:prstGeom>
          <a:noFill/>
          <a:ln>
            <a:noFill/>
          </a:ln>
        </p:spPr>
        <p:txBody>
          <a:bodyPr anchorCtr="0" anchor="t" bIns="0" lIns="0" spcFirstLastPara="1" rIns="0" wrap="square" tIns="0">
            <a:noAutofit/>
          </a:bodyPr>
          <a:lstStyle/>
          <a:p>
            <a:pPr indent="0" lvl="0" marL="0" marR="0" rtl="0" algn="l">
              <a:lnSpc>
                <a:spcPct val="102777"/>
              </a:lnSpc>
              <a:spcBef>
                <a:spcPts val="0"/>
              </a:spcBef>
              <a:spcAft>
                <a:spcPts val="0"/>
              </a:spcAft>
              <a:buClr>
                <a:srgbClr val="2E3C4E"/>
              </a:buClr>
              <a:buSzPts val="3600"/>
              <a:buFont typeface="Barlow"/>
              <a:buNone/>
            </a:pPr>
            <a:r>
              <a:rPr b="1" lang="en-US" sz="3000">
                <a:solidFill>
                  <a:srgbClr val="2E3C4E"/>
                </a:solidFill>
                <a:latin typeface="Barlow"/>
                <a:ea typeface="Barlow"/>
                <a:cs typeface="Barlow"/>
                <a:sym typeface="Barlow"/>
              </a:rPr>
              <a:t>Examples</a:t>
            </a:r>
            <a:endParaRPr sz="3000">
              <a:solidFill>
                <a:schemeClr val="dk1"/>
              </a:solidFill>
              <a:latin typeface="Calibri"/>
              <a:ea typeface="Calibri"/>
              <a:cs typeface="Calibri"/>
              <a:sym typeface="Calibri"/>
            </a:endParaRPr>
          </a:p>
        </p:txBody>
      </p:sp>
      <p:pic>
        <p:nvPicPr>
          <p:cNvPr descr="preencoded.png" id="140" name="Google Shape;140;p6"/>
          <p:cNvPicPr preferRelativeResize="0"/>
          <p:nvPr/>
        </p:nvPicPr>
        <p:blipFill rotWithShape="1">
          <a:blip r:embed="rId3">
            <a:alphaModFix/>
          </a:blip>
          <a:srcRect b="0" l="0" r="0" t="0"/>
          <a:stretch/>
        </p:blipFill>
        <p:spPr>
          <a:xfrm>
            <a:off x="631923" y="4112028"/>
            <a:ext cx="375146" cy="375146"/>
          </a:xfrm>
          <a:prstGeom prst="rect">
            <a:avLst/>
          </a:prstGeom>
          <a:noFill/>
          <a:ln>
            <a:noFill/>
          </a:ln>
        </p:spPr>
      </p:pic>
      <p:sp>
        <p:nvSpPr>
          <p:cNvPr id="141" name="Google Shape;141;p6"/>
          <p:cNvSpPr/>
          <p:nvPr/>
        </p:nvSpPr>
        <p:spPr>
          <a:xfrm>
            <a:off x="1185272" y="4112023"/>
            <a:ext cx="5300000" cy="234250"/>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Standard Operating Procedures (SOPs)</a:t>
            </a:r>
            <a:endParaRPr sz="2000">
              <a:solidFill>
                <a:schemeClr val="dk1"/>
              </a:solidFill>
              <a:latin typeface="Calibri"/>
              <a:ea typeface="Calibri"/>
              <a:cs typeface="Calibri"/>
              <a:sym typeface="Calibri"/>
            </a:endParaRPr>
          </a:p>
        </p:txBody>
      </p:sp>
      <p:sp>
        <p:nvSpPr>
          <p:cNvPr id="142" name="Google Shape;142;p6"/>
          <p:cNvSpPr/>
          <p:nvPr/>
        </p:nvSpPr>
        <p:spPr>
          <a:xfrm>
            <a:off x="1185267" y="4444312"/>
            <a:ext cx="4821634" cy="468312"/>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Load SOPs, manuals, and internal documents so the project can answer questions and guide employees consistently</a:t>
            </a:r>
            <a:endParaRPr sz="1500">
              <a:solidFill>
                <a:schemeClr val="dk1"/>
              </a:solidFill>
              <a:latin typeface="Calibri"/>
              <a:ea typeface="Calibri"/>
              <a:cs typeface="Calibri"/>
              <a:sym typeface="Calibri"/>
            </a:endParaRPr>
          </a:p>
        </p:txBody>
      </p:sp>
      <p:pic>
        <p:nvPicPr>
          <p:cNvPr descr="preencoded.png" id="143" name="Google Shape;143;p6"/>
          <p:cNvPicPr preferRelativeResize="0"/>
          <p:nvPr/>
        </p:nvPicPr>
        <p:blipFill rotWithShape="1">
          <a:blip r:embed="rId4">
            <a:alphaModFix/>
          </a:blip>
          <a:srcRect b="0" l="0" r="0" t="0"/>
          <a:stretch/>
        </p:blipFill>
        <p:spPr>
          <a:xfrm>
            <a:off x="6185098" y="4112028"/>
            <a:ext cx="375146" cy="375146"/>
          </a:xfrm>
          <a:prstGeom prst="rect">
            <a:avLst/>
          </a:prstGeom>
          <a:noFill/>
          <a:ln>
            <a:noFill/>
          </a:ln>
        </p:spPr>
      </p:pic>
      <p:sp>
        <p:nvSpPr>
          <p:cNvPr id="144" name="Google Shape;144;p6"/>
          <p:cNvSpPr/>
          <p:nvPr/>
        </p:nvSpPr>
        <p:spPr>
          <a:xfrm>
            <a:off x="6738436" y="4112020"/>
            <a:ext cx="3508000" cy="246750"/>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Troubleshooting &amp; Support</a:t>
            </a:r>
            <a:endParaRPr sz="2000">
              <a:solidFill>
                <a:schemeClr val="dk1"/>
              </a:solidFill>
              <a:latin typeface="Calibri"/>
              <a:ea typeface="Calibri"/>
              <a:cs typeface="Calibri"/>
              <a:sym typeface="Calibri"/>
            </a:endParaRPr>
          </a:p>
        </p:txBody>
      </p:sp>
      <p:sp>
        <p:nvSpPr>
          <p:cNvPr id="145" name="Google Shape;145;p6"/>
          <p:cNvSpPr/>
          <p:nvPr/>
        </p:nvSpPr>
        <p:spPr>
          <a:xfrm>
            <a:off x="6790730" y="4551691"/>
            <a:ext cx="4821634" cy="468312"/>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Provide past issues, solutions, and logs so the project can help identify likely causes and next steps</a:t>
            </a:r>
            <a:endParaRPr sz="1500">
              <a:solidFill>
                <a:schemeClr val="dk1"/>
              </a:solidFill>
              <a:latin typeface="Calibri"/>
              <a:ea typeface="Calibri"/>
              <a:cs typeface="Calibri"/>
              <a:sym typeface="Calibri"/>
            </a:endParaRPr>
          </a:p>
        </p:txBody>
      </p:sp>
      <p:pic>
        <p:nvPicPr>
          <p:cNvPr descr="preencoded.png" id="146" name="Google Shape;146;p6"/>
          <p:cNvPicPr preferRelativeResize="0"/>
          <p:nvPr/>
        </p:nvPicPr>
        <p:blipFill rotWithShape="1">
          <a:blip r:embed="rId5">
            <a:alphaModFix/>
          </a:blip>
          <a:srcRect b="0" l="0" r="0" t="0"/>
          <a:stretch/>
        </p:blipFill>
        <p:spPr>
          <a:xfrm>
            <a:off x="631924" y="5496055"/>
            <a:ext cx="375146" cy="375146"/>
          </a:xfrm>
          <a:prstGeom prst="rect">
            <a:avLst/>
          </a:prstGeom>
          <a:noFill/>
          <a:ln>
            <a:noFill/>
          </a:ln>
        </p:spPr>
      </p:pic>
      <p:sp>
        <p:nvSpPr>
          <p:cNvPr id="147" name="Google Shape;147;p6"/>
          <p:cNvSpPr/>
          <p:nvPr/>
        </p:nvSpPr>
        <p:spPr>
          <a:xfrm>
            <a:off x="1185273" y="5496061"/>
            <a:ext cx="3433000" cy="234250"/>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Training &amp; Onboarding</a:t>
            </a:r>
            <a:endParaRPr sz="2000">
              <a:solidFill>
                <a:schemeClr val="dk1"/>
              </a:solidFill>
              <a:latin typeface="Calibri"/>
              <a:ea typeface="Calibri"/>
              <a:cs typeface="Calibri"/>
              <a:sym typeface="Calibri"/>
            </a:endParaRPr>
          </a:p>
        </p:txBody>
      </p:sp>
      <p:sp>
        <p:nvSpPr>
          <p:cNvPr id="148" name="Google Shape;148;p6"/>
          <p:cNvSpPr/>
          <p:nvPr/>
        </p:nvSpPr>
        <p:spPr>
          <a:xfrm>
            <a:off x="1185268" y="5828339"/>
            <a:ext cx="4821634" cy="468312"/>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Include training materials and examples so the project can explain processes to new employees in a consistent way</a:t>
            </a:r>
            <a:endParaRPr sz="1500">
              <a:solidFill>
                <a:schemeClr val="dk1"/>
              </a:solidFill>
              <a:latin typeface="Calibri"/>
              <a:ea typeface="Calibri"/>
              <a:cs typeface="Calibri"/>
              <a:sym typeface="Calibri"/>
            </a:endParaRPr>
          </a:p>
        </p:txBody>
      </p:sp>
      <p:pic>
        <p:nvPicPr>
          <p:cNvPr descr="preencoded.png" id="149" name="Google Shape;149;p6"/>
          <p:cNvPicPr preferRelativeResize="0"/>
          <p:nvPr/>
        </p:nvPicPr>
        <p:blipFill rotWithShape="1">
          <a:blip r:embed="rId6">
            <a:alphaModFix/>
          </a:blip>
          <a:srcRect b="0" l="0" r="0" t="0"/>
          <a:stretch/>
        </p:blipFill>
        <p:spPr>
          <a:xfrm>
            <a:off x="6185098" y="5496055"/>
            <a:ext cx="375146" cy="375146"/>
          </a:xfrm>
          <a:prstGeom prst="rect">
            <a:avLst/>
          </a:prstGeom>
          <a:noFill/>
          <a:ln>
            <a:noFill/>
          </a:ln>
        </p:spPr>
      </p:pic>
      <p:sp>
        <p:nvSpPr>
          <p:cNvPr id="150" name="Google Shape;150;p6"/>
          <p:cNvSpPr/>
          <p:nvPr/>
        </p:nvSpPr>
        <p:spPr>
          <a:xfrm>
            <a:off x="6738436" y="5496061"/>
            <a:ext cx="3609250" cy="234250"/>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Reporting &amp; Communication</a:t>
            </a:r>
            <a:endParaRPr sz="2000">
              <a:solidFill>
                <a:schemeClr val="dk1"/>
              </a:solidFill>
              <a:latin typeface="Calibri"/>
              <a:ea typeface="Calibri"/>
              <a:cs typeface="Calibri"/>
              <a:sym typeface="Calibri"/>
            </a:endParaRPr>
          </a:p>
        </p:txBody>
      </p:sp>
      <p:sp>
        <p:nvSpPr>
          <p:cNvPr id="151" name="Google Shape;151;p6"/>
          <p:cNvSpPr/>
          <p:nvPr/>
        </p:nvSpPr>
        <p:spPr>
          <a:xfrm>
            <a:off x="6738442" y="5828339"/>
            <a:ext cx="4821634" cy="468312"/>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Load examples of shift reports or updates so the project can help generate clear, standardized summaries</a:t>
            </a:r>
            <a:endParaRPr sz="15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7"/>
                                        </p:tgtEl>
                                        <p:attrNameLst>
                                          <p:attrName>style.visibility</p:attrName>
                                        </p:attrNameLst>
                                      </p:cBhvr>
                                      <p:to>
                                        <p:strVal val="visible"/>
                                      </p:to>
                                    </p:set>
                                    <p:animEffect filter="fade" transition="in">
                                      <p:cBhvr>
                                        <p:cTn dur="500"/>
                                        <p:tgtEl>
                                          <p:spTgt spid="127"/>
                                        </p:tgtEl>
                                      </p:cBhvr>
                                    </p:animEffect>
                                  </p:childTnLst>
                                </p:cTn>
                              </p:par>
                              <p:par>
                                <p:cTn fill="hold" nodeType="withEffect" presetClass="entr" presetID="10" presetSubtype="0">
                                  <p:stCondLst>
                                    <p:cond delay="0"/>
                                  </p:stCondLst>
                                  <p:childTnLst>
                                    <p:set>
                                      <p:cBhvr>
                                        <p:cTn dur="1" fill="hold">
                                          <p:stCondLst>
                                            <p:cond delay="0"/>
                                          </p:stCondLst>
                                        </p:cTn>
                                        <p:tgtEl>
                                          <p:spTgt spid="128"/>
                                        </p:tgtEl>
                                        <p:attrNameLst>
                                          <p:attrName>style.visibility</p:attrName>
                                        </p:attrNameLst>
                                      </p:cBhvr>
                                      <p:to>
                                        <p:strVal val="visible"/>
                                      </p:to>
                                    </p:set>
                                    <p:animEffect filter="fade" transition="in">
                                      <p:cBhvr>
                                        <p:cTn dur="500"/>
                                        <p:tgtEl>
                                          <p:spTgt spid="128"/>
                                        </p:tgtEl>
                                      </p:cBhvr>
                                    </p:animEffect>
                                  </p:childTnLst>
                                </p:cTn>
                              </p:par>
                              <p:par>
                                <p:cTn fill="hold" nodeType="withEffect" presetClass="entr" presetID="10" presetSubtype="0">
                                  <p:stCondLst>
                                    <p:cond delay="0"/>
                                  </p:stCondLst>
                                  <p:childTnLst>
                                    <p:set>
                                      <p:cBhvr>
                                        <p:cTn dur="1" fill="hold">
                                          <p:stCondLst>
                                            <p:cond delay="0"/>
                                          </p:stCondLst>
                                        </p:cTn>
                                        <p:tgtEl>
                                          <p:spTgt spid="129"/>
                                        </p:tgtEl>
                                        <p:attrNameLst>
                                          <p:attrName>style.visibility</p:attrName>
                                        </p:attrNameLst>
                                      </p:cBhvr>
                                      <p:to>
                                        <p:strVal val="visible"/>
                                      </p:to>
                                    </p:set>
                                    <p:animEffect filter="fade" transition="in">
                                      <p:cBhvr>
                                        <p:cTn dur="500"/>
                                        <p:tgtEl>
                                          <p:spTgt spid="12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0"/>
                                        </p:tgtEl>
                                        <p:attrNameLst>
                                          <p:attrName>style.visibility</p:attrName>
                                        </p:attrNameLst>
                                      </p:cBhvr>
                                      <p:to>
                                        <p:strVal val="visible"/>
                                      </p:to>
                                    </p:set>
                                    <p:animEffect filter="fade" transition="in">
                                      <p:cBhvr>
                                        <p:cTn dur="500"/>
                                        <p:tgtEl>
                                          <p:spTgt spid="130"/>
                                        </p:tgtEl>
                                      </p:cBhvr>
                                    </p:animEffect>
                                  </p:childTnLst>
                                </p:cTn>
                              </p:par>
                              <p:par>
                                <p:cTn fill="hold" nodeType="withEffect" presetClass="entr" presetID="10" presetSubtype="0">
                                  <p:stCondLst>
                                    <p:cond delay="0"/>
                                  </p:stCondLst>
                                  <p:childTnLst>
                                    <p:set>
                                      <p:cBhvr>
                                        <p:cTn dur="1" fill="hold">
                                          <p:stCondLst>
                                            <p:cond delay="0"/>
                                          </p:stCondLst>
                                        </p:cTn>
                                        <p:tgtEl>
                                          <p:spTgt spid="131"/>
                                        </p:tgtEl>
                                        <p:attrNameLst>
                                          <p:attrName>style.visibility</p:attrName>
                                        </p:attrNameLst>
                                      </p:cBhvr>
                                      <p:to>
                                        <p:strVal val="visible"/>
                                      </p:to>
                                    </p:set>
                                    <p:animEffect filter="fade" transition="in">
                                      <p:cBhvr>
                                        <p:cTn dur="500"/>
                                        <p:tgtEl>
                                          <p:spTgt spid="131"/>
                                        </p:tgtEl>
                                      </p:cBhvr>
                                    </p:animEffect>
                                  </p:childTnLst>
                                </p:cTn>
                              </p:par>
                              <p:par>
                                <p:cTn fill="hold" nodeType="withEffect" presetClass="entr" presetID="10" presetSubtype="0">
                                  <p:stCondLst>
                                    <p:cond delay="0"/>
                                  </p:stCondLst>
                                  <p:childTnLst>
                                    <p:set>
                                      <p:cBhvr>
                                        <p:cTn dur="1" fill="hold">
                                          <p:stCondLst>
                                            <p:cond delay="0"/>
                                          </p:stCondLst>
                                        </p:cTn>
                                        <p:tgtEl>
                                          <p:spTgt spid="132"/>
                                        </p:tgtEl>
                                        <p:attrNameLst>
                                          <p:attrName>style.visibility</p:attrName>
                                        </p:attrNameLst>
                                      </p:cBhvr>
                                      <p:to>
                                        <p:strVal val="visible"/>
                                      </p:to>
                                    </p:set>
                                    <p:animEffect filter="fade" transition="in">
                                      <p:cBhvr>
                                        <p:cTn dur="500"/>
                                        <p:tgtEl>
                                          <p:spTgt spid="13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3"/>
                                        </p:tgtEl>
                                        <p:attrNameLst>
                                          <p:attrName>style.visibility</p:attrName>
                                        </p:attrNameLst>
                                      </p:cBhvr>
                                      <p:to>
                                        <p:strVal val="visible"/>
                                      </p:to>
                                    </p:set>
                                    <p:animEffect filter="fade" transition="in">
                                      <p:cBhvr>
                                        <p:cTn dur="500"/>
                                        <p:tgtEl>
                                          <p:spTgt spid="133"/>
                                        </p:tgtEl>
                                      </p:cBhvr>
                                    </p:animEffect>
                                  </p:childTnLst>
                                </p:cTn>
                              </p:par>
                              <p:par>
                                <p:cTn fill="hold" nodeType="withEffect" presetClass="entr" presetID="10" presetSubtype="0">
                                  <p:stCondLst>
                                    <p:cond delay="0"/>
                                  </p:stCondLst>
                                  <p:childTnLst>
                                    <p:set>
                                      <p:cBhvr>
                                        <p:cTn dur="1" fill="hold">
                                          <p:stCondLst>
                                            <p:cond delay="0"/>
                                          </p:stCondLst>
                                        </p:cTn>
                                        <p:tgtEl>
                                          <p:spTgt spid="134"/>
                                        </p:tgtEl>
                                        <p:attrNameLst>
                                          <p:attrName>style.visibility</p:attrName>
                                        </p:attrNameLst>
                                      </p:cBhvr>
                                      <p:to>
                                        <p:strVal val="visible"/>
                                      </p:to>
                                    </p:set>
                                    <p:animEffect filter="fade" transition="in">
                                      <p:cBhvr>
                                        <p:cTn dur="500"/>
                                        <p:tgtEl>
                                          <p:spTgt spid="134"/>
                                        </p:tgtEl>
                                      </p:cBhvr>
                                    </p:animEffect>
                                  </p:childTnLst>
                                </p:cTn>
                              </p:par>
                              <p:par>
                                <p:cTn fill="hold" nodeType="withEffect" presetClass="entr" presetID="10" presetSubtype="0">
                                  <p:stCondLst>
                                    <p:cond delay="0"/>
                                  </p:stCondLst>
                                  <p:childTnLst>
                                    <p:set>
                                      <p:cBhvr>
                                        <p:cTn dur="1" fill="hold">
                                          <p:stCondLst>
                                            <p:cond delay="0"/>
                                          </p:stCondLst>
                                        </p:cTn>
                                        <p:tgtEl>
                                          <p:spTgt spid="135"/>
                                        </p:tgtEl>
                                        <p:attrNameLst>
                                          <p:attrName>style.visibility</p:attrName>
                                        </p:attrNameLst>
                                      </p:cBhvr>
                                      <p:to>
                                        <p:strVal val="visible"/>
                                      </p:to>
                                    </p:set>
                                    <p:animEffect filter="fade" transition="in">
                                      <p:cBhvr>
                                        <p:cTn dur="500"/>
                                        <p:tgtEl>
                                          <p:spTgt spid="13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6"/>
                                        </p:tgtEl>
                                        <p:attrNameLst>
                                          <p:attrName>style.visibility</p:attrName>
                                        </p:attrNameLst>
                                      </p:cBhvr>
                                      <p:to>
                                        <p:strVal val="visible"/>
                                      </p:to>
                                    </p:set>
                                    <p:animEffect filter="fade" transition="in">
                                      <p:cBhvr>
                                        <p:cTn dur="500"/>
                                        <p:tgtEl>
                                          <p:spTgt spid="136"/>
                                        </p:tgtEl>
                                      </p:cBhvr>
                                    </p:animEffect>
                                  </p:childTnLst>
                                </p:cTn>
                              </p:par>
                              <p:par>
                                <p:cTn fill="hold" nodeType="with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500"/>
                                        <p:tgtEl>
                                          <p:spTgt spid="137"/>
                                        </p:tgtEl>
                                      </p:cBhvr>
                                    </p:animEffect>
                                  </p:childTnLst>
                                </p:cTn>
                              </p:par>
                              <p:par>
                                <p:cTn fill="hold" nodeType="withEffect" presetClass="entr" presetID="10" presetSubtype="0">
                                  <p:stCondLst>
                                    <p:cond delay="0"/>
                                  </p:stCondLst>
                                  <p:childTnLst>
                                    <p:set>
                                      <p:cBhvr>
                                        <p:cTn dur="1" fill="hold">
                                          <p:stCondLst>
                                            <p:cond delay="0"/>
                                          </p:stCondLst>
                                        </p:cTn>
                                        <p:tgtEl>
                                          <p:spTgt spid="138"/>
                                        </p:tgtEl>
                                        <p:attrNameLst>
                                          <p:attrName>style.visibility</p:attrName>
                                        </p:attrNameLst>
                                      </p:cBhvr>
                                      <p:to>
                                        <p:strVal val="visible"/>
                                      </p:to>
                                    </p:set>
                                    <p:animEffect filter="fade" transition="in">
                                      <p:cBhvr>
                                        <p:cTn dur="500"/>
                                        <p:tgtEl>
                                          <p:spTgt spid="1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
                                        </p:tgtEl>
                                        <p:attrNameLst>
                                          <p:attrName>style.visibility</p:attrName>
                                        </p:attrNameLst>
                                      </p:cBhvr>
                                      <p:to>
                                        <p:strVal val="visible"/>
                                      </p:to>
                                    </p:set>
                                    <p:animEffect filter="fade" transition="in">
                                      <p:cBhvr>
                                        <p:cTn dur="500"/>
                                        <p:tgtEl>
                                          <p:spTgt spid="1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0"/>
                                        </p:tgtEl>
                                        <p:attrNameLst>
                                          <p:attrName>style.visibility</p:attrName>
                                        </p:attrNameLst>
                                      </p:cBhvr>
                                      <p:to>
                                        <p:strVal val="visible"/>
                                      </p:to>
                                    </p:set>
                                    <p:animEffect filter="fade" transition="in">
                                      <p:cBhvr>
                                        <p:cTn dur="500"/>
                                        <p:tgtEl>
                                          <p:spTgt spid="140"/>
                                        </p:tgtEl>
                                      </p:cBhvr>
                                    </p:animEffect>
                                  </p:childTnLst>
                                </p:cTn>
                              </p:par>
                              <p:par>
                                <p:cTn fill="hold" nodeType="withEffect" presetClass="entr" presetID="10" presetSubtype="0">
                                  <p:stCondLst>
                                    <p:cond delay="0"/>
                                  </p:stCondLst>
                                  <p:childTnLst>
                                    <p:set>
                                      <p:cBhvr>
                                        <p:cTn dur="1" fill="hold">
                                          <p:stCondLst>
                                            <p:cond delay="0"/>
                                          </p:stCondLst>
                                        </p:cTn>
                                        <p:tgtEl>
                                          <p:spTgt spid="141"/>
                                        </p:tgtEl>
                                        <p:attrNameLst>
                                          <p:attrName>style.visibility</p:attrName>
                                        </p:attrNameLst>
                                      </p:cBhvr>
                                      <p:to>
                                        <p:strVal val="visible"/>
                                      </p:to>
                                    </p:set>
                                    <p:animEffect filter="fade" transition="in">
                                      <p:cBhvr>
                                        <p:cTn dur="500"/>
                                        <p:tgtEl>
                                          <p:spTgt spid="141"/>
                                        </p:tgtEl>
                                      </p:cBhvr>
                                    </p:animEffect>
                                  </p:childTnLst>
                                </p:cTn>
                              </p:par>
                              <p:par>
                                <p:cTn fill="hold" nodeType="withEffect" presetClass="entr" presetID="10" presetSubtype="0">
                                  <p:stCondLst>
                                    <p:cond delay="0"/>
                                  </p:stCondLst>
                                  <p:childTnLst>
                                    <p:set>
                                      <p:cBhvr>
                                        <p:cTn dur="1" fill="hold">
                                          <p:stCondLst>
                                            <p:cond delay="0"/>
                                          </p:stCondLst>
                                        </p:cTn>
                                        <p:tgtEl>
                                          <p:spTgt spid="142"/>
                                        </p:tgtEl>
                                        <p:attrNameLst>
                                          <p:attrName>style.visibility</p:attrName>
                                        </p:attrNameLst>
                                      </p:cBhvr>
                                      <p:to>
                                        <p:strVal val="visible"/>
                                      </p:to>
                                    </p:set>
                                    <p:animEffect filter="fade" transition="in">
                                      <p:cBhvr>
                                        <p:cTn dur="500"/>
                                        <p:tgtEl>
                                          <p:spTgt spid="14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6"/>
                                        </p:tgtEl>
                                        <p:attrNameLst>
                                          <p:attrName>style.visibility</p:attrName>
                                        </p:attrNameLst>
                                      </p:cBhvr>
                                      <p:to>
                                        <p:strVal val="visible"/>
                                      </p:to>
                                    </p:set>
                                    <p:animEffect filter="fade" transition="in">
                                      <p:cBhvr>
                                        <p:cTn dur="500"/>
                                        <p:tgtEl>
                                          <p:spTgt spid="146"/>
                                        </p:tgtEl>
                                      </p:cBhvr>
                                    </p:animEffect>
                                  </p:childTnLst>
                                </p:cTn>
                              </p:par>
                              <p:par>
                                <p:cTn fill="hold" nodeType="withEffect" presetClass="entr" presetID="10" presetSubtype="0">
                                  <p:stCondLst>
                                    <p:cond delay="0"/>
                                  </p:stCondLst>
                                  <p:childTnLst>
                                    <p:set>
                                      <p:cBhvr>
                                        <p:cTn dur="1" fill="hold">
                                          <p:stCondLst>
                                            <p:cond delay="0"/>
                                          </p:stCondLst>
                                        </p:cTn>
                                        <p:tgtEl>
                                          <p:spTgt spid="147"/>
                                        </p:tgtEl>
                                        <p:attrNameLst>
                                          <p:attrName>style.visibility</p:attrName>
                                        </p:attrNameLst>
                                      </p:cBhvr>
                                      <p:to>
                                        <p:strVal val="visible"/>
                                      </p:to>
                                    </p:set>
                                    <p:animEffect filter="fade" transition="in">
                                      <p:cBhvr>
                                        <p:cTn dur="500"/>
                                        <p:tgtEl>
                                          <p:spTgt spid="147"/>
                                        </p:tgtEl>
                                      </p:cBhvr>
                                    </p:animEffect>
                                  </p:childTnLst>
                                </p:cTn>
                              </p:par>
                              <p:par>
                                <p:cTn fill="hold" nodeType="withEffect" presetClass="entr" presetID="10" presetSubtype="0">
                                  <p:stCondLst>
                                    <p:cond delay="0"/>
                                  </p:stCondLst>
                                  <p:childTnLst>
                                    <p:set>
                                      <p:cBhvr>
                                        <p:cTn dur="1" fill="hold">
                                          <p:stCondLst>
                                            <p:cond delay="0"/>
                                          </p:stCondLst>
                                        </p:cTn>
                                        <p:tgtEl>
                                          <p:spTgt spid="148"/>
                                        </p:tgtEl>
                                        <p:attrNameLst>
                                          <p:attrName>style.visibility</p:attrName>
                                        </p:attrNameLst>
                                      </p:cBhvr>
                                      <p:to>
                                        <p:strVal val="visible"/>
                                      </p:to>
                                    </p:set>
                                    <p:animEffect filter="fade" transition="in">
                                      <p:cBhvr>
                                        <p:cTn dur="500"/>
                                        <p:tgtEl>
                                          <p:spTgt spid="14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3"/>
                                        </p:tgtEl>
                                        <p:attrNameLst>
                                          <p:attrName>style.visibility</p:attrName>
                                        </p:attrNameLst>
                                      </p:cBhvr>
                                      <p:to>
                                        <p:strVal val="visible"/>
                                      </p:to>
                                    </p:set>
                                    <p:animEffect filter="fade" transition="in">
                                      <p:cBhvr>
                                        <p:cTn dur="500"/>
                                        <p:tgtEl>
                                          <p:spTgt spid="143"/>
                                        </p:tgtEl>
                                      </p:cBhvr>
                                    </p:animEffect>
                                  </p:childTnLst>
                                </p:cTn>
                              </p:par>
                              <p:par>
                                <p:cTn fill="hold" nodeType="withEffect" presetClass="entr" presetID="10" presetSubtype="0">
                                  <p:stCondLst>
                                    <p:cond delay="0"/>
                                  </p:stCondLst>
                                  <p:childTnLst>
                                    <p:set>
                                      <p:cBhvr>
                                        <p:cTn dur="1" fill="hold">
                                          <p:stCondLst>
                                            <p:cond delay="0"/>
                                          </p:stCondLst>
                                        </p:cTn>
                                        <p:tgtEl>
                                          <p:spTgt spid="144"/>
                                        </p:tgtEl>
                                        <p:attrNameLst>
                                          <p:attrName>style.visibility</p:attrName>
                                        </p:attrNameLst>
                                      </p:cBhvr>
                                      <p:to>
                                        <p:strVal val="visible"/>
                                      </p:to>
                                    </p:set>
                                    <p:animEffect filter="fade" transition="in">
                                      <p:cBhvr>
                                        <p:cTn dur="500"/>
                                        <p:tgtEl>
                                          <p:spTgt spid="144"/>
                                        </p:tgtEl>
                                      </p:cBhvr>
                                    </p:animEffect>
                                  </p:childTnLst>
                                </p:cTn>
                              </p:par>
                              <p:par>
                                <p:cTn fill="hold" nodeType="withEffect" presetClass="entr" presetID="10" presetSubtype="0">
                                  <p:stCondLst>
                                    <p:cond delay="0"/>
                                  </p:stCondLst>
                                  <p:childTnLst>
                                    <p:set>
                                      <p:cBhvr>
                                        <p:cTn dur="1" fill="hold">
                                          <p:stCondLst>
                                            <p:cond delay="0"/>
                                          </p:stCondLst>
                                        </p:cTn>
                                        <p:tgtEl>
                                          <p:spTgt spid="145"/>
                                        </p:tgtEl>
                                        <p:attrNameLst>
                                          <p:attrName>style.visibility</p:attrName>
                                        </p:attrNameLst>
                                      </p:cBhvr>
                                      <p:to>
                                        <p:strVal val="visible"/>
                                      </p:to>
                                    </p:set>
                                    <p:animEffect filter="fade" transition="in">
                                      <p:cBhvr>
                                        <p:cTn dur="500"/>
                                        <p:tgtEl>
                                          <p:spTgt spid="1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9"/>
                                        </p:tgtEl>
                                        <p:attrNameLst>
                                          <p:attrName>style.visibility</p:attrName>
                                        </p:attrNameLst>
                                      </p:cBhvr>
                                      <p:to>
                                        <p:strVal val="visible"/>
                                      </p:to>
                                    </p:set>
                                    <p:animEffect filter="fade" transition="in">
                                      <p:cBhvr>
                                        <p:cTn dur="500"/>
                                        <p:tgtEl>
                                          <p:spTgt spid="149"/>
                                        </p:tgtEl>
                                      </p:cBhvr>
                                    </p:animEffect>
                                  </p:childTnLst>
                                </p:cTn>
                              </p:par>
                              <p:par>
                                <p:cTn fill="hold" nodeType="withEffect" presetClass="entr" presetID="10" presetSubtype="0">
                                  <p:stCondLst>
                                    <p:cond delay="0"/>
                                  </p:stCondLst>
                                  <p:childTnLst>
                                    <p:set>
                                      <p:cBhvr>
                                        <p:cTn dur="1" fill="hold">
                                          <p:stCondLst>
                                            <p:cond delay="0"/>
                                          </p:stCondLst>
                                        </p:cTn>
                                        <p:tgtEl>
                                          <p:spTgt spid="150"/>
                                        </p:tgtEl>
                                        <p:attrNameLst>
                                          <p:attrName>style.visibility</p:attrName>
                                        </p:attrNameLst>
                                      </p:cBhvr>
                                      <p:to>
                                        <p:strVal val="visible"/>
                                      </p:to>
                                    </p:set>
                                    <p:animEffect filter="fade" transition="in">
                                      <p:cBhvr>
                                        <p:cTn dur="500"/>
                                        <p:tgtEl>
                                          <p:spTgt spid="150"/>
                                        </p:tgtEl>
                                      </p:cBhvr>
                                    </p:animEffect>
                                  </p:childTnLst>
                                </p:cTn>
                              </p:par>
                              <p:par>
                                <p:cTn fill="hold" nodeType="withEffect" presetClass="entr" presetID="10" presetSubtype="0">
                                  <p:stCondLst>
                                    <p:cond delay="0"/>
                                  </p:stCondLst>
                                  <p:childTnLst>
                                    <p:set>
                                      <p:cBhvr>
                                        <p:cTn dur="1" fill="hold">
                                          <p:stCondLst>
                                            <p:cond delay="0"/>
                                          </p:stCondLst>
                                        </p:cTn>
                                        <p:tgtEl>
                                          <p:spTgt spid="151"/>
                                        </p:tgtEl>
                                        <p:attrNameLst>
                                          <p:attrName>style.visibility</p:attrName>
                                        </p:attrNameLst>
                                      </p:cBhvr>
                                      <p:to>
                                        <p:strVal val="visible"/>
                                      </p:to>
                                    </p:set>
                                    <p:animEffect filter="fade" transition="in">
                                      <p:cBhvr>
                                        <p:cTn dur="500"/>
                                        <p:tgtEl>
                                          <p:spTgt spid="15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g3d23a5bc6b1_0_2"/>
          <p:cNvSpPr txBox="1"/>
          <p:nvPr>
            <p:ph type="title"/>
          </p:nvPr>
        </p:nvSpPr>
        <p:spPr>
          <a:xfrm>
            <a:off x="1833785" y="1743334"/>
            <a:ext cx="8781500" cy="1875000"/>
          </a:xfrm>
          <a:prstGeom prst="rect">
            <a:avLst/>
          </a:prstGeom>
          <a:noFill/>
          <a:ln>
            <a:noFill/>
          </a:ln>
        </p:spPr>
        <p:txBody>
          <a:bodyPr anchorCtr="0" anchor="ctr" bIns="45708" lIns="91417" spcFirstLastPara="1" rIns="91417" wrap="square" tIns="45708">
            <a:normAutofit/>
          </a:bodyPr>
          <a:lstStyle/>
          <a:p>
            <a:pPr indent="0" lvl="0" marL="0" rtl="0" algn="l">
              <a:lnSpc>
                <a:spcPct val="90000"/>
              </a:lnSpc>
              <a:spcBef>
                <a:spcPts val="0"/>
              </a:spcBef>
              <a:spcAft>
                <a:spcPts val="0"/>
              </a:spcAft>
              <a:buClr>
                <a:srgbClr val="000000"/>
              </a:buClr>
              <a:buSzPts val="7200"/>
              <a:buFont typeface="Play"/>
              <a:buNone/>
            </a:pPr>
            <a:r>
              <a:rPr lang="en-US">
                <a:solidFill>
                  <a:srgbClr val="000000"/>
                </a:solidFill>
                <a:latin typeface="Play"/>
                <a:ea typeface="Play"/>
                <a:cs typeface="Play"/>
                <a:sym typeface="Play"/>
              </a:rPr>
              <a:t>Local LLMs with LM Studio</a:t>
            </a:r>
            <a:endParaRPr/>
          </a:p>
        </p:txBody>
      </p:sp>
      <p:sp>
        <p:nvSpPr>
          <p:cNvPr id="41" name="Google Shape;41;g3d23a5bc6b1_0_2"/>
          <p:cNvSpPr txBox="1"/>
          <p:nvPr>
            <p:ph idx="1" type="body"/>
          </p:nvPr>
        </p:nvSpPr>
        <p:spPr>
          <a:xfrm>
            <a:off x="1833563" y="3710273"/>
            <a:ext cx="5176750" cy="649250"/>
          </a:xfrm>
          <a:prstGeom prst="rect">
            <a:avLst/>
          </a:prstGeom>
          <a:noFill/>
          <a:ln>
            <a:noFill/>
          </a:ln>
        </p:spPr>
        <p:txBody>
          <a:bodyPr anchorCtr="0" anchor="t" bIns="45708" lIns="91417" spcFirstLastPara="1" rIns="91417" wrap="square" tIns="45708">
            <a:normAutofit/>
          </a:bodyPr>
          <a:lstStyle/>
          <a:p>
            <a:pPr indent="0" lvl="0" marL="0" rtl="0" algn="l">
              <a:lnSpc>
                <a:spcPct val="90000"/>
              </a:lnSpc>
              <a:spcBef>
                <a:spcPts val="0"/>
              </a:spcBef>
              <a:spcAft>
                <a:spcPts val="0"/>
              </a:spcAft>
              <a:buClr>
                <a:schemeClr val="dk1"/>
              </a:buClr>
              <a:buSzPts val="2900"/>
              <a:buNone/>
            </a:pPr>
            <a:r>
              <a:rPr lang="en-US"/>
              <a:t>Led by Clayton</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2"/>
          <p:cNvSpPr/>
          <p:nvPr/>
        </p:nvSpPr>
        <p:spPr>
          <a:xfrm>
            <a:off x="0" y="1"/>
            <a:ext cx="12192000" cy="676275"/>
          </a:xfrm>
          <a:prstGeom prst="rect">
            <a:avLst/>
          </a:prstGeom>
          <a:solidFill>
            <a:srgbClr val="7F7F7F"/>
          </a:solidFill>
          <a:ln cap="flat" cmpd="sng" w="10583">
            <a:solidFill>
              <a:srgbClr val="1C3052"/>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Anatomy of a Project</a:t>
            </a:r>
            <a:endParaRPr/>
          </a:p>
        </p:txBody>
      </p:sp>
      <p:sp>
        <p:nvSpPr>
          <p:cNvPr id="55" name="Google Shape;55;p2"/>
          <p:cNvSpPr/>
          <p:nvPr/>
        </p:nvSpPr>
        <p:spPr>
          <a:xfrm>
            <a:off x="1176338" y="854931"/>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Instructions (RTFC)</a:t>
            </a:r>
            <a:endParaRPr/>
          </a:p>
        </p:txBody>
      </p:sp>
      <p:sp>
        <p:nvSpPr>
          <p:cNvPr id="56" name="Google Shape;56;p2"/>
          <p:cNvSpPr/>
          <p:nvPr/>
        </p:nvSpPr>
        <p:spPr>
          <a:xfrm>
            <a:off x="1176337" y="3470913"/>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Files (optional)</a:t>
            </a:r>
            <a:endParaRPr/>
          </a:p>
        </p:txBody>
      </p:sp>
      <p:sp>
        <p:nvSpPr>
          <p:cNvPr id="57" name="Google Shape;57;p2"/>
          <p:cNvSpPr txBox="1"/>
          <p:nvPr/>
        </p:nvSpPr>
        <p:spPr>
          <a:xfrm>
            <a:off x="1176338" y="1655032"/>
            <a:ext cx="9839324" cy="1718419"/>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Role, task, format, and constraints, written once.</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Example: a mill maintenance helper for the Bridgeport knee mill.</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The same text works in every tool. Keep a copy.</a:t>
            </a:r>
          </a:p>
        </p:txBody>
      </p:sp>
      <p:sp>
        <p:nvSpPr>
          <p:cNvPr id="58" name="Google Shape;58;p2"/>
          <p:cNvSpPr txBox="1"/>
          <p:nvPr/>
        </p:nvSpPr>
        <p:spPr>
          <a:xfrm>
            <a:off x="1176337" y="4312420"/>
            <a:ext cx="9839325" cy="2385268"/>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Manuals, SOPs, checklists, past shift reports.</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Save documents as PDF; every tool reads PDF.</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Free ChatGPT allows 5 files per project.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4"/>
                                        </p:tgtEl>
                                        <p:attrNameLst>
                                          <p:attrName>style.visibility</p:attrName>
                                        </p:attrNameLst>
                                      </p:cBhvr>
                                      <p:to>
                                        <p:strVal val="visible"/>
                                      </p:to>
                                    </p:set>
                                    <p:animEffect filter="fade" transition="in">
                                      <p:cBhvr>
                                        <p:cTn dur="500"/>
                                        <p:tgtEl>
                                          <p:spTgt spid="5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5"/>
                                        </p:tgtEl>
                                        <p:attrNameLst>
                                          <p:attrName>style.visibility</p:attrName>
                                        </p:attrNameLst>
                                      </p:cBhvr>
                                      <p:to>
                                        <p:strVal val="visible"/>
                                      </p:to>
                                    </p:set>
                                    <p:animEffect filter="fade" transition="in">
                                      <p:cBhvr>
                                        <p:cTn dur="500"/>
                                        <p:tgtEl>
                                          <p:spTgt spid="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xEl>
                                              <p:pRg end="0" st="0"/>
                                            </p:txEl>
                                          </p:spTgt>
                                        </p:tgtEl>
                                        <p:attrNameLst>
                                          <p:attrName>style.visibility</p:attrName>
                                        </p:attrNameLst>
                                      </p:cBhvr>
                                      <p:to>
                                        <p:strVal val="visible"/>
                                      </p:to>
                                    </p:set>
                                    <p:animEffect filter="fade" transition="in">
                                      <p:cBhvr>
                                        <p:cTn dur="500"/>
                                        <p:tgtEl>
                                          <p:spTgt spid="57">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xEl>
                                              <p:pRg end="1" st="1"/>
                                            </p:txEl>
                                          </p:spTgt>
                                        </p:tgtEl>
                                        <p:attrNameLst>
                                          <p:attrName>style.visibility</p:attrName>
                                        </p:attrNameLst>
                                      </p:cBhvr>
                                      <p:to>
                                        <p:strVal val="visible"/>
                                      </p:to>
                                    </p:set>
                                    <p:animEffect filter="fade" transition="in">
                                      <p:cBhvr>
                                        <p:cTn dur="500"/>
                                        <p:tgtEl>
                                          <p:spTgt spid="57">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6"/>
                                        </p:tgtEl>
                                        <p:attrNameLst>
                                          <p:attrName>style.visibility</p:attrName>
                                        </p:attrNameLst>
                                      </p:cBhvr>
                                      <p:to>
                                        <p:strVal val="visible"/>
                                      </p:to>
                                    </p:set>
                                    <p:animEffect filter="fade" transition="in">
                                      <p:cBhvr>
                                        <p:cTn dur="500"/>
                                        <p:tgtEl>
                                          <p:spTgt spid="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animEffect filter="fade" transition="in">
                                      <p:cBhvr>
                                        <p:cTn dur="500"/>
                                        <p:tgtEl>
                                          <p:spTgt spid="58">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animEffect filter="fade" transition="in">
                                      <p:cBhvr>
                                        <p:cTn dur="500"/>
                                        <p:tgtEl>
                                          <p:spTgt spid="58">
                                            <p:txEl>
                                              <p:pRg end="1" st="1"/>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2"/>
          <p:cNvSpPr/>
          <p:nvPr/>
        </p:nvSpPr>
        <p:spPr>
          <a:xfrm>
            <a:off x="0" y="1"/>
            <a:ext cx="12192000" cy="676275"/>
          </a:xfrm>
          <a:prstGeom prst="rect">
            <a:avLst/>
          </a:prstGeom>
          <a:solidFill>
            <a:srgbClr val="7F7F7F"/>
          </a:solidFill>
          <a:ln cap="flat" cmpd="sng" w="10583">
            <a:solidFill>
              <a:srgbClr val="1C3052"/>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Build It: Claude and ChatGPT</a:t>
            </a:r>
            <a:endParaRPr/>
          </a:p>
        </p:txBody>
      </p:sp>
      <p:sp>
        <p:nvSpPr>
          <p:cNvPr id="55" name="Google Shape;55;p2"/>
          <p:cNvSpPr/>
          <p:nvPr/>
        </p:nvSpPr>
        <p:spPr>
          <a:xfrm>
            <a:off x="1176338" y="854931"/>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Claude (free plan works)</a:t>
            </a:r>
            <a:endParaRPr/>
          </a:p>
        </p:txBody>
      </p:sp>
      <p:sp>
        <p:nvSpPr>
          <p:cNvPr id="56" name="Google Shape;56;p2"/>
          <p:cNvSpPr/>
          <p:nvPr/>
        </p:nvSpPr>
        <p:spPr>
          <a:xfrm>
            <a:off x="1176337" y="3470913"/>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ChatGPT (free plan works)</a:t>
            </a:r>
            <a:endParaRPr/>
          </a:p>
        </p:txBody>
      </p:sp>
      <p:sp>
        <p:nvSpPr>
          <p:cNvPr id="57" name="Google Shape;57;p2"/>
          <p:cNvSpPr txBox="1"/>
          <p:nvPr/>
        </p:nvSpPr>
        <p:spPr>
          <a:xfrm>
            <a:off x="1176338" y="1655032"/>
            <a:ext cx="9839324" cy="1718419"/>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Projects &gt; + New Project, and name it.</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Set project instructions: paste yours, then Save.</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Click + next to project knowledge to add files.</a:t>
            </a:r>
          </a:p>
        </p:txBody>
      </p:sp>
      <p:sp>
        <p:nvSpPr>
          <p:cNvPr id="58" name="Google Shape;58;p2"/>
          <p:cNvSpPr txBox="1"/>
          <p:nvPr/>
        </p:nvSpPr>
        <p:spPr>
          <a:xfrm>
            <a:off x="1176337" y="4312420"/>
            <a:ext cx="9839325" cy="2385268"/>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New project in the sidebar, and name it.</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 (top right) &gt; Project settings: paste your instructions.</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Add your files to the project, then chat inside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4"/>
                                        </p:tgtEl>
                                        <p:attrNameLst>
                                          <p:attrName>style.visibility</p:attrName>
                                        </p:attrNameLst>
                                      </p:cBhvr>
                                      <p:to>
                                        <p:strVal val="visible"/>
                                      </p:to>
                                    </p:set>
                                    <p:animEffect filter="fade" transition="in">
                                      <p:cBhvr>
                                        <p:cTn dur="500"/>
                                        <p:tgtEl>
                                          <p:spTgt spid="5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5"/>
                                        </p:tgtEl>
                                        <p:attrNameLst>
                                          <p:attrName>style.visibility</p:attrName>
                                        </p:attrNameLst>
                                      </p:cBhvr>
                                      <p:to>
                                        <p:strVal val="visible"/>
                                      </p:to>
                                    </p:set>
                                    <p:animEffect filter="fade" transition="in">
                                      <p:cBhvr>
                                        <p:cTn dur="500"/>
                                        <p:tgtEl>
                                          <p:spTgt spid="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xEl>
                                              <p:pRg end="0" st="0"/>
                                            </p:txEl>
                                          </p:spTgt>
                                        </p:tgtEl>
                                        <p:attrNameLst>
                                          <p:attrName>style.visibility</p:attrName>
                                        </p:attrNameLst>
                                      </p:cBhvr>
                                      <p:to>
                                        <p:strVal val="visible"/>
                                      </p:to>
                                    </p:set>
                                    <p:animEffect filter="fade" transition="in">
                                      <p:cBhvr>
                                        <p:cTn dur="500"/>
                                        <p:tgtEl>
                                          <p:spTgt spid="57">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xEl>
                                              <p:pRg end="1" st="1"/>
                                            </p:txEl>
                                          </p:spTgt>
                                        </p:tgtEl>
                                        <p:attrNameLst>
                                          <p:attrName>style.visibility</p:attrName>
                                        </p:attrNameLst>
                                      </p:cBhvr>
                                      <p:to>
                                        <p:strVal val="visible"/>
                                      </p:to>
                                    </p:set>
                                    <p:animEffect filter="fade" transition="in">
                                      <p:cBhvr>
                                        <p:cTn dur="500"/>
                                        <p:tgtEl>
                                          <p:spTgt spid="57">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6"/>
                                        </p:tgtEl>
                                        <p:attrNameLst>
                                          <p:attrName>style.visibility</p:attrName>
                                        </p:attrNameLst>
                                      </p:cBhvr>
                                      <p:to>
                                        <p:strVal val="visible"/>
                                      </p:to>
                                    </p:set>
                                    <p:animEffect filter="fade" transition="in">
                                      <p:cBhvr>
                                        <p:cTn dur="500"/>
                                        <p:tgtEl>
                                          <p:spTgt spid="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animEffect filter="fade" transition="in">
                                      <p:cBhvr>
                                        <p:cTn dur="500"/>
                                        <p:tgtEl>
                                          <p:spTgt spid="58">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animEffect filter="fade" transition="in">
                                      <p:cBhvr>
                                        <p:cTn dur="500"/>
                                        <p:tgtEl>
                                          <p:spTgt spid="58">
                                            <p:txEl>
                                              <p:pRg end="1" st="1"/>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Day 1 Agenda</a:t>
            </a:r>
          </a:p>
        </p:txBody>
      </p:sp>
      <p:sp>
        <p:nvSpPr>
          <p:cNvPr id="613" name="Google Shape;613;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54000" lvl="0" marL="228600" rtl="0" algn="l">
              <a:lnSpc>
                <a:spcPct val="90000"/>
              </a:lnSpc>
              <a:spcBef>
                <a:spcPts val="1400"/>
              </a:spcBef>
              <a:spcAft>
                <a:spcPts val="0"/>
              </a:spcAft>
              <a:buClr>
                <a:schemeClr val="dk1"/>
              </a:buClr>
              <a:buSzPts val="4000"/>
              <a:buChar char="▪"/>
            </a:pPr>
            <a:r>
              <a:rPr b="1" sz="2800" lang="en-US"/>
              <a:t>0:00  </a:t>
            </a:r>
            <a:r>
              <a:rPr sz="2800" lang="en-US"/>
              <a:t xml:space="preserve">Welcome and introductions</a:t>
            </a:r>
          </a:p>
          <a:p>
            <a:pPr indent="-254000" lvl="0" marL="228600" rtl="0" algn="l">
              <a:lnSpc>
                <a:spcPct val="90000"/>
              </a:lnSpc>
              <a:spcBef>
                <a:spcPts val="1400"/>
              </a:spcBef>
              <a:spcAft>
                <a:spcPts val="0"/>
              </a:spcAft>
              <a:buClr>
                <a:schemeClr val="dk1"/>
              </a:buClr>
              <a:buSzPts val="4000"/>
              <a:buChar char="▪"/>
            </a:pPr>
            <a:r>
              <a:rPr b="1" sz="2800" lang="en-US"/>
              <a:t>0:10  </a:t>
            </a:r>
            <a:r>
              <a:rPr sz="2800" lang="en-US"/>
              <a:t xml:space="preserve">The state of manufacturing: what keeps you up at night?</a:t>
            </a:r>
          </a:p>
          <a:p>
            <a:pPr indent="-254000" lvl="0" marL="228600" rtl="0" algn="l">
              <a:lnSpc>
                <a:spcPct val="90000"/>
              </a:lnSpc>
              <a:spcBef>
                <a:spcPts val="1400"/>
              </a:spcBef>
              <a:spcAft>
                <a:spcPts val="0"/>
              </a:spcAft>
              <a:buClr>
                <a:schemeClr val="dk1"/>
              </a:buClr>
              <a:buSzPts val="4000"/>
              <a:buChar char="▪"/>
            </a:pPr>
            <a:r>
              <a:rPr b="1" sz="2800" lang="en-US"/>
              <a:t>0:30  </a:t>
            </a:r>
            <a:r>
              <a:rPr sz="2800" lang="en-US"/>
              <a:t xml:space="preserve">Prompting: hallucinations, safe use, and the RTFC framework</a:t>
            </a:r>
          </a:p>
          <a:p>
            <a:pPr indent="-254000" lvl="0" marL="228600" rtl="0" algn="l">
              <a:lnSpc>
                <a:spcPct val="90000"/>
              </a:lnSpc>
              <a:spcBef>
                <a:spcPts val="1400"/>
              </a:spcBef>
              <a:spcAft>
                <a:spcPts val="0"/>
              </a:spcAft>
              <a:buClr>
                <a:schemeClr val="dk1"/>
              </a:buClr>
              <a:buSzPts val="4000"/>
              <a:buChar char="▪"/>
            </a:pPr>
            <a:r>
              <a:rPr b="1" sz="2800" lang="en-US"/>
              <a:t>0:55  </a:t>
            </a:r>
            <a:r>
              <a:rPr sz="2800" lang="en-US"/>
              <a:t xml:space="preserve">AI projects: build one for your job</a:t>
            </a:r>
          </a:p>
          <a:p>
            <a:pPr indent="-254000" lvl="0" marL="228600" rtl="0" algn="l">
              <a:lnSpc>
                <a:spcPct val="90000"/>
              </a:lnSpc>
              <a:spcBef>
                <a:spcPts val="1400"/>
              </a:spcBef>
              <a:spcAft>
                <a:spcPts val="0"/>
              </a:spcAft>
              <a:buClr>
                <a:schemeClr val="dk1"/>
              </a:buClr>
              <a:buSzPts val="4000"/>
              <a:buChar char="▪"/>
            </a:pPr>
            <a:r>
              <a:rPr b="1" sz="2800" lang="en-US"/>
              <a:t>1:55  </a:t>
            </a:r>
            <a:r>
              <a:rPr sz="2800" lang="en-US"/>
              <a:t xml:space="preserve">Break</a:t>
            </a:r>
          </a:p>
          <a:p>
            <a:pPr indent="-254000" lvl="0" marL="228600" rtl="0" algn="l">
              <a:lnSpc>
                <a:spcPct val="90000"/>
              </a:lnSpc>
              <a:spcBef>
                <a:spcPts val="1400"/>
              </a:spcBef>
              <a:spcAft>
                <a:spcPts val="0"/>
              </a:spcAft>
              <a:buClr>
                <a:schemeClr val="dk1"/>
              </a:buClr>
              <a:buSzPts val="4000"/>
              <a:buChar char="▪"/>
            </a:pPr>
            <a:r>
              <a:rPr b="1" sz="2800" lang="en-US"/>
              <a:t>2:00  </a:t>
            </a:r>
            <a:r>
              <a:rPr sz="2800" lang="en-US"/>
              <a:t xml:space="preserve">Local LLMs with LM Studio (Clayton)</a:t>
            </a:r>
          </a:p>
          <a:p>
            <a:pPr indent="-254000" lvl="0" marL="228600" rtl="0" algn="l">
              <a:lnSpc>
                <a:spcPct val="90000"/>
              </a:lnSpc>
              <a:spcBef>
                <a:spcPts val="1400"/>
              </a:spcBef>
              <a:spcAft>
                <a:spcPts val="0"/>
              </a:spcAft>
              <a:buClr>
                <a:schemeClr val="dk1"/>
              </a:buClr>
              <a:buSzPts val="4000"/>
              <a:buChar char="▪"/>
            </a:pPr>
            <a:r>
              <a:rPr b="1" sz="2800" lang="en-US"/>
              <a:t>2:55  </a:t>
            </a:r>
            <a:r>
              <a:rPr sz="2800" lang="en-US"/>
              <a:t xml:space="preserve">Wrap up and questions</a:t>
            </a: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What You Will Do in 3 Days</a:t>
            </a:r>
          </a:p>
        </p:txBody>
      </p:sp>
      <p:sp>
        <p:nvSpPr>
          <p:cNvPr id="613" name="Google Shape;613;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54000" lvl="0" marL="228600" rtl="0" algn="l">
              <a:lnSpc>
                <a:spcPct val="90000"/>
              </a:lnSpc>
              <a:spcBef>
                <a:spcPts val="1400"/>
              </a:spcBef>
              <a:spcAft>
                <a:spcPts val="0"/>
              </a:spcAft>
              <a:buClr>
                <a:schemeClr val="dk1"/>
              </a:buClr>
              <a:buSzPts val="4000"/>
              <a:buChar char="▪"/>
            </a:pPr>
            <a:r>
              <a:rPr b="1" sz="2600" lang="en-US"/>
              <a:t>Day 1: </a:t>
            </a:r>
            <a:r>
              <a:rPr sz="2600" lang="en-US"/>
              <a:t xml:space="preserve">Prompt AI tools well and build a reusable AI project for your job</a:t>
            </a:r>
          </a:p>
          <a:p>
            <a:pPr indent="-254000" lvl="0" marL="228600" rtl="0" algn="l">
              <a:lnSpc>
                <a:spcPct val="90000"/>
              </a:lnSpc>
              <a:spcBef>
                <a:spcPts val="1400"/>
              </a:spcBef>
              <a:spcAft>
                <a:spcPts val="0"/>
              </a:spcAft>
              <a:buClr>
                <a:schemeClr val="dk1"/>
              </a:buClr>
              <a:buSzPts val="4000"/>
              <a:buChar char="▪"/>
            </a:pPr>
            <a:r>
              <a:rPr b="1" sz="2600" lang="en-US"/>
              <a:t>Day 2: </a:t>
            </a:r>
            <a:r>
              <a:rPr sz="2600" lang="en-US"/>
              <a:t xml:space="preserve">Train a model to spot defective cast parts, then vibe code a simple app</a:t>
            </a:r>
          </a:p>
          <a:p>
            <a:pPr indent="-254000" lvl="0" marL="228600" rtl="0" algn="l">
              <a:lnSpc>
                <a:spcPct val="90000"/>
              </a:lnSpc>
              <a:spcBef>
                <a:spcPts val="1400"/>
              </a:spcBef>
              <a:spcAft>
                <a:spcPts val="0"/>
              </a:spcAft>
              <a:buClr>
                <a:schemeClr val="dk1"/>
              </a:buClr>
              <a:buSzPts val="4000"/>
              <a:buChar char="▪"/>
            </a:pPr>
            <a:r>
              <a:rPr b="1" sz="2600" lang="en-US"/>
              <a:t>Day 3: </a:t>
            </a:r>
            <a:r>
              <a:rPr sz="2600" lang="en-US"/>
              <a:t xml:space="preserve">Predict machine failures from sensor data with Orange</a:t>
            </a:r>
          </a:p>
          <a:p>
            <a:pPr indent="-254000" lvl="0" marL="228600" rtl="0" algn="l">
              <a:lnSpc>
                <a:spcPct val="90000"/>
              </a:lnSpc>
              <a:spcBef>
                <a:spcPts val="1400"/>
              </a:spcBef>
              <a:spcAft>
                <a:spcPts val="0"/>
              </a:spcAft>
              <a:buClr>
                <a:schemeClr val="dk1"/>
              </a:buClr>
              <a:buSzPts val="4000"/>
              <a:buChar char="▪"/>
            </a:pPr>
            <a:r>
              <a:rPr b="1" sz="2600" lang="en-US"/>
              <a:t>Day 3: </a:t>
            </a:r>
            <a:r>
              <a:rPr sz="2600" lang="en-US"/>
              <a:t xml:space="preserve">Plan your first AI pilot</a:t>
            </a: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Use AI Safely at Work</a:t>
            </a:r>
          </a:p>
        </p:txBody>
      </p:sp>
      <p:sp>
        <p:nvSpPr>
          <p:cNvPr id="613" name="Google Shape;613;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54000" lvl="0" marL="228600" rtl="0" algn="l">
              <a:lnSpc>
                <a:spcPct val="90000"/>
              </a:lnSpc>
              <a:spcBef>
                <a:spcPts val="2000"/>
              </a:spcBef>
              <a:spcAft>
                <a:spcPts val="0"/>
              </a:spcAft>
              <a:buClr>
                <a:schemeClr val="dk1"/>
              </a:buClr>
              <a:buSzPts val="4000"/>
              <a:buChar char="▪"/>
            </a:pPr>
            <a:r>
              <a:rPr sz="2800" lang="en-US"/>
              <a:t>Follow your company AI policy first.</a:t>
            </a:r>
          </a:p>
          <a:p>
            <a:pPr indent="-254000" lvl="0" marL="228600" rtl="0" algn="l">
              <a:lnSpc>
                <a:spcPct val="90000"/>
              </a:lnSpc>
              <a:spcBef>
                <a:spcPts val="2000"/>
              </a:spcBef>
              <a:spcAft>
                <a:spcPts val="0"/>
              </a:spcAft>
              <a:buClr>
                <a:schemeClr val="dk1"/>
              </a:buClr>
              <a:buSzPts val="4000"/>
              <a:buChar char="▪"/>
            </a:pPr>
            <a:r>
              <a:rPr sz="2800" lang="en-US"/>
              <a:t>Do not paste confidential drawings, customer data, or personal information into public AI tools.</a:t>
            </a:r>
          </a:p>
          <a:p>
            <a:pPr indent="-254000" lvl="0" marL="228600" rtl="0" algn="l">
              <a:lnSpc>
                <a:spcPct val="90000"/>
              </a:lnSpc>
              <a:spcBef>
                <a:spcPts val="2000"/>
              </a:spcBef>
              <a:spcAft>
                <a:spcPts val="0"/>
              </a:spcAft>
              <a:buClr>
                <a:schemeClr val="dk1"/>
              </a:buClr>
              <a:buSzPts val="4000"/>
              <a:buChar char="▪"/>
            </a:pPr>
            <a:r>
              <a:rPr sz="2800" lang="en-US"/>
              <a:t>Check every number, setting, and spec against the source before you act on it.</a:t>
            </a:r>
          </a:p>
          <a:p>
            <a:pPr indent="-254000" lvl="0" marL="228600" rtl="0" algn="l">
              <a:lnSpc>
                <a:spcPct val="90000"/>
              </a:lnSpc>
              <a:spcBef>
                <a:spcPts val="2000"/>
              </a:spcBef>
              <a:spcAft>
                <a:spcPts val="0"/>
              </a:spcAft>
              <a:buClr>
                <a:schemeClr val="dk1"/>
              </a:buClr>
              <a:buSzPts val="4000"/>
              <a:buChar char="▪"/>
            </a:pPr>
            <a:r>
              <a:rPr sz="2800" lang="en-US"/>
              <a:t>Need to keep data in house? Local models run on your own computer. Clayton shows you how today.</a:t>
            </a: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2"/>
          <p:cNvSpPr/>
          <p:nvPr/>
        </p:nvSpPr>
        <p:spPr>
          <a:xfrm>
            <a:off x="0" y="1"/>
            <a:ext cx="12192000" cy="676275"/>
          </a:xfrm>
          <a:prstGeom prst="rect">
            <a:avLst/>
          </a:prstGeom>
          <a:solidFill>
            <a:srgbClr val="7F7F7F"/>
          </a:solidFill>
          <a:ln cap="flat" cmpd="sng" w="10583">
            <a:solidFill>
              <a:srgbClr val="1C3052"/>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Build It: Copilot and Gemini</a:t>
            </a:r>
            <a:endParaRPr/>
          </a:p>
        </p:txBody>
      </p:sp>
      <p:sp>
        <p:nvSpPr>
          <p:cNvPr id="55" name="Google Shape;55;p2"/>
          <p:cNvSpPr/>
          <p:nvPr/>
        </p:nvSpPr>
        <p:spPr>
          <a:xfrm>
            <a:off x="1176338" y="854931"/>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Microsoft Copilot (Notebooks)</a:t>
            </a:r>
            <a:endParaRPr/>
          </a:p>
        </p:txBody>
      </p:sp>
      <p:sp>
        <p:nvSpPr>
          <p:cNvPr id="56" name="Google Shape;56;p2"/>
          <p:cNvSpPr/>
          <p:nvPr/>
        </p:nvSpPr>
        <p:spPr>
          <a:xfrm>
            <a:off x="1176337" y="3470913"/>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Gemini (Gems or skills)</a:t>
            </a:r>
            <a:endParaRPr/>
          </a:p>
        </p:txBody>
      </p:sp>
      <p:sp>
        <p:nvSpPr>
          <p:cNvPr id="57" name="Google Shape;57;p2"/>
          <p:cNvSpPr txBox="1"/>
          <p:nvPr/>
        </p:nvSpPr>
        <p:spPr>
          <a:xfrm>
            <a:off x="1176338" y="1655032"/>
            <a:ext cx="9839324" cy="1718419"/>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m365.cloud.microsoft &gt; Notebooks &gt; New notebook.</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Add your files under References, then Create.</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 &gt; Instructions: paste your instructions, then Save.</a:t>
            </a:r>
          </a:p>
        </p:txBody>
      </p:sp>
      <p:sp>
        <p:nvSpPr>
          <p:cNvPr id="58" name="Google Shape;58;p2"/>
          <p:cNvSpPr txBox="1"/>
          <p:nvPr/>
        </p:nvSpPr>
        <p:spPr>
          <a:xfrm>
            <a:off x="1176337" y="4312420"/>
            <a:ext cx="9839325" cy="2385268"/>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Work account: Gems &gt; New Gem. Paste instructions; Knowledge &gt; Add files.</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Personal account: Settings &gt; Skills &gt; Create manually.</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Test with 3 real questions, then fix the instructions.</a:t>
            </a: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Bonus: Turn It Into a Skill</a:t>
            </a:r>
          </a:p>
        </p:txBody>
      </p:sp>
      <p:sp>
        <p:nvSpPr>
          <p:cNvPr id="613" name="Google Shape;613;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54000" lvl="0" marL="228600" rtl="0" algn="l">
              <a:lnSpc>
                <a:spcPct val="90000"/>
              </a:lnSpc>
              <a:spcBef>
                <a:spcPts val="1600"/>
              </a:spcBef>
              <a:spcAft>
                <a:spcPts val="0"/>
              </a:spcAft>
              <a:buClr>
                <a:schemeClr val="dk1"/>
              </a:buClr>
              <a:buSzPts val="4000"/>
              <a:buChar char="▪"/>
            </a:pPr>
            <a:r>
              <a:rPr sz="2400" lang="en-US"/>
              <a:t>Add a name and a one line description to the top of your instructions.</a:t>
            </a:r>
          </a:p>
          <a:p>
            <a:pPr indent="-254000" lvl="0" marL="228600" rtl="0" algn="l">
              <a:lnSpc>
                <a:spcPct val="90000"/>
              </a:lnSpc>
              <a:spcBef>
                <a:spcPts val="1600"/>
              </a:spcBef>
              <a:spcAft>
                <a:spcPts val="0"/>
              </a:spcAft>
              <a:buClr>
                <a:schemeClr val="dk1"/>
              </a:buClr>
              <a:buSzPts val="4000"/>
              <a:buChar char="▪"/>
            </a:pPr>
            <a:r>
              <a:rPr sz="2400" lang="en-US"/>
              <a:t>Save it as SKILL.md and upload it in Claude (Customize &gt; Skills) or Gemini (Settings &gt; Skills).</a:t>
            </a:r>
          </a:p>
          <a:p>
            <a:pPr indent="-254000" lvl="0" marL="228600" rtl="0" algn="l">
              <a:lnSpc>
                <a:spcPct val="90000"/>
              </a:lnSpc>
              <a:spcBef>
                <a:spcPts val="1600"/>
              </a:spcBef>
              <a:spcAft>
                <a:spcPts val="0"/>
              </a:spcAft>
              <a:buClr>
                <a:schemeClr val="dk1"/>
              </a:buClr>
              <a:buSzPts val="4000"/>
              <a:buChar char="▪"/>
            </a:pPr>
            <a:r>
              <a:rPr sz="2400" lang="en-US"/>
              <a:t>Gems and custom GPTs are turning into skills, and this file goes with you to any tool.</a:t>
            </a:r>
          </a:p>
          <a:p>
            <a:pPr indent="-254000" lvl="0" marL="228600" rtl="0" algn="l">
              <a:lnSpc>
                <a:spcPct val="90000"/>
              </a:lnSpc>
              <a:spcBef>
                <a:spcPts val="1600"/>
              </a:spcBef>
              <a:spcAft>
                <a:spcPts val="0"/>
              </a:spcAft>
              <a:buClr>
                <a:schemeClr val="dk1"/>
              </a:buClr>
              <a:buSzPts val="4000"/>
              <a:buChar char="▪"/>
            </a:pPr>
            <a:r>
              <a:rPr sz="2400" lang="en-US"/>
              <a:t>Download the demo: skill/mill-maintenance-helper.zip on the course GitHub page.</a:t>
            </a:r>
          </a:p>
        </p:txBody>
      </p:sp>
    </p:spTree>
  </p:cSld>
  <p:clrMapOvr>
    <a:masterClrMapping/>
  </p:clrMapOvr>
</p:sld>
</file>

<file path=ppt/theme/theme1.xml><?xml version="1.0" encoding="utf-8"?>
<a:theme xmlns:a="http://schemas.openxmlformats.org/drawingml/2006/main" xmlns:r="http://schemas.openxmlformats.org/officeDocument/2006/relationships" name="2_IntelNewBrand">
  <a:themeElements>
    <a:clrScheme name="Intel2020">
      <a:dk1>
        <a:srgbClr val="525252"/>
      </a:dk1>
      <a:lt1>
        <a:srgbClr val="FFFFFF"/>
      </a:lt1>
      <a:dk2>
        <a:srgbClr val="004A86"/>
      </a:dk2>
      <a:lt2>
        <a:srgbClr val="FFFFFF"/>
      </a:lt2>
      <a:accent1>
        <a:srgbClr val="0068B5"/>
      </a:accent1>
      <a:accent2>
        <a:srgbClr val="00C7FD"/>
      </a:accent2>
      <a:accent3>
        <a:srgbClr val="FEC91B"/>
      </a:accent3>
      <a:accent4>
        <a:srgbClr val="E96115"/>
      </a:accent4>
      <a:accent5>
        <a:srgbClr val="8F5DA2"/>
      </a:accent5>
      <a:accent6>
        <a:srgbClr val="8BAE46"/>
      </a:accent6>
      <a:hlink>
        <a:srgbClr val="00C7FD"/>
      </a:hlink>
      <a:folHlink>
        <a:srgbClr val="0068B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2021-05-25T09:09:29Z</dcterms:created>
  <dc:creator>Varun Shukla</dc:creator>
</cp:coreProperties>
</file>