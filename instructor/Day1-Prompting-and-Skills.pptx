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Masters/slideMaster3.xml" ContentType="application/vnd.openxmlformats-officedocument.presentationml.slideMaster+xml"/>
  <Override PartName="/ppt/notesSlides/notesSlide141.xml" ContentType="application/vnd.openxmlformats-officedocument.presentationml.notesSlide+xml"/>
  <Override PartName="/ppt/slides/slide41.xml" ContentType="application/vnd.openxmlformats-officedocument.presentationml.slide+xml"/>
  <Override PartName="/ppt/notesSlides/notesSlide142.xml" ContentType="application/vnd.openxmlformats-officedocument.presentationml.notesSlide+xml"/>
  <Override PartName="/ppt/slides/slide42.xml" ContentType="application/vnd.openxmlformats-officedocument.presentationml.slide+xml"/>
  <Override PartName="/ppt/notesSlides/notesSlide143.xml" ContentType="application/vnd.openxmlformats-officedocument.presentationml.notesSlide+xml"/>
  <Override PartName="/ppt/slides/slide43.xml" ContentType="application/vnd.openxmlformats-officedocument.presentationml.slide+xml"/>
  <Override PartName="/ppt/notesSlides/notesSlide144.xml" ContentType="application/vnd.openxmlformats-officedocument.presentationml.notesSlide+xml"/>
  <Override PartName="/ppt/slides/slide44.xml" ContentType="application/vnd.openxmlformats-officedocument.presentationml.slide+xml"/>
  <Override PartName="/ppt/notesSlides/notesSlide145.xml" ContentType="application/vnd.openxmlformats-officedocument.presentationml.notesSlide+xml"/>
  <Override PartName="/ppt/slides/slide45.xml" ContentType="application/vnd.openxmlformats-officedocument.presentationml.slide+xml"/>
  <Override PartName="/ppt/notesSlides/notesSlide146.xml" ContentType="application/vnd.openxmlformats-officedocument.presentationml.notesSlide+xml"/>
  <Override PartName="/ppt/slides/slide46.xml" ContentType="application/vnd.openxmlformats-officedocument.presentationml.slide+xml"/>
  <Override PartName="/ppt/notesSlides/notesSlide147.xml" ContentType="application/vnd.openxmlformats-officedocument.presentationml.notesSlide+xml"/>
  <Override PartName="/ppt/slides/slide47.xml" ContentType="application/vnd.openxmlformats-officedocument.presentationml.slide+xml"/>
  <Override PartName="/ppt/notesSlides/notesSlide149.xml" ContentType="application/vnd.openxmlformats-officedocument.presentationml.notesSlide+xml"/>
  <Override PartName="/ppt/slides/slide49.xml" ContentType="application/vnd.openxmlformats-officedocument.presentationml.slide+xml"/>
  <Override PartName="/ppt/notesSlides/notesSlide150.xml" ContentType="application/vnd.openxmlformats-officedocument.presentationml.notes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85" r:id="rId4"/>
    <p:sldMasterId id="2147483800" r:id="rId300"/>
  </p:sldMasterIdLst>
  <p:notesMasterIdLst>
    <p:notesMasterId r:id="rId5"/>
  </p:notesMasterIdLst>
  <p:sldIdLst>
    <p:sldId id="256" r:id="rId6"/>
    <p:sldId id="257" r:id="rId7"/>
    <p:sldId id="258" r:id="rId8"/>
    <p:sldId id="411" r:id="rId301"/>
    <p:sldId id="259" r:id="rId9"/>
    <p:sldId id="260" r:id="rId10"/>
    <p:sldId id="412" r:id="rId302"/>
    <p:sldId id="265" r:id="rId15"/>
    <p:sldId id="266" r:id="rId16"/>
    <p:sldId id="267" r:id="rId17"/>
    <p:sldId id="268" r:id="rId18"/>
    <p:sldId id="269" r:id="rId19"/>
    <p:sldId id="401" r:id="rId241"/>
    <p:sldId id="402" r:id="rId242"/>
    <p:sldId id="403" r:id="rId243"/>
    <p:sldId id="413" r:id="rId303"/>
    <p:sldId id="404" r:id="rId244"/>
    <p:sldId id="405" r:id="rId245"/>
    <p:sldId id="406" r:id="rId246"/>
    <p:sldId id="295" r:id="rId64"/>
    <p:sldId id="408" r:id="rId249"/>
    <p:sldId id="409" r:id="rId250"/>
    <p:sldId id="414" r:id="rId304"/>
    <p:sldId id="410" r:id="rId247"/>
    <p:sldId id="292" r:id="rId42"/>
    <p:sldId id="293" r:id="rId43"/>
    <p:sldId id="294" r:id="rId44"/>
  </p:sldIdLst>
  <p:sldSz cy="6858000" cx="12192000"/>
  <p:notesSz cx="6858000" cy="9144000"/>
  <p:embeddedFontLst>
    <p:embeddedFont>
      <p:font typeface="Play"/>
      <p:regular r:id="rId45"/>
      <p:bold r:id="rId46"/>
    </p:embeddedFont>
    <p:embeddedFont>
      <p:font typeface="Instrument Sans Medium"/>
      <p:regular r:id="rId47"/>
      <p:bold r:id="rId48"/>
      <p:italic r:id="rId49"/>
      <p:boldItalic r:id="rId50"/>
    </p:embeddedFont>
    <p:embeddedFont>
      <p:font typeface="Quattrocento Sans"/>
      <p:regular r:id="rId51"/>
      <p:bold r:id="rId52"/>
      <p:italic r:id="rId53"/>
      <p:boldItalic r:id="rId54"/>
    </p:embeddedFont>
    <p:embeddedFont>
      <p:font typeface="Helvetica Neue"/>
      <p:regular r:id="rId55"/>
      <p:bold r:id="rId56"/>
      <p:italic r:id="rId57"/>
      <p:boldItalic r:id="rId58"/>
    </p:embeddedFont>
    <p:embeddedFont>
      <p:font typeface="Open Sans"/>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3" roundtripDataSignature="AMtx7mjEZ3avSO2br10BRwhPd8Iql27e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font" Target="fonts/Play-regular.fntdata"/><Relationship Id="rId46" Type="http://schemas.openxmlformats.org/officeDocument/2006/relationships/font" Target="fonts/Play-bold.fntdata"/><Relationship Id="rId47" Type="http://schemas.openxmlformats.org/officeDocument/2006/relationships/font" Target="fonts/InstrumentSansMedium-regular.fntdata"/><Relationship Id="rId48" Type="http://schemas.openxmlformats.org/officeDocument/2006/relationships/font" Target="fonts/InstrumentSansMedium-bold.fntdata"/><Relationship Id="rId49" Type="http://schemas.openxmlformats.org/officeDocument/2006/relationships/font" Target="fonts/InstrumentSansMedium-italic.fntdata"/><Relationship Id="rId50" Type="http://schemas.openxmlformats.org/officeDocument/2006/relationships/font" Target="fonts/InstrumentSansMedium-boldItalic.fntdata"/><Relationship Id="rId51" Type="http://schemas.openxmlformats.org/officeDocument/2006/relationships/font" Target="fonts/QuattrocentoSans-regular.fntdata"/><Relationship Id="rId52" Type="http://schemas.openxmlformats.org/officeDocument/2006/relationships/font" Target="fonts/QuattrocentoSans-bold.fntdata"/><Relationship Id="rId53" Type="http://schemas.openxmlformats.org/officeDocument/2006/relationships/font" Target="fonts/QuattrocentoSans-italic.fntdata"/><Relationship Id="rId54" Type="http://schemas.openxmlformats.org/officeDocument/2006/relationships/font" Target="fonts/QuattrocentoSans-boldItalic.fntdata"/><Relationship Id="rId55" Type="http://schemas.openxmlformats.org/officeDocument/2006/relationships/font" Target="fonts/HelveticaNeue-regular.fntdata"/><Relationship Id="rId56" Type="http://schemas.openxmlformats.org/officeDocument/2006/relationships/font" Target="fonts/HelveticaNeue-bold.fntdata"/><Relationship Id="rId57" Type="http://schemas.openxmlformats.org/officeDocument/2006/relationships/font" Target="fonts/HelveticaNeue-italic.fntdata"/><Relationship Id="rId58" Type="http://schemas.openxmlformats.org/officeDocument/2006/relationships/font" Target="fonts/HelveticaNeue-boldItalic.fntdata"/><Relationship Id="rId59" Type="http://schemas.openxmlformats.org/officeDocument/2006/relationships/font" Target="fonts/OpenSans-regular.fntdata"/><Relationship Id="rId60" Type="http://schemas.openxmlformats.org/officeDocument/2006/relationships/font" Target="fonts/OpenSans-bold.fntdata"/><Relationship Id="rId61" Type="http://schemas.openxmlformats.org/officeDocument/2006/relationships/font" Target="fonts/OpenSans-italic.fntdata"/><Relationship Id="rId62" Type="http://schemas.openxmlformats.org/officeDocument/2006/relationships/font" Target="fonts/OpenSans-boldItalic.fntdata"/><Relationship Id="rId63" Type="http://customschemas.google.com/relationships/presentationmetadata" Target="metadata"/><Relationship Id="rId64" Type="http://schemas.openxmlformats.org/officeDocument/2006/relationships/slide" Target="slides/slide15.xml"/><Relationship Id="rId241" Type="http://schemas.openxmlformats.org/officeDocument/2006/relationships/slide" Target="slides/slide41.xml"/><Relationship Id="rId242" Type="http://schemas.openxmlformats.org/officeDocument/2006/relationships/slide" Target="slides/slide42.xml"/><Relationship Id="rId243" Type="http://schemas.openxmlformats.org/officeDocument/2006/relationships/slide" Target="slides/slide43.xml"/><Relationship Id="rId244" Type="http://schemas.openxmlformats.org/officeDocument/2006/relationships/slide" Target="slides/slide44.xml"/><Relationship Id="rId245" Type="http://schemas.openxmlformats.org/officeDocument/2006/relationships/slide" Target="slides/slide45.xml"/><Relationship Id="rId246" Type="http://schemas.openxmlformats.org/officeDocument/2006/relationships/slide" Target="slides/slide46.xml"/><Relationship Id="rId247" Type="http://schemas.openxmlformats.org/officeDocument/2006/relationships/slide" Target="slides/slide47.xml"/><Relationship Id="rId249" Type="http://schemas.openxmlformats.org/officeDocument/2006/relationships/slide" Target="slides/slide49.xml"/><Relationship Id="rId250" Type="http://schemas.openxmlformats.org/officeDocument/2006/relationships/slide" Target="slides/slide50.xml"/><Relationship Id="rId300" Type="http://schemas.openxmlformats.org/officeDocument/2006/relationships/slideMaster" Target="slideMasters/slideMaster3.xml"/>  <Relationship Id="rId301" Type="http://schemas.openxmlformats.org/officeDocument/2006/relationships/slide" Target="slides/slide51.xml"/>
  <Relationship Id="rId302" Type="http://schemas.openxmlformats.org/officeDocument/2006/relationships/slide" Target="slides/slide52.xml"/>
  <Relationship Id="rId303" Type="http://schemas.openxmlformats.org/officeDocument/2006/relationships/slide" Target="slides/slide53.xml"/>
  <Relationship Id="rId304" Type="http://schemas.openxmlformats.org/officeDocument/2006/relationships/slide" Target="slides/slide5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5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5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5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5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rtl="0" algn="l">
              <a:spcBef>
                <a:spcPts val="0"/>
              </a:spcBef>
              <a:spcAft>
                <a:spcPts val="0"/>
              </a:spcAft>
              <a:buNone/>
            </a:pPr>
            <a:r>
              <a:t/>
            </a:r>
            <a:endParaRPr/>
          </a:p>
        </p:txBody>
      </p:sp>
      <p:sp>
        <p:nvSpPr>
          <p:cNvPr id="484" name="Google Shape;48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Alright, let’s get into the course.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As you have probably gathered, today we have a lot to cover in a short amount of time so please forgive me if I start to talk a little fast.</a:t>
            </a:r>
            <a:endParaRPr/>
          </a:p>
          <a:p>
            <a:pPr indent="0" lvl="0" marL="0" marR="0" rtl="0" algn="l">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rtl="0" algn="l">
              <a:spcBef>
                <a:spcPts val="0"/>
              </a:spcBef>
              <a:spcAft>
                <a:spcPts val="0"/>
              </a:spcAft>
              <a:buNone/>
            </a:pPr>
            <a:r>
              <a:t/>
            </a:r>
            <a:endParaRPr/>
          </a:p>
        </p:txBody>
      </p:sp>
      <p:sp>
        <p:nvSpPr>
          <p:cNvPr id="491" name="Google Shape;49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498" name="Google Shape;49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US"/>
              <a:t>So the students will be introduced to AI as:</a:t>
            </a:r>
            <a:endParaRPr/>
          </a:p>
          <a:p>
            <a:pPr indent="-171450" lvl="0" marL="171450" rtl="0" algn="l">
              <a:spcBef>
                <a:spcPts val="0"/>
              </a:spcBef>
              <a:spcAft>
                <a:spcPts val="0"/>
              </a:spcAft>
              <a:buClr>
                <a:schemeClr val="dk1"/>
              </a:buClr>
              <a:buSzPts val="1200"/>
              <a:buFont typeface="Arial"/>
              <a:buChar char="•"/>
            </a:pPr>
            <a:r>
              <a:rPr b="0" lang="en-US"/>
              <a:t>A machine’s ability to understand, reason, and learn, with the aim of achieving human-like intelligence.</a:t>
            </a:r>
            <a:endParaRPr/>
          </a:p>
          <a:p>
            <a:pPr indent="-171450" lvl="0" marL="171450" rtl="0" algn="l">
              <a:spcBef>
                <a:spcPts val="0"/>
              </a:spcBef>
              <a:spcAft>
                <a:spcPts val="0"/>
              </a:spcAft>
              <a:buClr>
                <a:schemeClr val="dk1"/>
              </a:buClr>
              <a:buSzPts val="1200"/>
              <a:buFont typeface="Arial"/>
              <a:buChar char="•"/>
            </a:pPr>
            <a:r>
              <a:rPr b="0" lang="en-US"/>
              <a:t>So AI refers to computer systems that can perform tasks that typically require a human level of intelligence to complete, in comparison to just general automation tasks that can be done with simple rules for a program to follow.</a:t>
            </a:r>
            <a:endParaRPr/>
          </a:p>
        </p:txBody>
      </p:sp>
      <p:sp>
        <p:nvSpPr>
          <p:cNvPr id="509" name="Google Shape;50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 name="Google Shape;5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rgbClr val="05103E"/>
                </a:solidFill>
                <a:latin typeface="Times New Roman"/>
                <a:ea typeface="Times New Roman"/>
                <a:cs typeface="Times New Roman"/>
                <a:sym typeface="Times New Roman"/>
              </a:rPr>
              <a:t>Then to tie up the section, we introduce the students to the 3 domains of AI, CV, NLP, and statistical data.</a:t>
            </a:r>
            <a:endParaRPr/>
          </a:p>
        </p:txBody>
      </p:sp>
      <p:sp>
        <p:nvSpPr>
          <p:cNvPr id="521" name="Google Shape;5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From there it’s onto an introduction to manufacturing.</a:t>
            </a:r>
            <a:endParaRPr/>
          </a:p>
        </p:txBody>
      </p:sp>
      <p:sp>
        <p:nvSpPr>
          <p:cNvPr id="585" name="Google Shape;58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Ask participants to share top frustrations.</a:t>
            </a:r>
          </a:p>
          <a:p>
            <a:r>
              <a:rPr lang="en-US"/>
              <a:t>Write responses visibly.</a:t>
            </a:r>
          </a:p>
          <a:p>
            <a:r>
              <a:rPr lang="en-US"/>
              <a:t>Connect to workforce pressure.</a:t>
            </a:r>
          </a:p>
          <a:p>
            <a:r>
              <a:rPr lang="en-US"/>
              <a:t/>
            </a:r>
          </a:p>
          <a:p>
            <a:r>
              <a:rPr lang="en-US"/>
              <a:t>Save this list. In the skills build at 0:55, each person turns one of these problems into a skill idea.</a:t>
            </a:r>
          </a:p>
        </p:txBody>
      </p:sp>
      <p:sp>
        <p:nvSpPr>
          <p:cNvPr id="592" name="Google Shape;59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Pause after statistics.</a:t>
            </a:r>
          </a:p>
          <a:p>
            <a:r>
              <a:t>Ask: Are you already feeling this hiring pressure?</a:t>
            </a:r>
          </a:p>
          <a:p>
            <a:r>
              <a:t>Source: Deloitte and The Manufacturing Institute, "Taking Charge: Manufacturers support growth with active workforce strategies" (April 3, 2024). https://themanufacturinginstitute.org/manufacturers-need-as-many-as-3-8-million-new-employees-by-2033/</a:t>
            </a:r>
          </a:p>
        </p:txBody>
      </p:sp>
      <p:sp>
        <p:nvSpPr>
          <p:cNvPr id="603" name="Google Shape;60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Emphasize separation visually.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Let the final two lines land.</a:t>
            </a:r>
            <a:endParaRPr/>
          </a:p>
        </p:txBody>
      </p:sp>
      <p:sp>
        <p:nvSpPr>
          <p:cNvPr id="610" name="Google Shape;61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solidFill>
                <a:srgbClr val="FF0000"/>
              </a:solidFill>
            </a:endParaRPr>
          </a:p>
        </p:txBody>
      </p:sp>
      <p:sp>
        <p:nvSpPr>
          <p:cNvPr id="617" name="Google Shape;61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6" name="Google Shape;87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Build anticipation for Day 2.</a:t>
            </a:r>
            <a:endParaRPr/>
          </a:p>
        </p:txBody>
      </p:sp>
      <p:sp>
        <p:nvSpPr>
          <p:cNvPr id="877" name="Google Shape;87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Are there any questions?</a:t>
            </a:r>
            <a:endParaRPr/>
          </a:p>
        </p:txBody>
      </p:sp>
      <p:sp>
        <p:nvSpPr>
          <p:cNvPr id="883" name="Google Shape;88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9" name="Google Shape;88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 that I’d like to thank you all for your time today.</a:t>
            </a:r>
            <a:endParaRPr/>
          </a:p>
        </p:txBody>
      </p:sp>
      <p:sp>
        <p:nvSpPr>
          <p:cNvPr id="890" name="Google Shape;890;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rPr lang="en-US"/>
              <a:t>Whatever tool your company uses, the skill you write today still helps you.</a:t>
            </a:r>
          </a:p>
          <a:p>
            <a:r>
              <a:rPr lang="en-US"/>
              <a:t>Sources (checked Oct 16, 2026):</a:t>
            </a:r>
          </a:p>
          <a:p>
            <a:r>
              <a:rPr lang="en-US"/>
              <a:t>Claude: https://support.claude.com/en/articles/12512180-use-skills-in-claude</a:t>
            </a:r>
          </a:p>
          <a:p>
            <a:r>
              <a:rPr lang="en-US"/>
              <a:t>Gemini: https://workspaceupdates.googleblog.com/2026/09/skills-gemini-app-workspace.html</a:t>
            </a:r>
          </a:p>
          <a:p>
            <a:r>
              <a:rPr lang="en-US"/>
              <a:t>ChatGPT custom GPT retirement: https://help.openai.com/en/articles/20001519-custom-gpt-retirement-and-migration-faq</a:t>
            </a:r>
          </a:p>
          <a:p>
            <a:r>
              <a:rPr lang="en-US"/>
              <a:t>ChatGPT plugins and Plugin Creator: https://help.openai.com/en/articles/20001256-plugins-in-chatgpt</a:t>
            </a:r>
          </a:p>
          <a:p>
            <a:r>
              <a:rPr lang="en-US"/>
              <a:t>Copilot Cowork skills: https://learn.microsoft.com/en-us/microsoft-365/copilot/cowork/cowork-customize</a:t>
            </a:r>
          </a:p>
        </p:txBody>
      </p:sp>
      <p:sp>
        <p:nvSpPr>
          <p:cNvPr id="4" name="Slide Number Placeholder 3"/>
          <p:cNvSpPr>
            <a:spLocks noGrp="1"/>
          </p:cNvSpPr>
          <p:nvPr>
            <p:ph type="sldNum" idx="12"/>
          </p:nvPr>
        </p:nvSpPr>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p:sp>
        <p:nvSpPr>
          <p:cNvPr id="43" name="Google Shape;43;p1: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44" name="Google Shape;44;p1:notes"/>
          <p:cNvSpPr txBox="1"/>
          <p:nvPr>
            <p:ph idx="1" type="body"/>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5" name="Google Shape;45;p1: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p:sp>
        <p:nvSpPr>
          <p:cNvPr id="51" name="Google Shape;51;p2:notes"/>
          <p:cNvSpPr txBox="1"/>
          <p:nvPr>
            <p:ph idx="1" type="body"/>
          </p:nvPr>
        </p:nvSpPr>
        <p:spPr>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notes"/>
          <p:cNvSpPr/>
          <p:nvPr>
            <p:ph idx="2" type="sldImg"/>
          </p:nvPr>
        </p:nvSpPr>
        <p:spPr>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p:sp>
        <p:nvSpPr>
          <p:cNvPr id="60" name="Google Shape;60;p3: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p3:notes"/>
          <p:cNvSpPr txBox="1"/>
          <p:nvPr>
            <p:ph idx="1" type="body"/>
          </p:nvPr>
        </p:nvSpPr>
        <p:spPr>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Kurzgesagt: https://youtu.be/_zfN9wnPvU0?si=WsXsXtY1xfx0VJ-d&amp;t=105</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More likely: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•The question asks for specific lesser-known facts, specific laws, or statistics.</a:t>
            </a:r>
            <a:endParaRPr sz="12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lang="en-US" sz="1200">
                <a:solidFill>
                  <a:schemeClr val="dk1"/>
                </a:solidFill>
              </a:rPr>
              <a:t>•The topic involves recent events or information that may have changed.</a:t>
            </a:r>
            <a:endParaRPr sz="12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lang="en-US" sz="1200">
                <a:solidFill>
                  <a:schemeClr val="dk1"/>
                </a:solidFill>
              </a:rPr>
              <a:t>•The topic is </a:t>
            </a:r>
            <a:r>
              <a:rPr b="1" lang="en-US" sz="1200">
                <a:solidFill>
                  <a:schemeClr val="dk1"/>
                </a:solidFill>
              </a:rPr>
              <a:t>company-specific, niche, or not well documented</a:t>
            </a:r>
            <a:endParaRPr b="1" sz="12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lang="en-US" sz="1200">
                <a:solidFill>
                  <a:schemeClr val="dk1"/>
                </a:solidFill>
              </a:rPr>
              <a:t>•The prompt asks for </a:t>
            </a:r>
            <a:r>
              <a:rPr b="1" lang="en-US" sz="1200">
                <a:solidFill>
                  <a:schemeClr val="dk1"/>
                </a:solidFill>
              </a:rPr>
              <a:t>specific sources, policies, or documents</a:t>
            </a:r>
            <a:r>
              <a:rPr lang="en-US" sz="1200">
                <a:solidFill>
                  <a:schemeClr val="dk1"/>
                </a:solidFill>
              </a:rPr>
              <a:t> that may not exist</a:t>
            </a:r>
            <a:endParaRPr sz="12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lang="en-US" sz="1200">
                <a:solidFill>
                  <a:schemeClr val="dk1"/>
                </a:solidFill>
              </a:rPr>
              <a:t>•The model is asked to </a:t>
            </a:r>
            <a:r>
              <a:rPr b="1" lang="en-US" sz="1200">
                <a:solidFill>
                  <a:schemeClr val="dk1"/>
                </a:solidFill>
              </a:rPr>
              <a:t>recall exact numbers, codes, or requirements</a:t>
            </a:r>
            <a:endParaRPr sz="12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lang="en-US" sz="1200">
                <a:solidFill>
                  <a:schemeClr val="dk1"/>
                </a:solidFill>
              </a:rPr>
              <a:t>Less likely:</a:t>
            </a:r>
            <a:endParaRPr sz="12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lang="en-US" sz="1200">
                <a:solidFill>
                  <a:schemeClr val="dk1"/>
                </a:solidFill>
              </a:rPr>
              <a:t>•The question asks for general explanations or well documented concepts.</a:t>
            </a:r>
            <a:endParaRPr sz="12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US" sz="1200">
                <a:solidFill>
                  <a:schemeClr val="dk1"/>
                </a:solidFill>
              </a:rPr>
              <a:t>•The topic is </a:t>
            </a:r>
            <a:r>
              <a:rPr b="1" lang="en-US" sz="1200">
                <a:solidFill>
                  <a:schemeClr val="dk1"/>
                </a:solidFill>
              </a:rPr>
              <a:t>standard, widely established, or taught in training</a:t>
            </a:r>
            <a:endParaRPr b="1" sz="12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US" sz="1200">
                <a:solidFill>
                  <a:schemeClr val="dk1"/>
                </a:solidFill>
              </a:rPr>
              <a:t>•The model is asked to </a:t>
            </a:r>
            <a:r>
              <a:rPr b="1" lang="en-US" sz="1200">
                <a:solidFill>
                  <a:schemeClr val="dk1"/>
                </a:solidFill>
              </a:rPr>
              <a:t>explain, summarize, or compare</a:t>
            </a:r>
            <a:r>
              <a:rPr lang="en-US" sz="1200">
                <a:solidFill>
                  <a:schemeClr val="dk1"/>
                </a:solidFill>
              </a:rPr>
              <a:t> rather than give exact details</a:t>
            </a:r>
            <a:endParaRPr sz="12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US" sz="1200">
                <a:solidFill>
                  <a:schemeClr val="dk1"/>
                </a:solidFill>
              </a:rPr>
              <a:t>•The user asks the model to </a:t>
            </a:r>
            <a:r>
              <a:rPr b="1" lang="en-US" sz="1200">
                <a:solidFill>
                  <a:schemeClr val="dk1"/>
                </a:solidFill>
              </a:rPr>
              <a:t>say when it is unsure or to verify uncertainty</a:t>
            </a:r>
            <a:endParaRPr b="1" sz="12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US" sz="1200">
                <a:solidFill>
                  <a:schemeClr val="dk1"/>
                </a:solidFill>
              </a:rPr>
              <a:t>•The answer can be </a:t>
            </a:r>
            <a:r>
              <a:rPr b="1" lang="en-US" sz="1200">
                <a:solidFill>
                  <a:schemeClr val="dk1"/>
                </a:solidFill>
              </a:rPr>
              <a:t>cross-checked easily (e.g., against a manual or SOP you have uploaded)</a:t>
            </a:r>
            <a:endParaRPr b="1" sz="1200">
              <a:solidFill>
                <a:schemeClr val="dk1"/>
              </a:solidFill>
            </a:endParaRPr>
          </a:p>
          <a:p>
            <a:pPr indent="0" lvl="0" marL="0" rtl="0" algn="l">
              <a:spcBef>
                <a:spcPts val="1800"/>
              </a:spcBef>
              <a:spcAft>
                <a:spcPts val="0"/>
              </a:spcAft>
              <a:buClr>
                <a:schemeClr val="dk1"/>
              </a:buClr>
              <a:buFont typeface="Arial"/>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62" name="Google Shape;62;p3: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p:sp>
        <p:nvSpPr>
          <p:cNvPr id="89" name="Google Shape;89;p4: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4:notes"/>
          <p:cNvSpPr txBox="1"/>
          <p:nvPr>
            <p:ph idx="1" type="body"/>
          </p:nvPr>
        </p:nvSpPr>
        <p:spPr>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Format:</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•Step by step instructions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•Numbered / bulleted list</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•Table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•Before / after comparison</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Constraints: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•Use only the provided document or data</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•If information is missing, ask a follow-up question instead of guessing</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•Focus on safety considerations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•Avoid technical jargon / use simple language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91" name="Google Shape;91;p4: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p:sp>
        <p:nvSpPr>
          <p:cNvPr id="108" name="Google Shape;108;p5: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5:notes"/>
          <p:cNvSpPr txBox="1"/>
          <p:nvPr>
            <p:ph idx="1" type="body"/>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endParaRPr>
          </a:p>
        </p:txBody>
      </p:sp>
      <p:sp>
        <p:nvSpPr>
          <p:cNvPr id="110" name="Google Shape;110;p5: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p:sp>
        <p:nvSpPr>
          <p:cNvPr id="122" name="Google Shape;122;p6: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6:notes"/>
          <p:cNvSpPr txBox="1"/>
          <p:nvPr>
            <p:ph idx="1" type="body"/>
          </p:nvPr>
        </p:nvSpPr>
        <p:spPr>
          <a:prstGeom prst="rect">
            <a:avLst/>
          </a:prstGeom>
          <a:noFill/>
          <a:ln>
            <a:noFill/>
          </a:ln>
        </p:spPr>
        <p:txBody>
          <a:bodyPr anchorCtr="0" anchor="t" bIns="45700" lIns="91425" spcFirstLastPara="1" rIns="91425" wrap="square" tIns="45700">
            <a:noAutofit/>
          </a:bodyPr>
          <a:lstStyle/>
          <a:p>
            <a:r>
              <a:rPr lang="en-US"/>
              <a:t>Common use cases</a:t>
            </a:r>
          </a:p>
          <a:p>
            <a:r>
              <a:rPr lang="en-US"/>
              <a:t>- Searching a large document such as a manual or contract</a:t>
            </a:r>
          </a:p>
          <a:p>
            <a:r>
              <a:rPr lang="en-US"/>
              <a:t>- Writing emails or reports in a specific style</a:t>
            </a:r>
          </a:p>
          <a:p>
            <a:r>
              <a:rPr lang="en-US"/>
              <a:t>- Summarizing information in a predefined format</a:t>
            </a:r>
          </a:p>
          <a:p>
            <a:r>
              <a:rPr lang="en-US"/>
              <a:t>Skills replace Gemini Gems and ChatGPT custom GPTs. The same SKILL.md works in Claude, Gemini, and Copilot, and can be pasted into any chat.</a:t>
            </a:r>
          </a:p>
        </p:txBody>
      </p:sp>
      <p:sp>
        <p:nvSpPr>
          <p:cNvPr id="124" name="Google Shape;124;p6: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a:t>Clayton's section, 2:00 to 2:55 on Day 1, then a 5 minute wrap up.</a:t>
            </a:r>
          </a:p>
          <a:p>
            <a:r>
              <a:rPr lang="en-US"/>
              <a:t>Clayton presents from his own deck: instructor/Day1-LM-Studio-Clayton.pptx in the course repo. Switch to it here, then come back for Next Session and Questions.</a:t>
            </a:r>
          </a:p>
        </p:txBody>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SKILL.md starts with a short header (name and description), then plain language instructions.</a:t>
            </a:r>
          </a:p>
          <a:p>
            <a:r>
              <a:t>Skill names use lowercase words joined by hyphens, for example mill-maintenance-helper.</a:t>
            </a:r>
          </a:p>
          <a:p>
            <a:r>
              <a:t>The description matters: the AI reads it to decide when to use the skill.</a:t>
            </a:r>
          </a:p>
          <a:p>
            <a:r>
              <a:t>Demo skill: the Bridgeport Series I knee mill manual (M-508) as a reference file.</a:t>
            </a:r>
          </a:p>
        </p:txBody>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Claude: custom skills work on Free, Pro, Max, Team, and Enterprise. Enterprise owners must turn on skills for the organization.</a:t>
            </a:r>
          </a:p>
          <a:p>
            <a:r>
              <a:t>Gemini app skills need a personal Google account. Work and school accounts are not supported in the Gemini app yet. Users must be 18 or older. No Google AI subscription needed.</a:t>
            </a:r>
          </a:p>
          <a:p>
            <a:r>
              <a:t>ChatGPT: skills live inside plugins, built with Plugin Creator. Availability depends on the plan and workspace settings, so demo only.</a:t>
            </a:r>
          </a:p>
          <a:p>
            <a:r>
              <a:t>Sources: https://support.claude.com/en/articles/12512180-use-skills-in-claude | https://support.google.com/gemini?p=b_ws_skills | https://help.openai.com/en/articles/20001256-plugins-in-chatgpt</a:t>
            </a: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short talks, lots of hands-on.</a:t>
            </a:r>
          </a:p>
          <a:p>
            <a:r>
              <a:rPr lang="en-US"/>
              <a:t>The problems they share at 0:10 become their skill ideas at 0:55, so keep the list visible.</a:t>
            </a: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AI use cases that matter most on the floor map to the three days: quality control is Day 2, predictive maintenance is Day 3.</a:t>
            </a:r>
          </a:p>
          <a:p>
            <a:r>
              <a:rPr lang="en-US"/>
              <a:t>Process optimization and supply chain also benefit from AI, but this training focuses on quality and maintenance.</a:t>
            </a: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Ask: does your company have an AI policy? Who would you ask?</a:t>
            </a:r>
          </a:p>
          <a:p>
            <a:r>
              <a:rPr lang="en-US"/>
              <a:t>Tie back to hallucinations: AI can sound sure and still be wrong about a torque value or a tolerance.</a:t>
            </a:r>
          </a:p>
          <a:p>
            <a:r>
              <a:rPr lang="en-US"/>
              <a:t>This sets up Clayton's LM Studio section at the end of the day.</a:t>
            </a: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ChatGPT: plugins can include a skill (reusable instructions). Availability depends on plan and workspace; Personal Skills are generally available on Business, Enterprise, Healthcare, and Edu. Source: https://help.openai.com/en/articles/20001256-plugins-in-chatgpt</a:t>
            </a:r>
          </a:p>
          <a:p>
            <a:r>
              <a:rPr lang="en-US"/>
              <a:t>Copilot: Cowork accepts a .md file with a single SKILL.md, or a .zip with SKILL.md at its root (up to 10 MB compressed). Source: https://learn.microsoft.com/en-us/microsoft-365/copilot/cowork/cowork-customize</a:t>
            </a:r>
          </a:p>
          <a:p>
            <a:r>
              <a:rPr lang="en-US"/>
              <a:t>Free Copilot Chat users and anyone without skills: the paste method works in every tool.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2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1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7.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7.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3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7.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3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5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17.png"/><Relationship Id="rId4" Type="http://schemas.openxmlformats.org/officeDocument/2006/relationships/image" Target="../media/image1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2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1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17.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 Id="rId3" Type="http://schemas.openxmlformats.org/officeDocument/2006/relationships/image" Target="../media/image25.png"/><Relationship Id="rId4" Type="http://schemas.openxmlformats.org/officeDocument/2006/relationships/image" Target="../media/image1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1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0.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d1_image23.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d1_image2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d1_image23.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d1_image2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d1_image2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d1_image2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d1_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Breaker">
  <p:cSld name="1_Section Breaker">
    <p:spTree>
      <p:nvGrpSpPr>
        <p:cNvPr id="15" name="Shape 15"/>
        <p:cNvGrpSpPr/>
        <p:nvPr/>
      </p:nvGrpSpPr>
      <p:grpSpPr>
        <a:xfrm>
          <a:off x="0" y="0"/>
          <a:ext cx="0" cy="0"/>
          <a:chOff x="0" y="0"/>
          <a:chExt cx="0" cy="0"/>
        </a:xfrm>
      </p:grpSpPr>
      <p:pic>
        <p:nvPicPr>
          <p:cNvPr id="16" name="Google Shape;16;p42"/>
          <p:cNvPicPr preferRelativeResize="0"/>
          <p:nvPr/>
        </p:nvPicPr>
        <p:blipFill rotWithShape="1">
          <a:blip r:embed="rId2">
            <a:alphaModFix/>
          </a:blip>
          <a:srcRect b="0" l="0" r="0" t="0"/>
          <a:stretch/>
        </p:blipFill>
        <p:spPr>
          <a:xfrm>
            <a:off x="0" y="-3174"/>
            <a:ext cx="12202447" cy="6861174"/>
          </a:xfrm>
          <a:prstGeom prst="rect">
            <a:avLst/>
          </a:prstGeom>
          <a:noFill/>
          <a:ln>
            <a:noFill/>
          </a:ln>
        </p:spPr>
      </p:pic>
      <p:sp>
        <p:nvSpPr>
          <p:cNvPr id="17" name="Google Shape;17;p42"/>
          <p:cNvSpPr txBox="1"/>
          <p:nvPr>
            <p:ph type="title"/>
          </p:nvPr>
        </p:nvSpPr>
        <p:spPr>
          <a:xfrm>
            <a:off x="1833785" y="1743334"/>
            <a:ext cx="8781661" cy="18748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2"/>
          <p:cNvSpPr txBox="1"/>
          <p:nvPr>
            <p:ph idx="1" type="body"/>
          </p:nvPr>
        </p:nvSpPr>
        <p:spPr>
          <a:xfrm>
            <a:off x="1833563" y="3710273"/>
            <a:ext cx="5176837" cy="649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divider">
  <p:cSld name="12_divider">
    <p:bg>
      <p:bgPr>
        <a:solidFill>
          <a:srgbClr val="FFE27A"/>
        </a:solidFill>
      </p:bgPr>
    </p:bg>
    <p:spTree>
      <p:nvGrpSpPr>
        <p:cNvPr id="19" name="Shape 19"/>
        <p:cNvGrpSpPr/>
        <p:nvPr/>
      </p:nvGrpSpPr>
      <p:grpSpPr>
        <a:xfrm>
          <a:off x="0" y="0"/>
          <a:ext cx="0" cy="0"/>
          <a:chOff x="0" y="0"/>
          <a:chExt cx="0" cy="0"/>
        </a:xfrm>
      </p:grpSpPr>
      <p:sp>
        <p:nvSpPr>
          <p:cNvPr id="20" name="Google Shape;20;p43"/>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3"/>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43"/>
          <p:cNvSpPr/>
          <p:nvPr>
            <p:ph idx="2" type="pic"/>
          </p:nvPr>
        </p:nvSpPr>
        <p:spPr>
          <a:xfrm>
            <a:off x="874642" y="-695294"/>
            <a:ext cx="6678652" cy="6678652"/>
          </a:xfrm>
          <a:prstGeom prst="flowChartDelay">
            <a:avLst/>
          </a:prstGeom>
          <a:noFill/>
          <a:ln>
            <a:noFill/>
          </a:ln>
        </p:spPr>
      </p:sp>
      <p:sp>
        <p:nvSpPr>
          <p:cNvPr id="23" name="Google Shape;23;p43"/>
          <p:cNvSpPr/>
          <p:nvPr/>
        </p:nvSpPr>
        <p:spPr>
          <a:xfrm>
            <a:off x="0" y="5983356"/>
            <a:ext cx="874643" cy="874643"/>
          </a:xfrm>
          <a:prstGeom prst="rect">
            <a:avLst/>
          </a:prstGeom>
          <a:solidFill>
            <a:srgbClr val="EEB2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4" name="Google Shape;24;p43"/>
          <p:cNvPicPr preferRelativeResize="0"/>
          <p:nvPr/>
        </p:nvPicPr>
        <p:blipFill rotWithShape="1">
          <a:blip r:embed="rId2">
            <a:alphaModFix/>
          </a:blip>
          <a:srcRect b="0" l="0" r="0" t="0"/>
          <a:stretch/>
        </p:blipFill>
        <p:spPr>
          <a:xfrm>
            <a:off x="1352747" y="6253214"/>
            <a:ext cx="1352277" cy="35641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rmal Page">
  <p:cSld name="Normal Page">
    <p:spTree>
      <p:nvGrpSpPr>
        <p:cNvPr id="25" name="Shape 25"/>
        <p:cNvGrpSpPr/>
        <p:nvPr/>
      </p:nvGrpSpPr>
      <p:grpSpPr>
        <a:xfrm>
          <a:off x="0" y="0"/>
          <a:ext cx="0" cy="0"/>
          <a:chOff x="0" y="0"/>
          <a:chExt cx="0" cy="0"/>
        </a:xfrm>
      </p:grpSpPr>
      <p:sp>
        <p:nvSpPr>
          <p:cNvPr id="26" name="Google Shape;26;p44"/>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7" name="Google Shape;27;p44"/>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8" name="Google Shape;28;p44"/>
          <p:cNvSpPr txBox="1"/>
          <p:nvPr>
            <p:ph idx="1" type="body"/>
          </p:nvPr>
        </p:nvSpPr>
        <p:spPr>
          <a:xfrm>
            <a:off x="386557" y="1665697"/>
            <a:ext cx="10515600" cy="3998912"/>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sz="2400">
                <a:solidFill>
                  <a:schemeClr val="dk1"/>
                </a:solidFill>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2pPr>
            <a:lvl3pPr indent="-381000" lvl="2" marL="13716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3pPr>
            <a:lvl4pPr indent="-381000" lvl="3" marL="18288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4pPr>
            <a:lvl5pPr indent="-381000" lvl="4" marL="22860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44"/>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30" name="Google Shape;30;p44"/>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31" name="Google Shape;31;p44"/>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 name="Shape 32"/>
        <p:cNvGrpSpPr/>
        <p:nvPr/>
      </p:nvGrpSpPr>
      <p:grpSpPr>
        <a:xfrm>
          <a:off x="0" y="0"/>
          <a:ext cx="0" cy="0"/>
          <a:chOff x="0" y="0"/>
          <a:chExt cx="0" cy="0"/>
        </a:xfrm>
      </p:grpSpPr>
      <p:sp>
        <p:nvSpPr>
          <p:cNvPr id="33" name="Google Shape;33;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5"/>
          <p:cNvSpPr txBox="1"/>
          <p:nvPr>
            <p:ph idx="12" type="sldNum"/>
          </p:nvPr>
        </p:nvSpPr>
        <p:spPr>
          <a:xfrm>
            <a:off x="11690927" y="6492875"/>
            <a:ext cx="501073" cy="365125"/>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8" name="Shape 38"/>
        <p:cNvGrpSpPr/>
        <p:nvPr/>
      </p:nvGrpSpPr>
      <p:grpSpPr>
        <a:xfrm>
          <a:off x="0" y="0"/>
          <a:ext cx="0" cy="0"/>
          <a:chOff x="0" y="0"/>
          <a:chExt cx="0" cy="0"/>
        </a:xfrm>
      </p:grpSpPr>
      <p:sp>
        <p:nvSpPr>
          <p:cNvPr id="39" name="Google Shape;39;p46"/>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40" name="Google Shape;40;p46"/>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41" name="Shape 41"/>
        <p:cNvGrpSpPr/>
        <p:nvPr/>
      </p:nvGrpSpPr>
      <p:grpSpPr>
        <a:xfrm>
          <a:off x="0" y="0"/>
          <a:ext cx="0" cy="0"/>
          <a:chOff x="0" y="0"/>
          <a:chExt cx="0" cy="0"/>
        </a:xfrm>
      </p:grpSpPr>
      <p:sp>
        <p:nvSpPr>
          <p:cNvPr id="42" name="Google Shape;42;p47"/>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43" name="Google Shape;43;p47"/>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4" name="Shape 44"/>
        <p:cNvGrpSpPr/>
        <p:nvPr/>
      </p:nvGrpSpPr>
      <p:grpSpPr>
        <a:xfrm>
          <a:off x="0" y="0"/>
          <a:ext cx="0" cy="0"/>
          <a:chOff x="0" y="0"/>
          <a:chExt cx="0" cy="0"/>
        </a:xfrm>
      </p:grpSpPr>
      <p:sp>
        <p:nvSpPr>
          <p:cNvPr id="45" name="Google Shape;45;p48"/>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46" name="Google Shape;46;p48"/>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7" name="Shape 47"/>
        <p:cNvGrpSpPr/>
        <p:nvPr/>
      </p:nvGrpSpPr>
      <p:grpSpPr>
        <a:xfrm>
          <a:off x="0" y="0"/>
          <a:ext cx="0" cy="0"/>
          <a:chOff x="0" y="0"/>
          <a:chExt cx="0" cy="0"/>
        </a:xfrm>
      </p:grpSpPr>
      <p:sp>
        <p:nvSpPr>
          <p:cNvPr id="48" name="Google Shape;48;p49"/>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49" name="Google Shape;49;p49"/>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50" name="Shape 50"/>
        <p:cNvGrpSpPr/>
        <p:nvPr/>
      </p:nvGrpSpPr>
      <p:grpSpPr>
        <a:xfrm>
          <a:off x="0" y="0"/>
          <a:ext cx="0" cy="0"/>
          <a:chOff x="0" y="0"/>
          <a:chExt cx="0" cy="0"/>
        </a:xfrm>
      </p:grpSpPr>
      <p:sp>
        <p:nvSpPr>
          <p:cNvPr id="51" name="Google Shape;51;p50"/>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52" name="Google Shape;52;p50"/>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53" name="Shape 53"/>
        <p:cNvGrpSpPr/>
        <p:nvPr/>
      </p:nvGrpSpPr>
      <p:grpSpPr>
        <a:xfrm>
          <a:off x="0" y="0"/>
          <a:ext cx="0" cy="0"/>
          <a:chOff x="0" y="0"/>
          <a:chExt cx="0" cy="0"/>
        </a:xfrm>
      </p:grpSpPr>
      <p:sp>
        <p:nvSpPr>
          <p:cNvPr id="54" name="Google Shape;54;p51"/>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55" name="Google Shape;55;p51"/>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56" name="Shape 56"/>
        <p:cNvGrpSpPr/>
        <p:nvPr/>
      </p:nvGrpSpPr>
      <p:grpSpPr>
        <a:xfrm>
          <a:off x="0" y="0"/>
          <a:ext cx="0" cy="0"/>
          <a:chOff x="0" y="0"/>
          <a:chExt cx="0" cy="0"/>
        </a:xfrm>
      </p:grpSpPr>
      <p:sp>
        <p:nvSpPr>
          <p:cNvPr id="57" name="Google Shape;57;p52"/>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58" name="Google Shape;58;p52"/>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Highlight Activity">
  <p:cSld name="2_Highlight Activity">
    <p:bg>
      <p:bgPr>
        <a:solidFill>
          <a:schemeClr val="lt1"/>
        </a:solidFill>
      </p:bgPr>
    </p:bg>
    <p:spTree>
      <p:nvGrpSpPr>
        <p:cNvPr id="59" name="Shape 59"/>
        <p:cNvGrpSpPr/>
        <p:nvPr/>
      </p:nvGrpSpPr>
      <p:grpSpPr>
        <a:xfrm>
          <a:off x="0" y="0"/>
          <a:ext cx="0" cy="0"/>
          <a:chOff x="0" y="0"/>
          <a:chExt cx="0" cy="0"/>
        </a:xfrm>
      </p:grpSpPr>
      <p:sp>
        <p:nvSpPr>
          <p:cNvPr id="60" name="Google Shape;60;p53"/>
          <p:cNvSpPr/>
          <p:nvPr/>
        </p:nvSpPr>
        <p:spPr>
          <a:xfrm>
            <a:off x="11734800" y="6393067"/>
            <a:ext cx="457199" cy="4649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 name="Google Shape;61;p53"/>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53"/>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63" name="Google Shape;63;p53"/>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64" name="Google Shape;64;p53"/>
          <p:cNvSpPr txBox="1"/>
          <p:nvPr>
            <p:ph idx="1" type="body"/>
          </p:nvPr>
        </p:nvSpPr>
        <p:spPr>
          <a:xfrm>
            <a:off x="838200" y="4196482"/>
            <a:ext cx="10515600" cy="17240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53"/>
          <p:cNvSpPr/>
          <p:nvPr/>
        </p:nvSpPr>
        <p:spPr>
          <a:xfrm>
            <a:off x="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66" name="Google Shape;66;p53"/>
          <p:cNvSpPr/>
          <p:nvPr/>
        </p:nvSpPr>
        <p:spPr>
          <a:xfrm>
            <a:off x="457200" y="4618"/>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67" name="Google Shape;67;p53"/>
          <p:cNvSpPr txBox="1"/>
          <p:nvPr>
            <p:ph idx="12" type="sldNum"/>
          </p:nvPr>
        </p:nvSpPr>
        <p:spPr>
          <a:xfrm>
            <a:off x="11734799" y="6497493"/>
            <a:ext cx="457201" cy="365125"/>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68" name="Google Shape;68;p53"/>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9" name="Shape 69"/>
        <p:cNvGrpSpPr/>
        <p:nvPr/>
      </p:nvGrpSpPr>
      <p:grpSpPr>
        <a:xfrm>
          <a:off x="0" y="0"/>
          <a:ext cx="0" cy="0"/>
          <a:chOff x="0" y="0"/>
          <a:chExt cx="0" cy="0"/>
        </a:xfrm>
      </p:grpSpPr>
      <p:sp>
        <p:nvSpPr>
          <p:cNvPr id="70" name="Google Shape;70;p9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9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2" name="Google Shape;72;p96"/>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73" name="Google Shape;73;p96"/>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74" name="Google Shape;74;p96"/>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75" name="Google Shape;75;p96"/>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ddle Layout">
  <p:cSld name="Middle Layout">
    <p:spTree>
      <p:nvGrpSpPr>
        <p:cNvPr id="76" name="Shape 76"/>
        <p:cNvGrpSpPr/>
        <p:nvPr/>
      </p:nvGrpSpPr>
      <p:grpSpPr>
        <a:xfrm>
          <a:off x="0" y="0"/>
          <a:ext cx="0" cy="0"/>
          <a:chOff x="0" y="0"/>
          <a:chExt cx="0" cy="0"/>
        </a:xfrm>
      </p:grpSpPr>
      <p:sp>
        <p:nvSpPr>
          <p:cNvPr id="77" name="Google Shape;77;p97"/>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78" name="Google Shape;78;p97"/>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79" name="Google Shape;79;p97"/>
          <p:cNvSpPr txBox="1"/>
          <p:nvPr>
            <p:ph type="title"/>
          </p:nvPr>
        </p:nvSpPr>
        <p:spPr>
          <a:xfrm>
            <a:off x="394855" y="2766218"/>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97"/>
          <p:cNvSpPr txBox="1"/>
          <p:nvPr>
            <p:ph idx="1" type="body"/>
          </p:nvPr>
        </p:nvSpPr>
        <p:spPr>
          <a:xfrm>
            <a:off x="395288" y="4202113"/>
            <a:ext cx="9090025" cy="6286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97"/>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82" name="Google Shape;82;p97"/>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Review">
  <p:cSld name="Agenda / Review">
    <p:bg>
      <p:bgPr>
        <a:solidFill>
          <a:schemeClr val="lt1"/>
        </a:solidFill>
      </p:bgPr>
    </p:bg>
    <p:spTree>
      <p:nvGrpSpPr>
        <p:cNvPr id="83" name="Shape 83"/>
        <p:cNvGrpSpPr/>
        <p:nvPr/>
      </p:nvGrpSpPr>
      <p:grpSpPr>
        <a:xfrm>
          <a:off x="0" y="0"/>
          <a:ext cx="0" cy="0"/>
          <a:chOff x="0" y="0"/>
          <a:chExt cx="0" cy="0"/>
        </a:xfrm>
      </p:grpSpPr>
      <p:sp>
        <p:nvSpPr>
          <p:cNvPr id="84" name="Google Shape;84;p98"/>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98"/>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86" name="Google Shape;86;p98"/>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87" name="Google Shape;87;p98"/>
          <p:cNvSpPr txBox="1"/>
          <p:nvPr>
            <p:ph idx="1" type="body"/>
          </p:nvPr>
        </p:nvSpPr>
        <p:spPr>
          <a:xfrm>
            <a:off x="386557" y="1579178"/>
            <a:ext cx="10069513" cy="347345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sz="2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88" name="Google Shape;88;p98"/>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89" name="Google Shape;89;p98"/>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er">
  <p:cSld name="Section Breaker">
    <p:spTree>
      <p:nvGrpSpPr>
        <p:cNvPr id="90" name="Shape 90"/>
        <p:cNvGrpSpPr/>
        <p:nvPr/>
      </p:nvGrpSpPr>
      <p:grpSpPr>
        <a:xfrm>
          <a:off x="0" y="0"/>
          <a:ext cx="0" cy="0"/>
          <a:chOff x="0" y="0"/>
          <a:chExt cx="0" cy="0"/>
        </a:xfrm>
      </p:grpSpPr>
      <p:pic>
        <p:nvPicPr>
          <p:cNvPr descr="Shape&#10;&#10;Description automatically generated" id="91" name="Google Shape;91;p99"/>
          <p:cNvPicPr preferRelativeResize="0"/>
          <p:nvPr/>
        </p:nvPicPr>
        <p:blipFill rotWithShape="1">
          <a:blip r:embed="rId2">
            <a:alphaModFix/>
          </a:blip>
          <a:srcRect b="0" l="0" r="0" t="0"/>
          <a:stretch/>
        </p:blipFill>
        <p:spPr>
          <a:xfrm>
            <a:off x="1" y="-3174"/>
            <a:ext cx="12207250" cy="6861174"/>
          </a:xfrm>
          <a:prstGeom prst="rect">
            <a:avLst/>
          </a:prstGeom>
          <a:noFill/>
          <a:ln>
            <a:noFill/>
          </a:ln>
        </p:spPr>
      </p:pic>
      <p:sp>
        <p:nvSpPr>
          <p:cNvPr id="92" name="Google Shape;92;p99"/>
          <p:cNvSpPr txBox="1"/>
          <p:nvPr>
            <p:ph type="title"/>
          </p:nvPr>
        </p:nvSpPr>
        <p:spPr>
          <a:xfrm>
            <a:off x="1833785" y="1743334"/>
            <a:ext cx="8781661" cy="18748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99"/>
          <p:cNvSpPr txBox="1"/>
          <p:nvPr>
            <p:ph idx="1" type="body"/>
          </p:nvPr>
        </p:nvSpPr>
        <p:spPr>
          <a:xfrm>
            <a:off x="1833563" y="3617913"/>
            <a:ext cx="5176837" cy="649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99"/>
          <p:cNvSpPr/>
          <p:nvPr/>
        </p:nvSpPr>
        <p:spPr>
          <a:xfrm>
            <a:off x="11734800" y="6393067"/>
            <a:ext cx="457199" cy="464933"/>
          </a:xfrm>
          <a:prstGeom prst="rect">
            <a:avLst/>
          </a:prstGeom>
          <a:solidFill>
            <a:srgbClr val="8BAE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Activity">
  <p:cSld name="Highlight Activity">
    <p:bg>
      <p:bgPr>
        <a:solidFill>
          <a:schemeClr val="lt1"/>
        </a:solidFill>
      </p:bgPr>
    </p:bg>
    <p:spTree>
      <p:nvGrpSpPr>
        <p:cNvPr id="95" name="Shape 95"/>
        <p:cNvGrpSpPr/>
        <p:nvPr/>
      </p:nvGrpSpPr>
      <p:grpSpPr>
        <a:xfrm>
          <a:off x="0" y="0"/>
          <a:ext cx="0" cy="0"/>
          <a:chOff x="0" y="0"/>
          <a:chExt cx="0" cy="0"/>
        </a:xfrm>
      </p:grpSpPr>
      <p:sp>
        <p:nvSpPr>
          <p:cNvPr id="96" name="Google Shape;96;p100"/>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00"/>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98" name="Google Shape;98;p100"/>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99" name="Google Shape;99;p100"/>
          <p:cNvSpPr txBox="1"/>
          <p:nvPr>
            <p:ph idx="1" type="body"/>
          </p:nvPr>
        </p:nvSpPr>
        <p:spPr>
          <a:xfrm>
            <a:off x="838200" y="4196482"/>
            <a:ext cx="10515600" cy="17240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100"/>
          <p:cNvSpPr/>
          <p:nvPr/>
        </p:nvSpPr>
        <p:spPr>
          <a:xfrm>
            <a:off x="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01" name="Google Shape;101;p100"/>
          <p:cNvSpPr/>
          <p:nvPr/>
        </p:nvSpPr>
        <p:spPr>
          <a:xfrm>
            <a:off x="457200" y="4618"/>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102" name="Google Shape;102;p100"/>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03" name="Google Shape;103;p100"/>
          <p:cNvSpPr txBox="1"/>
          <p:nvPr>
            <p:ph idx="12" type="sldNum"/>
          </p:nvPr>
        </p:nvSpPr>
        <p:spPr>
          <a:xfrm>
            <a:off x="11734801" y="6423246"/>
            <a:ext cx="457200"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er Image">
  <p:cSld name="Section Breaker Image">
    <p:spTree>
      <p:nvGrpSpPr>
        <p:cNvPr id="104" name="Shape 104"/>
        <p:cNvGrpSpPr/>
        <p:nvPr/>
      </p:nvGrpSpPr>
      <p:grpSpPr>
        <a:xfrm>
          <a:off x="0" y="0"/>
          <a:ext cx="0" cy="0"/>
          <a:chOff x="0" y="0"/>
          <a:chExt cx="0" cy="0"/>
        </a:xfrm>
      </p:grpSpPr>
      <p:sp>
        <p:nvSpPr>
          <p:cNvPr id="105" name="Google Shape;105;p101"/>
          <p:cNvSpPr txBox="1"/>
          <p:nvPr/>
        </p:nvSpPr>
        <p:spPr>
          <a:xfrm>
            <a:off x="1515309" y="3581295"/>
            <a:ext cx="2837616" cy="1538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1000"/>
              <a:buFont typeface="Arial"/>
              <a:buNone/>
            </a:pPr>
            <a:r>
              <a:rPr b="0" i="0" lang="en-US" sz="1000" u="none" cap="none" strike="noStrike">
                <a:solidFill>
                  <a:schemeClr val="lt1"/>
                </a:solidFill>
                <a:latin typeface="Arial"/>
                <a:ea typeface="Arial"/>
                <a:cs typeface="Arial"/>
                <a:sym typeface="Arial"/>
              </a:rPr>
              <a:t>     </a:t>
            </a:r>
            <a:endParaRPr i="0" sz="800" u="none" cap="none" strike="noStrike">
              <a:solidFill>
                <a:schemeClr val="lt1"/>
              </a:solidFill>
              <a:latin typeface="Arial"/>
              <a:ea typeface="Arial"/>
              <a:cs typeface="Arial"/>
              <a:sym typeface="Arial"/>
            </a:endParaRPr>
          </a:p>
        </p:txBody>
      </p:sp>
      <p:sp>
        <p:nvSpPr>
          <p:cNvPr id="106" name="Google Shape;106;p101"/>
          <p:cNvSpPr/>
          <p:nvPr/>
        </p:nvSpPr>
        <p:spPr>
          <a:xfrm>
            <a:off x="1181933" y="1160392"/>
            <a:ext cx="3314700" cy="3314700"/>
          </a:xfrm>
          <a:prstGeom prst="rect">
            <a:avLst/>
          </a:prstGeom>
          <a:solidFill>
            <a:srgbClr val="FEC91B">
              <a:alpha val="94117"/>
            </a:srgbClr>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07" name="Google Shape;107;p101"/>
          <p:cNvSpPr/>
          <p:nvPr/>
        </p:nvSpPr>
        <p:spPr>
          <a:xfrm>
            <a:off x="797124" y="4475092"/>
            <a:ext cx="384809" cy="384809"/>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08" name="Google Shape;108;p101"/>
          <p:cNvSpPr/>
          <p:nvPr/>
        </p:nvSpPr>
        <p:spPr>
          <a:xfrm>
            <a:off x="622806" y="4300774"/>
            <a:ext cx="174318" cy="174318"/>
          </a:xfrm>
          <a:prstGeom prst="rect">
            <a:avLst/>
          </a:prstGeom>
          <a:solidFill>
            <a:srgbClr val="FFE17A"/>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09" name="Google Shape;109;p101"/>
          <p:cNvSpPr txBox="1"/>
          <p:nvPr>
            <p:ph type="title"/>
          </p:nvPr>
        </p:nvSpPr>
        <p:spPr>
          <a:xfrm>
            <a:off x="1391067" y="1694763"/>
            <a:ext cx="2961858" cy="88265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3200"/>
              <a:buFont typeface="Play"/>
              <a:buNone/>
              <a:defRPr sz="32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01"/>
          <p:cNvSpPr txBox="1"/>
          <p:nvPr>
            <p:ph idx="1" type="body"/>
          </p:nvPr>
        </p:nvSpPr>
        <p:spPr>
          <a:xfrm>
            <a:off x="1390233" y="3575050"/>
            <a:ext cx="2961858" cy="7055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000"/>
              <a:buNone/>
              <a:defRPr sz="1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t / Finish">
  <p:cSld name="Start / Finish">
    <p:spTree>
      <p:nvGrpSpPr>
        <p:cNvPr id="111" name="Shape 111"/>
        <p:cNvGrpSpPr/>
        <p:nvPr/>
      </p:nvGrpSpPr>
      <p:grpSpPr>
        <a:xfrm>
          <a:off x="0" y="0"/>
          <a:ext cx="0" cy="0"/>
          <a:chOff x="0" y="0"/>
          <a:chExt cx="0" cy="0"/>
        </a:xfrm>
      </p:grpSpPr>
      <p:sp>
        <p:nvSpPr>
          <p:cNvPr id="112" name="Google Shape;112;p102"/>
          <p:cNvSpPr/>
          <p:nvPr>
            <p:ph idx="2" type="pic"/>
          </p:nvPr>
        </p:nvSpPr>
        <p:spPr>
          <a:xfrm>
            <a:off x="0" y="0"/>
            <a:ext cx="12192000" cy="68580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
  <p:cSld name="Test">
    <p:spTree>
      <p:nvGrpSpPr>
        <p:cNvPr id="113" name="Shape 113"/>
        <p:cNvGrpSpPr/>
        <p:nvPr/>
      </p:nvGrpSpPr>
      <p:grpSpPr>
        <a:xfrm>
          <a:off x="0" y="0"/>
          <a:ext cx="0" cy="0"/>
          <a:chOff x="0" y="0"/>
          <a:chExt cx="0" cy="0"/>
        </a:xfrm>
      </p:grpSpPr>
      <p:sp>
        <p:nvSpPr>
          <p:cNvPr id="114" name="Google Shape;114;p103"/>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15" name="Google Shape;115;p103"/>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116" name="Google Shape;116;p103"/>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17" name="Google Shape;117;p103"/>
          <p:cNvSpPr/>
          <p:nvPr/>
        </p:nvSpPr>
        <p:spPr>
          <a:xfrm>
            <a:off x="11734801" y="6393067"/>
            <a:ext cx="457199" cy="4649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 name="Google Shape;118;p103"/>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
  <p:cSld name="Presentation Title">
    <p:spTree>
      <p:nvGrpSpPr>
        <p:cNvPr id="119" name="Shape 119"/>
        <p:cNvGrpSpPr/>
        <p:nvPr/>
      </p:nvGrpSpPr>
      <p:grpSpPr>
        <a:xfrm>
          <a:off x="0" y="0"/>
          <a:ext cx="0" cy="0"/>
          <a:chOff x="0" y="0"/>
          <a:chExt cx="0" cy="0"/>
        </a:xfrm>
      </p:grpSpPr>
      <p:pic>
        <p:nvPicPr>
          <p:cNvPr descr="Two people looking at a tablet&#10;&#10;Description automatically generated with medium confidence" id="120" name="Google Shape;120;p10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1" name="Google Shape;121;p104"/>
          <p:cNvSpPr txBox="1"/>
          <p:nvPr/>
        </p:nvSpPr>
        <p:spPr>
          <a:xfrm>
            <a:off x="1482438" y="5246255"/>
            <a:ext cx="6734282" cy="93060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FFFFF"/>
              </a:solidFill>
              <a:latin typeface="Play"/>
              <a:ea typeface="Play"/>
              <a:cs typeface="Play"/>
              <a:sym typeface="Play"/>
            </a:endParaRPr>
          </a:p>
        </p:txBody>
      </p:sp>
      <p:sp>
        <p:nvSpPr>
          <p:cNvPr id="122" name="Google Shape;122;p104"/>
          <p:cNvSpPr txBox="1"/>
          <p:nvPr>
            <p:ph type="title"/>
          </p:nvPr>
        </p:nvSpPr>
        <p:spPr>
          <a:xfrm>
            <a:off x="1482437" y="2766218"/>
            <a:ext cx="5491017" cy="24800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104"/>
          <p:cNvSpPr txBox="1"/>
          <p:nvPr>
            <p:ph idx="1" type="body"/>
          </p:nvPr>
        </p:nvSpPr>
        <p:spPr>
          <a:xfrm>
            <a:off x="1482438" y="5347422"/>
            <a:ext cx="5491016"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 / Review">
  <p:cSld name="1_Agenda / Review">
    <p:bg>
      <p:bgPr>
        <a:solidFill>
          <a:srgbClr val="FFE17A"/>
        </a:solidFill>
      </p:bgPr>
    </p:bg>
    <p:spTree>
      <p:nvGrpSpPr>
        <p:cNvPr id="124" name="Shape 124"/>
        <p:cNvGrpSpPr/>
        <p:nvPr/>
      </p:nvGrpSpPr>
      <p:grpSpPr>
        <a:xfrm>
          <a:off x="0" y="0"/>
          <a:ext cx="0" cy="0"/>
          <a:chOff x="0" y="0"/>
          <a:chExt cx="0" cy="0"/>
        </a:xfrm>
      </p:grpSpPr>
      <p:sp>
        <p:nvSpPr>
          <p:cNvPr id="125" name="Google Shape;125;p105"/>
          <p:cNvSpPr txBox="1"/>
          <p:nvPr>
            <p:ph type="title"/>
          </p:nvPr>
        </p:nvSpPr>
        <p:spPr>
          <a:xfrm>
            <a:off x="484237" y="106709"/>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105"/>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27" name="Google Shape;127;p105"/>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28" name="Google Shape;128;p105"/>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
        <p:nvSpPr>
          <p:cNvPr id="129" name="Google Shape;129;p105"/>
          <p:cNvSpPr txBox="1"/>
          <p:nvPr>
            <p:ph idx="1" type="body"/>
          </p:nvPr>
        </p:nvSpPr>
        <p:spPr>
          <a:xfrm>
            <a:off x="484237" y="1432272"/>
            <a:ext cx="10069513" cy="347345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sz="2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30" name="Google Shape;130;p105"/>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Normal Page">
  <p:cSld name="1_Normal Page">
    <p:spTree>
      <p:nvGrpSpPr>
        <p:cNvPr id="131" name="Shape 131"/>
        <p:cNvGrpSpPr/>
        <p:nvPr/>
      </p:nvGrpSpPr>
      <p:grpSpPr>
        <a:xfrm>
          <a:off x="0" y="0"/>
          <a:ext cx="0" cy="0"/>
          <a:chOff x="0" y="0"/>
          <a:chExt cx="0" cy="0"/>
        </a:xfrm>
      </p:grpSpPr>
      <p:sp>
        <p:nvSpPr>
          <p:cNvPr id="132" name="Google Shape;132;p106"/>
          <p:cNvSpPr txBox="1"/>
          <p:nvPr>
            <p:ph type="title"/>
          </p:nvPr>
        </p:nvSpPr>
        <p:spPr>
          <a:xfrm>
            <a:off x="431800" y="118268"/>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106"/>
          <p:cNvSpPr txBox="1"/>
          <p:nvPr>
            <p:ph idx="1" type="body"/>
          </p:nvPr>
        </p:nvSpPr>
        <p:spPr>
          <a:xfrm>
            <a:off x="431799" y="1443831"/>
            <a:ext cx="10515600" cy="399891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Arial"/>
              <a:buNone/>
              <a:defRPr sz="2400">
                <a:solidFill>
                  <a:schemeClr val="dk1"/>
                </a:solidFill>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2pPr>
            <a:lvl3pPr indent="-381000" lvl="2" marL="13716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3pPr>
            <a:lvl4pPr indent="-381000" lvl="3" marL="18288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4pPr>
            <a:lvl5pPr indent="-381000" lvl="4" marL="22860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106"/>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35" name="Google Shape;135;p106"/>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136" name="Google Shape;136;p106"/>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37" name="Google Shape;137;p106"/>
          <p:cNvSpPr/>
          <p:nvPr/>
        </p:nvSpPr>
        <p:spPr>
          <a:xfrm>
            <a:off x="11734801" y="6393067"/>
            <a:ext cx="457199" cy="4649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106"/>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iddle Layout">
  <p:cSld name="1_Middle Layout">
    <p:spTree>
      <p:nvGrpSpPr>
        <p:cNvPr id="139" name="Shape 139"/>
        <p:cNvGrpSpPr/>
        <p:nvPr/>
      </p:nvGrpSpPr>
      <p:grpSpPr>
        <a:xfrm>
          <a:off x="0" y="0"/>
          <a:ext cx="0" cy="0"/>
          <a:chOff x="0" y="0"/>
          <a:chExt cx="0" cy="0"/>
        </a:xfrm>
      </p:grpSpPr>
      <p:sp>
        <p:nvSpPr>
          <p:cNvPr id="140" name="Google Shape;140;p107"/>
          <p:cNvSpPr txBox="1"/>
          <p:nvPr>
            <p:ph type="title"/>
          </p:nvPr>
        </p:nvSpPr>
        <p:spPr>
          <a:xfrm>
            <a:off x="247073" y="2766218"/>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107"/>
          <p:cNvSpPr txBox="1"/>
          <p:nvPr>
            <p:ph idx="1" type="body"/>
          </p:nvPr>
        </p:nvSpPr>
        <p:spPr>
          <a:xfrm>
            <a:off x="247073" y="4116720"/>
            <a:ext cx="10515600" cy="5694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107"/>
          <p:cNvSpPr/>
          <p:nvPr/>
        </p:nvSpPr>
        <p:spPr>
          <a:xfrm>
            <a:off x="11734800" y="6393067"/>
            <a:ext cx="457199" cy="464933"/>
          </a:xfrm>
          <a:prstGeom prst="rect">
            <a:avLst/>
          </a:prstGeom>
          <a:solidFill>
            <a:srgbClr val="FFE17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 name="Google Shape;143;p107"/>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44" name="Google Shape;144;p107"/>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45" name="Google Shape;145;p107"/>
          <p:cNvSpPr txBox="1"/>
          <p:nvPr>
            <p:ph idx="12" type="sldNum"/>
          </p:nvPr>
        </p:nvSpPr>
        <p:spPr>
          <a:xfrm>
            <a:off x="11734799" y="6497493"/>
            <a:ext cx="457201" cy="365125"/>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146" name="Google Shape;146;p107"/>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ighlight Activity">
  <p:cSld name="1_Highlight Activity">
    <p:bg>
      <p:bgPr>
        <a:solidFill>
          <a:schemeClr val="lt1"/>
        </a:solidFill>
      </p:bgPr>
    </p:bg>
    <p:spTree>
      <p:nvGrpSpPr>
        <p:cNvPr id="147" name="Shape 147"/>
        <p:cNvGrpSpPr/>
        <p:nvPr/>
      </p:nvGrpSpPr>
      <p:grpSpPr>
        <a:xfrm>
          <a:off x="0" y="0"/>
          <a:ext cx="0" cy="0"/>
          <a:chOff x="0" y="0"/>
          <a:chExt cx="0" cy="0"/>
        </a:xfrm>
      </p:grpSpPr>
      <p:sp>
        <p:nvSpPr>
          <p:cNvPr id="148" name="Google Shape;148;p108"/>
          <p:cNvSpPr/>
          <p:nvPr/>
        </p:nvSpPr>
        <p:spPr>
          <a:xfrm>
            <a:off x="11734800" y="6393067"/>
            <a:ext cx="457199" cy="464933"/>
          </a:xfrm>
          <a:prstGeom prst="rect">
            <a:avLst/>
          </a:prstGeom>
          <a:solidFill>
            <a:srgbClr val="FFE17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108"/>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08"/>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51" name="Google Shape;151;p108"/>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52" name="Google Shape;152;p108"/>
          <p:cNvSpPr txBox="1"/>
          <p:nvPr>
            <p:ph idx="1" type="body"/>
          </p:nvPr>
        </p:nvSpPr>
        <p:spPr>
          <a:xfrm>
            <a:off x="838200" y="4196482"/>
            <a:ext cx="10515600" cy="17240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108"/>
          <p:cNvSpPr/>
          <p:nvPr/>
        </p:nvSpPr>
        <p:spPr>
          <a:xfrm>
            <a:off x="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54" name="Google Shape;154;p108"/>
          <p:cNvSpPr/>
          <p:nvPr/>
        </p:nvSpPr>
        <p:spPr>
          <a:xfrm>
            <a:off x="457200" y="-3695"/>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55" name="Google Shape;155;p108"/>
          <p:cNvSpPr txBox="1"/>
          <p:nvPr>
            <p:ph idx="12" type="sldNum"/>
          </p:nvPr>
        </p:nvSpPr>
        <p:spPr>
          <a:xfrm>
            <a:off x="11734799" y="6497493"/>
            <a:ext cx="457201" cy="365125"/>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156" name="Google Shape;156;p108"/>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Visual Slide">
  <p:cSld name="Recap Visual Slide">
    <p:spTree>
      <p:nvGrpSpPr>
        <p:cNvPr id="157" name="Shape 157"/>
        <p:cNvGrpSpPr/>
        <p:nvPr/>
      </p:nvGrpSpPr>
      <p:grpSpPr>
        <a:xfrm>
          <a:off x="0" y="0"/>
          <a:ext cx="0" cy="0"/>
          <a:chOff x="0" y="0"/>
          <a:chExt cx="0" cy="0"/>
        </a:xfrm>
      </p:grpSpPr>
      <p:pic>
        <p:nvPicPr>
          <p:cNvPr descr="A picture containing text, person, yellow&#10;&#10;Description automatically generated" id="158" name="Google Shape;158;p10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59" name="Google Shape;159;p109"/>
          <p:cNvSpPr txBox="1"/>
          <p:nvPr/>
        </p:nvSpPr>
        <p:spPr>
          <a:xfrm>
            <a:off x="8880600" y="2827905"/>
            <a:ext cx="2757218" cy="187485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4500"/>
              <a:buFont typeface="Play"/>
              <a:buNone/>
            </a:pPr>
            <a:r>
              <a:rPr b="0" i="0" lang="en-US" sz="4500" u="none" cap="none" strike="noStrike">
                <a:solidFill>
                  <a:srgbClr val="000000"/>
                </a:solidFill>
                <a:latin typeface="Play"/>
                <a:ea typeface="Play"/>
                <a:cs typeface="Play"/>
                <a:sym typeface="Play"/>
              </a:rPr>
              <a:t>Recap</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Breaker Image">
  <p:cSld name="1_Section Breaker Image">
    <p:spTree>
      <p:nvGrpSpPr>
        <p:cNvPr id="160" name="Shape 160"/>
        <p:cNvGrpSpPr/>
        <p:nvPr/>
      </p:nvGrpSpPr>
      <p:grpSpPr>
        <a:xfrm>
          <a:off x="0" y="0"/>
          <a:ext cx="0" cy="0"/>
          <a:chOff x="0" y="0"/>
          <a:chExt cx="0" cy="0"/>
        </a:xfrm>
      </p:grpSpPr>
      <p:sp>
        <p:nvSpPr>
          <p:cNvPr id="161" name="Google Shape;161;p110"/>
          <p:cNvSpPr txBox="1"/>
          <p:nvPr/>
        </p:nvSpPr>
        <p:spPr>
          <a:xfrm>
            <a:off x="1515309" y="3581295"/>
            <a:ext cx="2837616" cy="1538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1000"/>
              <a:buFont typeface="Arial"/>
              <a:buNone/>
            </a:pPr>
            <a:r>
              <a:rPr b="0" i="0" lang="en-US" sz="1000" u="none" cap="none" strike="noStrike">
                <a:solidFill>
                  <a:schemeClr val="lt1"/>
                </a:solidFill>
                <a:latin typeface="Arial"/>
                <a:ea typeface="Arial"/>
                <a:cs typeface="Arial"/>
                <a:sym typeface="Arial"/>
              </a:rPr>
              <a:t>     </a:t>
            </a:r>
            <a:endParaRPr i="0" sz="800" u="none" cap="none" strike="noStrike">
              <a:solidFill>
                <a:schemeClr val="lt1"/>
              </a:solidFill>
              <a:latin typeface="Arial"/>
              <a:ea typeface="Arial"/>
              <a:cs typeface="Arial"/>
              <a:sym typeface="Arial"/>
            </a:endParaRPr>
          </a:p>
        </p:txBody>
      </p:sp>
      <p:sp>
        <p:nvSpPr>
          <p:cNvPr id="162" name="Google Shape;162;p110"/>
          <p:cNvSpPr/>
          <p:nvPr/>
        </p:nvSpPr>
        <p:spPr>
          <a:xfrm>
            <a:off x="1181933" y="1160392"/>
            <a:ext cx="3314700" cy="3314700"/>
          </a:xfrm>
          <a:prstGeom prst="rect">
            <a:avLst/>
          </a:prstGeom>
          <a:solidFill>
            <a:srgbClr val="FEC91B">
              <a:alpha val="94117"/>
            </a:srgbClr>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63" name="Google Shape;163;p110"/>
          <p:cNvSpPr/>
          <p:nvPr/>
        </p:nvSpPr>
        <p:spPr>
          <a:xfrm>
            <a:off x="797124" y="4475092"/>
            <a:ext cx="384809" cy="384809"/>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64" name="Google Shape;164;p110"/>
          <p:cNvSpPr/>
          <p:nvPr/>
        </p:nvSpPr>
        <p:spPr>
          <a:xfrm>
            <a:off x="622806" y="4300774"/>
            <a:ext cx="174318" cy="174318"/>
          </a:xfrm>
          <a:prstGeom prst="rect">
            <a:avLst/>
          </a:prstGeom>
          <a:solidFill>
            <a:srgbClr val="FFE17A"/>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65" name="Google Shape;165;p110"/>
          <p:cNvSpPr txBox="1"/>
          <p:nvPr>
            <p:ph type="title"/>
          </p:nvPr>
        </p:nvSpPr>
        <p:spPr>
          <a:xfrm>
            <a:off x="1391067" y="1694763"/>
            <a:ext cx="2961858" cy="88265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3200"/>
              <a:buFont typeface="Play"/>
              <a:buNone/>
              <a:defRPr sz="32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110"/>
          <p:cNvSpPr txBox="1"/>
          <p:nvPr>
            <p:ph idx="1" type="body"/>
          </p:nvPr>
        </p:nvSpPr>
        <p:spPr>
          <a:xfrm>
            <a:off x="1390233" y="3575050"/>
            <a:ext cx="2961858" cy="7055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000"/>
              <a:buNone/>
              <a:defRPr sz="1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Ending">
  <p:cSld name="Presentation Ending">
    <p:spTree>
      <p:nvGrpSpPr>
        <p:cNvPr id="167" name="Shape 167"/>
        <p:cNvGrpSpPr/>
        <p:nvPr/>
      </p:nvGrpSpPr>
      <p:grpSpPr>
        <a:xfrm>
          <a:off x="0" y="0"/>
          <a:ext cx="0" cy="0"/>
          <a:chOff x="0" y="0"/>
          <a:chExt cx="0" cy="0"/>
        </a:xfrm>
      </p:grpSpPr>
      <p:pic>
        <p:nvPicPr>
          <p:cNvPr descr="A group of people looking at a computer&#10;&#10;Description automatically generated with medium confidence" id="168" name="Google Shape;168;p111"/>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descr="Graphical user interface&#10;&#10;Description automatically generated" id="169" name="Google Shape;169;p111"/>
          <p:cNvPicPr preferRelativeResize="0"/>
          <p:nvPr/>
        </p:nvPicPr>
        <p:blipFill rotWithShape="1">
          <a:blip r:embed="rId3">
            <a:alphaModFix/>
          </a:blip>
          <a:srcRect b="0" l="0" r="0" t="0"/>
          <a:stretch/>
        </p:blipFill>
        <p:spPr>
          <a:xfrm>
            <a:off x="-136633" y="432187"/>
            <a:ext cx="7567992" cy="4255427"/>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Title">
  <p:cSld name="1_Presentation Title">
    <p:spTree>
      <p:nvGrpSpPr>
        <p:cNvPr id="170" name="Shape 170"/>
        <p:cNvGrpSpPr/>
        <p:nvPr/>
      </p:nvGrpSpPr>
      <p:grpSpPr>
        <a:xfrm>
          <a:off x="0" y="0"/>
          <a:ext cx="0" cy="0"/>
          <a:chOff x="0" y="0"/>
          <a:chExt cx="0" cy="0"/>
        </a:xfrm>
      </p:grpSpPr>
      <p:pic>
        <p:nvPicPr>
          <p:cNvPr descr="Two people looking at a tablet&#10;&#10;Description automatically generated with medium confidence" id="171" name="Google Shape;171;p11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2" name="Google Shape;172;p112"/>
          <p:cNvSpPr txBox="1"/>
          <p:nvPr/>
        </p:nvSpPr>
        <p:spPr>
          <a:xfrm>
            <a:off x="1482438" y="5246255"/>
            <a:ext cx="6734282" cy="93060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FFFFF"/>
              </a:solidFill>
              <a:latin typeface="Play"/>
              <a:ea typeface="Play"/>
              <a:cs typeface="Play"/>
              <a:sym typeface="Play"/>
            </a:endParaRPr>
          </a:p>
        </p:txBody>
      </p:sp>
      <p:sp>
        <p:nvSpPr>
          <p:cNvPr id="173" name="Google Shape;173;p112"/>
          <p:cNvSpPr txBox="1"/>
          <p:nvPr>
            <p:ph type="title"/>
          </p:nvPr>
        </p:nvSpPr>
        <p:spPr>
          <a:xfrm>
            <a:off x="1557252" y="2699715"/>
            <a:ext cx="3663141" cy="24800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112"/>
          <p:cNvSpPr txBox="1"/>
          <p:nvPr>
            <p:ph idx="1" type="body"/>
          </p:nvPr>
        </p:nvSpPr>
        <p:spPr>
          <a:xfrm>
            <a:off x="1557252" y="5296134"/>
            <a:ext cx="4045527"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 Breaker">
  <p:cSld name="2_Section Breaker">
    <p:spTree>
      <p:nvGrpSpPr>
        <p:cNvPr id="175" name="Shape 175"/>
        <p:cNvGrpSpPr/>
        <p:nvPr/>
      </p:nvGrpSpPr>
      <p:grpSpPr>
        <a:xfrm>
          <a:off x="0" y="0"/>
          <a:ext cx="0" cy="0"/>
          <a:chOff x="0" y="0"/>
          <a:chExt cx="0" cy="0"/>
        </a:xfrm>
      </p:grpSpPr>
      <p:pic>
        <p:nvPicPr>
          <p:cNvPr id="176" name="Google Shape;176;p113"/>
          <p:cNvPicPr preferRelativeResize="0"/>
          <p:nvPr/>
        </p:nvPicPr>
        <p:blipFill rotWithShape="1">
          <a:blip r:embed="rId2">
            <a:alphaModFix/>
          </a:blip>
          <a:srcRect b="0" l="0" r="0" t="0"/>
          <a:stretch/>
        </p:blipFill>
        <p:spPr>
          <a:xfrm>
            <a:off x="4805" y="-3174"/>
            <a:ext cx="12197642" cy="6861174"/>
          </a:xfrm>
          <a:prstGeom prst="rect">
            <a:avLst/>
          </a:prstGeom>
          <a:noFill/>
          <a:ln>
            <a:noFill/>
          </a:ln>
        </p:spPr>
      </p:pic>
      <p:sp>
        <p:nvSpPr>
          <p:cNvPr id="177" name="Google Shape;177;p113"/>
          <p:cNvSpPr txBox="1"/>
          <p:nvPr>
            <p:ph type="title"/>
          </p:nvPr>
        </p:nvSpPr>
        <p:spPr>
          <a:xfrm>
            <a:off x="1833786" y="1743334"/>
            <a:ext cx="6611946" cy="18748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8" name="Google Shape;178;p113"/>
          <p:cNvSpPr txBox="1"/>
          <p:nvPr>
            <p:ph idx="1" type="body"/>
          </p:nvPr>
        </p:nvSpPr>
        <p:spPr>
          <a:xfrm>
            <a:off x="1833563" y="3710273"/>
            <a:ext cx="5176837" cy="649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 / Review">
  <p:cSld name="2_Agenda / Review">
    <p:bg>
      <p:bgPr>
        <a:solidFill>
          <a:srgbClr val="FFE17A"/>
        </a:solidFill>
      </p:bgPr>
    </p:bg>
    <p:spTree>
      <p:nvGrpSpPr>
        <p:cNvPr id="179" name="Shape 179"/>
        <p:cNvGrpSpPr/>
        <p:nvPr/>
      </p:nvGrpSpPr>
      <p:grpSpPr>
        <a:xfrm>
          <a:off x="0" y="0"/>
          <a:ext cx="0" cy="0"/>
          <a:chOff x="0" y="0"/>
          <a:chExt cx="0" cy="0"/>
        </a:xfrm>
      </p:grpSpPr>
      <p:sp>
        <p:nvSpPr>
          <p:cNvPr id="180" name="Google Shape;180;p114"/>
          <p:cNvSpPr txBox="1"/>
          <p:nvPr>
            <p:ph type="title"/>
          </p:nvPr>
        </p:nvSpPr>
        <p:spPr>
          <a:xfrm>
            <a:off x="484237" y="227473"/>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114"/>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82" name="Google Shape;182;p114"/>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83" name="Google Shape;183;p114"/>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
        <p:nvSpPr>
          <p:cNvPr id="184" name="Google Shape;184;p114"/>
          <p:cNvSpPr txBox="1"/>
          <p:nvPr>
            <p:ph idx="1" type="body"/>
          </p:nvPr>
        </p:nvSpPr>
        <p:spPr>
          <a:xfrm>
            <a:off x="484237" y="1561349"/>
            <a:ext cx="10069513" cy="347345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Font typeface="Arial"/>
              <a:buChar char="•"/>
              <a:defRPr sz="28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85" name="Google Shape;185;p114"/>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 / Review">
  <p:cSld name="3_Agenda / Review">
    <p:bg>
      <p:bgPr>
        <a:solidFill>
          <a:srgbClr val="FFE17A"/>
        </a:solidFill>
      </p:bgPr>
    </p:bg>
    <p:spTree>
      <p:nvGrpSpPr>
        <p:cNvPr id="186" name="Shape 186"/>
        <p:cNvGrpSpPr/>
        <p:nvPr/>
      </p:nvGrpSpPr>
      <p:grpSpPr>
        <a:xfrm>
          <a:off x="0" y="0"/>
          <a:ext cx="0" cy="0"/>
          <a:chOff x="0" y="0"/>
          <a:chExt cx="0" cy="0"/>
        </a:xfrm>
      </p:grpSpPr>
      <p:sp>
        <p:nvSpPr>
          <p:cNvPr id="187" name="Google Shape;187;p115"/>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88" name="Google Shape;188;p115"/>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89" name="Google Shape;189;p115"/>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190" name="Google Shape;190;p115"/>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91" name="Google Shape;191;p115"/>
          <p:cNvSpPr txBox="1"/>
          <p:nvPr>
            <p:ph type="title"/>
          </p:nvPr>
        </p:nvSpPr>
        <p:spPr>
          <a:xfrm>
            <a:off x="247073" y="2784693"/>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15"/>
          <p:cNvSpPr txBox="1"/>
          <p:nvPr>
            <p:ph idx="1" type="body"/>
          </p:nvPr>
        </p:nvSpPr>
        <p:spPr>
          <a:xfrm>
            <a:off x="247073" y="4242665"/>
            <a:ext cx="10515600" cy="5694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Normal Page">
  <p:cSld name="2_Normal Page">
    <p:spTree>
      <p:nvGrpSpPr>
        <p:cNvPr id="193" name="Shape 193"/>
        <p:cNvGrpSpPr/>
        <p:nvPr/>
      </p:nvGrpSpPr>
      <p:grpSpPr>
        <a:xfrm>
          <a:off x="0" y="0"/>
          <a:ext cx="0" cy="0"/>
          <a:chOff x="0" y="0"/>
          <a:chExt cx="0" cy="0"/>
        </a:xfrm>
      </p:grpSpPr>
      <p:sp>
        <p:nvSpPr>
          <p:cNvPr id="194" name="Google Shape;194;p116"/>
          <p:cNvSpPr txBox="1"/>
          <p:nvPr>
            <p:ph type="title"/>
          </p:nvPr>
        </p:nvSpPr>
        <p:spPr>
          <a:xfrm>
            <a:off x="487217" y="55362"/>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116"/>
          <p:cNvSpPr txBox="1"/>
          <p:nvPr>
            <p:ph idx="1" type="body"/>
          </p:nvPr>
        </p:nvSpPr>
        <p:spPr>
          <a:xfrm>
            <a:off x="487217" y="1380925"/>
            <a:ext cx="10515600" cy="399891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Font typeface="Arial"/>
              <a:buNone/>
              <a:defRPr sz="2800">
                <a:solidFill>
                  <a:schemeClr val="dk1"/>
                </a:solidFill>
                <a:latin typeface="Arial"/>
                <a:ea typeface="Arial"/>
                <a:cs typeface="Arial"/>
                <a:sym typeface="Arial"/>
              </a:defRPr>
            </a:lvl1pPr>
            <a:lvl2pPr indent="-406400" lvl="1" marL="914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2pPr>
            <a:lvl3pPr indent="-406400" lvl="2" marL="13716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3pPr>
            <a:lvl4pPr indent="-406400" lvl="3" marL="18288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4pPr>
            <a:lvl5pPr indent="-406400" lvl="4" marL="22860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116"/>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97" name="Google Shape;197;p116"/>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198" name="Google Shape;198;p116"/>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99" name="Google Shape;199;p116"/>
          <p:cNvSpPr/>
          <p:nvPr/>
        </p:nvSpPr>
        <p:spPr>
          <a:xfrm>
            <a:off x="11734801" y="6393067"/>
            <a:ext cx="457199" cy="4649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 name="Google Shape;200;p116"/>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iddle Layout">
  <p:cSld name="2_Middle Layout">
    <p:spTree>
      <p:nvGrpSpPr>
        <p:cNvPr id="201" name="Shape 201"/>
        <p:cNvGrpSpPr/>
        <p:nvPr/>
      </p:nvGrpSpPr>
      <p:grpSpPr>
        <a:xfrm>
          <a:off x="0" y="0"/>
          <a:ext cx="0" cy="0"/>
          <a:chOff x="0" y="0"/>
          <a:chExt cx="0" cy="0"/>
        </a:xfrm>
      </p:grpSpPr>
      <p:sp>
        <p:nvSpPr>
          <p:cNvPr id="202" name="Google Shape;202;p117"/>
          <p:cNvSpPr txBox="1"/>
          <p:nvPr>
            <p:ph type="title"/>
          </p:nvPr>
        </p:nvSpPr>
        <p:spPr>
          <a:xfrm>
            <a:off x="247073" y="2784693"/>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117"/>
          <p:cNvSpPr txBox="1"/>
          <p:nvPr>
            <p:ph idx="1" type="body"/>
          </p:nvPr>
        </p:nvSpPr>
        <p:spPr>
          <a:xfrm>
            <a:off x="247073" y="4242665"/>
            <a:ext cx="10515600" cy="5694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117"/>
          <p:cNvSpPr/>
          <p:nvPr/>
        </p:nvSpPr>
        <p:spPr>
          <a:xfrm>
            <a:off x="11734800" y="6393067"/>
            <a:ext cx="457199" cy="46493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 name="Google Shape;205;p117"/>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06" name="Google Shape;206;p117"/>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07" name="Google Shape;207;p117"/>
          <p:cNvSpPr txBox="1"/>
          <p:nvPr>
            <p:ph idx="12" type="sldNum"/>
          </p:nvPr>
        </p:nvSpPr>
        <p:spPr>
          <a:xfrm>
            <a:off x="11734799" y="6497493"/>
            <a:ext cx="457201" cy="365125"/>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208" name="Google Shape;208;p117"/>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VersionEnd">
  <p:cSld name="USVersionEnd">
    <p:bg>
      <p:bgPr>
        <a:blipFill>
          <a:blip r:embed="rId2">
            <a:alphaModFix/>
          </a:blip>
          <a:stretch>
            <a:fillRect/>
          </a:stretch>
        </a:blipFill>
      </p:bgPr>
    </p:bg>
    <p:spTree>
      <p:nvGrpSpPr>
        <p:cNvPr id="209" name="Shape 209"/>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4 copy" type="tx">
  <p:cSld name="TITLE_AND_BODY">
    <p:spTree>
      <p:nvGrpSpPr>
        <p:cNvPr id="210" name="Shape 210"/>
        <p:cNvGrpSpPr/>
        <p:nvPr/>
      </p:nvGrpSpPr>
      <p:grpSpPr>
        <a:xfrm>
          <a:off x="0" y="0"/>
          <a:ext cx="0" cy="0"/>
          <a:chOff x="0" y="0"/>
          <a:chExt cx="0" cy="0"/>
        </a:xfrm>
      </p:grpSpPr>
      <p:sp>
        <p:nvSpPr>
          <p:cNvPr id="211" name="Google Shape;211;p119"/>
          <p:cNvSpPr/>
          <p:nvPr/>
        </p:nvSpPr>
        <p:spPr>
          <a:xfrm>
            <a:off x="11750073" y="-5406"/>
            <a:ext cx="438151" cy="6429217"/>
          </a:xfrm>
          <a:prstGeom prst="rect">
            <a:avLst/>
          </a:prstGeom>
          <a:solidFill>
            <a:srgbClr val="E9E9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12" name="Google Shape;212;p119"/>
          <p:cNvSpPr/>
          <p:nvPr/>
        </p:nvSpPr>
        <p:spPr>
          <a:xfrm rot="5400000">
            <a:off x="5660355" y="766299"/>
            <a:ext cx="438151" cy="11753431"/>
          </a:xfrm>
          <a:prstGeom prst="rect">
            <a:avLst/>
          </a:prstGeom>
          <a:solidFill>
            <a:srgbClr val="E9E9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cxnSp>
        <p:nvCxnSpPr>
          <p:cNvPr id="213" name="Google Shape;213;p119"/>
          <p:cNvCxnSpPr/>
          <p:nvPr/>
        </p:nvCxnSpPr>
        <p:spPr>
          <a:xfrm rot="10800000">
            <a:off x="388358" y="329449"/>
            <a:ext cx="3761390" cy="1"/>
          </a:xfrm>
          <a:prstGeom prst="straightConnector1">
            <a:avLst/>
          </a:prstGeom>
          <a:noFill/>
          <a:ln cap="flat" cmpd="sng" w="12700">
            <a:solidFill>
              <a:srgbClr val="A5A5A5"/>
            </a:solidFill>
            <a:prstDash val="solid"/>
            <a:miter lim="8000"/>
            <a:headEnd len="sm" w="sm" type="none"/>
            <a:tailEnd len="sm" w="sm" type="none"/>
          </a:ln>
        </p:spPr>
      </p:cxnSp>
      <p:sp>
        <p:nvSpPr>
          <p:cNvPr id="214" name="Google Shape;214;p119"/>
          <p:cNvSpPr txBox="1"/>
          <p:nvPr>
            <p:ph idx="1" type="body"/>
          </p:nvPr>
        </p:nvSpPr>
        <p:spPr>
          <a:xfrm>
            <a:off x="367358" y="445135"/>
            <a:ext cx="4001657" cy="247651"/>
          </a:xfrm>
          <a:prstGeom prst="rect">
            <a:avLst/>
          </a:prstGeom>
          <a:noFill/>
          <a:ln>
            <a:noFill/>
          </a:ln>
        </p:spPr>
        <p:txBody>
          <a:bodyPr anchorCtr="0" anchor="t" bIns="45700" lIns="91425" spcFirstLastPara="1" rIns="91425" wrap="square" tIns="45700">
            <a:spAutoFit/>
          </a:bodyPr>
          <a:lstStyle>
            <a:lvl1pPr indent="-228600" lvl="0" marL="457200" algn="l">
              <a:lnSpc>
                <a:spcPct val="80000"/>
              </a:lnSpc>
              <a:spcBef>
                <a:spcPts val="0"/>
              </a:spcBef>
              <a:spcAft>
                <a:spcPts val="0"/>
              </a:spcAft>
              <a:buClr>
                <a:srgbClr val="0D295C"/>
              </a:buClr>
              <a:buSzPts val="1200"/>
              <a:buNone/>
              <a:defRPr sz="1200">
                <a:solidFill>
                  <a:srgbClr val="0D295C"/>
                </a:solidFill>
                <a:latin typeface="Calibri"/>
                <a:ea typeface="Calibri"/>
                <a:cs typeface="Calibri"/>
                <a:sym typeface="Calibri"/>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5" name="Google Shape;215;p119"/>
          <p:cNvSpPr txBox="1"/>
          <p:nvPr>
            <p:ph idx="2" type="body"/>
          </p:nvPr>
        </p:nvSpPr>
        <p:spPr>
          <a:xfrm>
            <a:off x="367358" y="698500"/>
            <a:ext cx="2555441" cy="830997"/>
          </a:xfrm>
          <a:prstGeom prst="rect">
            <a:avLst/>
          </a:prstGeom>
          <a:noFill/>
          <a:ln>
            <a:noFill/>
          </a:ln>
        </p:spPr>
        <p:txBody>
          <a:bodyPr anchorCtr="0" anchor="t" bIns="45700" lIns="91425" spcFirstLastPara="1" rIns="91425" wrap="square" tIns="45700">
            <a:spAutoFit/>
          </a:bodyPr>
          <a:lstStyle>
            <a:lvl1pPr indent="-228600" lvl="0" marL="457200" algn="l">
              <a:lnSpc>
                <a:spcPct val="80000"/>
              </a:lnSpc>
              <a:spcBef>
                <a:spcPts val="0"/>
              </a:spcBef>
              <a:spcAft>
                <a:spcPts val="0"/>
              </a:spcAft>
              <a:buClr>
                <a:srgbClr val="0D295B"/>
              </a:buClr>
              <a:buSzPts val="3000"/>
              <a:buNone/>
              <a:defRPr sz="3000">
                <a:solidFill>
                  <a:srgbClr val="0D295B"/>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119"/>
          <p:cNvSpPr txBox="1"/>
          <p:nvPr>
            <p:ph idx="3" type="body"/>
          </p:nvPr>
        </p:nvSpPr>
        <p:spPr>
          <a:xfrm>
            <a:off x="344751" y="1828800"/>
            <a:ext cx="3764699" cy="1833881"/>
          </a:xfrm>
          <a:prstGeom prst="rect">
            <a:avLst/>
          </a:prstGeom>
          <a:noFill/>
          <a:ln>
            <a:noFill/>
          </a:ln>
        </p:spPr>
        <p:txBody>
          <a:bodyPr anchorCtr="0" anchor="t" bIns="91425" lIns="91425" spcFirstLastPara="1" rIns="91425" wrap="square" tIns="91425">
            <a:spAutoFit/>
          </a:bodyPr>
          <a:lstStyle>
            <a:lvl1pPr indent="-228600" lvl="0" marL="457200" algn="l">
              <a:lnSpc>
                <a:spcPct val="110000"/>
              </a:lnSpc>
              <a:spcBef>
                <a:spcPts val="1300"/>
              </a:spcBef>
              <a:spcAft>
                <a:spcPts val="0"/>
              </a:spcAft>
              <a:buClr>
                <a:schemeClr val="dk1"/>
              </a:buClr>
              <a:buSzPts val="1100"/>
              <a:buNone/>
              <a:defRPr sz="11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p119"/>
          <p:cNvSpPr txBox="1"/>
          <p:nvPr>
            <p:ph idx="12" type="sldNum"/>
          </p:nvPr>
        </p:nvSpPr>
        <p:spPr>
          <a:xfrm>
            <a:off x="11883354" y="6540500"/>
            <a:ext cx="184287" cy="1905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900">
                <a:latin typeface="Helvetica Neue"/>
                <a:ea typeface="Helvetica Neue"/>
                <a:cs typeface="Helvetica Neue"/>
                <a:sym typeface="Helvetica Neue"/>
              </a:defRPr>
            </a:lvl1pPr>
            <a:lvl2pPr indent="0" lvl="1" marL="0" algn="l">
              <a:spcBef>
                <a:spcPts val="0"/>
              </a:spcBef>
              <a:buNone/>
              <a:defRPr sz="900">
                <a:latin typeface="Helvetica Neue"/>
                <a:ea typeface="Helvetica Neue"/>
                <a:cs typeface="Helvetica Neue"/>
                <a:sym typeface="Helvetica Neue"/>
              </a:defRPr>
            </a:lvl2pPr>
            <a:lvl3pPr indent="0" lvl="2" marL="0" algn="l">
              <a:spcBef>
                <a:spcPts val="0"/>
              </a:spcBef>
              <a:buNone/>
              <a:defRPr sz="900">
                <a:latin typeface="Helvetica Neue"/>
                <a:ea typeface="Helvetica Neue"/>
                <a:cs typeface="Helvetica Neue"/>
                <a:sym typeface="Helvetica Neue"/>
              </a:defRPr>
            </a:lvl3pPr>
            <a:lvl4pPr indent="0" lvl="3" marL="0" algn="l">
              <a:spcBef>
                <a:spcPts val="0"/>
              </a:spcBef>
              <a:buNone/>
              <a:defRPr sz="900">
                <a:latin typeface="Helvetica Neue"/>
                <a:ea typeface="Helvetica Neue"/>
                <a:cs typeface="Helvetica Neue"/>
                <a:sym typeface="Helvetica Neue"/>
              </a:defRPr>
            </a:lvl4pPr>
            <a:lvl5pPr indent="0" lvl="4" marL="0" algn="l">
              <a:spcBef>
                <a:spcPts val="0"/>
              </a:spcBef>
              <a:buNone/>
              <a:defRPr sz="900">
                <a:latin typeface="Helvetica Neue"/>
                <a:ea typeface="Helvetica Neue"/>
                <a:cs typeface="Helvetica Neue"/>
                <a:sym typeface="Helvetica Neue"/>
              </a:defRPr>
            </a:lvl5pPr>
            <a:lvl6pPr indent="0" lvl="5" marL="0" algn="l">
              <a:spcBef>
                <a:spcPts val="0"/>
              </a:spcBef>
              <a:buNone/>
              <a:defRPr sz="900">
                <a:latin typeface="Helvetica Neue"/>
                <a:ea typeface="Helvetica Neue"/>
                <a:cs typeface="Helvetica Neue"/>
                <a:sym typeface="Helvetica Neue"/>
              </a:defRPr>
            </a:lvl6pPr>
            <a:lvl7pPr indent="0" lvl="6" marL="0" algn="l">
              <a:spcBef>
                <a:spcPts val="0"/>
              </a:spcBef>
              <a:buNone/>
              <a:defRPr sz="900">
                <a:latin typeface="Helvetica Neue"/>
                <a:ea typeface="Helvetica Neue"/>
                <a:cs typeface="Helvetica Neue"/>
                <a:sym typeface="Helvetica Neue"/>
              </a:defRPr>
            </a:lvl7pPr>
            <a:lvl8pPr indent="0" lvl="7" marL="0" algn="l">
              <a:spcBef>
                <a:spcPts val="0"/>
              </a:spcBef>
              <a:buNone/>
              <a:defRPr sz="900">
                <a:latin typeface="Helvetica Neue"/>
                <a:ea typeface="Helvetica Neue"/>
                <a:cs typeface="Helvetica Neue"/>
                <a:sym typeface="Helvetica Neue"/>
              </a:defRPr>
            </a:lvl8pPr>
            <a:lvl9pPr indent="0" lvl="8" marL="0" algn="l">
              <a:spcBef>
                <a:spcPts val="0"/>
              </a:spcBef>
              <a:buNone/>
              <a:defRPr sz="900">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US"/>
              <a:t>‹#›</a:t>
            </a:fld>
            <a:endParaRPr>
              <a:solidFill>
                <a:schemeClr val="dk1"/>
              </a:solidFill>
            </a:endParaRPr>
          </a:p>
        </p:txBody>
      </p:sp>
      <p:pic>
        <p:nvPicPr>
          <p:cNvPr descr="Image" id="218" name="Google Shape;218;p119"/>
          <p:cNvPicPr preferRelativeResize="0"/>
          <p:nvPr/>
        </p:nvPicPr>
        <p:blipFill rotWithShape="1">
          <a:blip r:embed="rId2">
            <a:alphaModFix/>
          </a:blip>
          <a:srcRect b="0" l="0" r="0" t="0"/>
          <a:stretch/>
        </p:blipFill>
        <p:spPr>
          <a:xfrm>
            <a:off x="10591014" y="6511152"/>
            <a:ext cx="989661" cy="261845"/>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2" name="Shape 222"/>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p:cSld name="1_title">
    <p:spTree>
      <p:nvGrpSpPr>
        <p:cNvPr id="223" name="Shape 223"/>
        <p:cNvGrpSpPr/>
        <p:nvPr/>
      </p:nvGrpSpPr>
      <p:grpSpPr>
        <a:xfrm>
          <a:off x="0" y="0"/>
          <a:ext cx="0" cy="0"/>
          <a:chOff x="0" y="0"/>
          <a:chExt cx="0" cy="0"/>
        </a:xfrm>
      </p:grpSpPr>
      <p:sp>
        <p:nvSpPr>
          <p:cNvPr id="224" name="Google Shape;224;p56"/>
          <p:cNvSpPr/>
          <p:nvPr>
            <p:ph idx="2" type="pic"/>
          </p:nvPr>
        </p:nvSpPr>
        <p:spPr>
          <a:xfrm>
            <a:off x="0" y="0"/>
            <a:ext cx="12192000" cy="6858000"/>
          </a:xfrm>
          <a:prstGeom prst="rect">
            <a:avLst/>
          </a:prstGeom>
          <a:noFill/>
          <a:ln>
            <a:noFill/>
          </a:ln>
        </p:spPr>
      </p:sp>
      <p:pic>
        <p:nvPicPr>
          <p:cNvPr id="225" name="Google Shape;225;p56"/>
          <p:cNvPicPr preferRelativeResize="0"/>
          <p:nvPr/>
        </p:nvPicPr>
        <p:blipFill rotWithShape="1">
          <a:blip r:embed="rId2">
            <a:alphaModFix/>
          </a:blip>
          <a:srcRect b="0" l="0" r="0" t="0"/>
          <a:stretch/>
        </p:blipFill>
        <p:spPr>
          <a:xfrm>
            <a:off x="0" y="0"/>
            <a:ext cx="7638757" cy="7638757"/>
          </a:xfrm>
          <a:prstGeom prst="rect">
            <a:avLst/>
          </a:prstGeom>
          <a:noFill/>
          <a:ln>
            <a:noFill/>
          </a:ln>
        </p:spPr>
      </p:pic>
      <p:pic>
        <p:nvPicPr>
          <p:cNvPr id="226" name="Google Shape;226;p56"/>
          <p:cNvPicPr preferRelativeResize="0"/>
          <p:nvPr/>
        </p:nvPicPr>
        <p:blipFill rotWithShape="1">
          <a:blip r:embed="rId3">
            <a:alphaModFix/>
          </a:blip>
          <a:srcRect b="0" l="0" r="0" t="0"/>
          <a:stretch/>
        </p:blipFill>
        <p:spPr>
          <a:xfrm>
            <a:off x="1379122" y="1392116"/>
            <a:ext cx="1358900" cy="838200"/>
          </a:xfrm>
          <a:prstGeom prst="rect">
            <a:avLst/>
          </a:prstGeom>
          <a:noFill/>
          <a:ln>
            <a:noFill/>
          </a:ln>
        </p:spPr>
      </p:pic>
      <p:sp>
        <p:nvSpPr>
          <p:cNvPr id="227" name="Google Shape;227;p56"/>
          <p:cNvSpPr txBox="1"/>
          <p:nvPr>
            <p:ph type="ctrTitle"/>
          </p:nvPr>
        </p:nvSpPr>
        <p:spPr>
          <a:xfrm>
            <a:off x="1264245" y="2920341"/>
            <a:ext cx="4566715"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56"/>
          <p:cNvSpPr txBox="1"/>
          <p:nvPr>
            <p:ph idx="1" type="subTitle"/>
          </p:nvPr>
        </p:nvSpPr>
        <p:spPr>
          <a:xfrm>
            <a:off x="1264245" y="4887268"/>
            <a:ext cx="4566715"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p:cSld name="2_title">
    <p:bg>
      <p:bgPr>
        <a:solidFill>
          <a:srgbClr val="1F31AD"/>
        </a:solidFill>
      </p:bgPr>
    </p:bg>
    <p:spTree>
      <p:nvGrpSpPr>
        <p:cNvPr id="229" name="Shape 229"/>
        <p:cNvGrpSpPr/>
        <p:nvPr/>
      </p:nvGrpSpPr>
      <p:grpSpPr>
        <a:xfrm>
          <a:off x="0" y="0"/>
          <a:ext cx="0" cy="0"/>
          <a:chOff x="0" y="0"/>
          <a:chExt cx="0" cy="0"/>
        </a:xfrm>
      </p:grpSpPr>
      <p:sp>
        <p:nvSpPr>
          <p:cNvPr id="230" name="Google Shape;230;p57"/>
          <p:cNvSpPr txBox="1"/>
          <p:nvPr>
            <p:ph type="ctrTitle"/>
          </p:nvPr>
        </p:nvSpPr>
        <p:spPr>
          <a:xfrm>
            <a:off x="8090008" y="1554148"/>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500"/>
              <a:buFont typeface="Play"/>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57"/>
          <p:cNvSpPr txBox="1"/>
          <p:nvPr>
            <p:ph idx="1" type="subTitle"/>
          </p:nvPr>
        </p:nvSpPr>
        <p:spPr>
          <a:xfrm>
            <a:off x="8090008" y="3521075"/>
            <a:ext cx="3598410"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32" name="Google Shape;232;p57"/>
          <p:cNvPicPr preferRelativeResize="0"/>
          <p:nvPr/>
        </p:nvPicPr>
        <p:blipFill rotWithShape="1">
          <a:blip r:embed="rId2">
            <a:alphaModFix/>
          </a:blip>
          <a:srcRect b="0" l="0" r="0" t="0"/>
          <a:stretch/>
        </p:blipFill>
        <p:spPr>
          <a:xfrm>
            <a:off x="-1" y="5983357"/>
            <a:ext cx="874643" cy="874643"/>
          </a:xfrm>
          <a:prstGeom prst="rect">
            <a:avLst/>
          </a:prstGeom>
          <a:noFill/>
          <a:ln>
            <a:noFill/>
          </a:ln>
        </p:spPr>
      </p:pic>
      <p:sp>
        <p:nvSpPr>
          <p:cNvPr id="233" name="Google Shape;233;p57"/>
          <p:cNvSpPr/>
          <p:nvPr>
            <p:ph idx="2" type="pic"/>
          </p:nvPr>
        </p:nvSpPr>
        <p:spPr>
          <a:xfrm>
            <a:off x="874642" y="-695294"/>
            <a:ext cx="6678652" cy="6678652"/>
          </a:xfrm>
          <a:prstGeom prst="flowChartDelay">
            <a:avLst/>
          </a:prstGeom>
          <a:noFill/>
          <a:ln>
            <a:noFill/>
          </a:ln>
        </p:spPr>
      </p:sp>
      <p:pic>
        <p:nvPicPr>
          <p:cNvPr id="234" name="Google Shape;234;p57"/>
          <p:cNvPicPr preferRelativeResize="0"/>
          <p:nvPr/>
        </p:nvPicPr>
        <p:blipFill rotWithShape="1">
          <a:blip r:embed="rId3">
            <a:alphaModFix/>
          </a:blip>
          <a:srcRect b="0" l="0" r="0" t="0"/>
          <a:stretch/>
        </p:blipFill>
        <p:spPr>
          <a:xfrm>
            <a:off x="8926848" y="5621866"/>
            <a:ext cx="2523761" cy="665177"/>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p:cSld name="3_title">
    <p:bg>
      <p:bgPr>
        <a:solidFill>
          <a:srgbClr val="DCDCDC"/>
        </a:solidFill>
      </p:bgPr>
    </p:bg>
    <p:spTree>
      <p:nvGrpSpPr>
        <p:cNvPr id="235" name="Shape 235"/>
        <p:cNvGrpSpPr/>
        <p:nvPr/>
      </p:nvGrpSpPr>
      <p:grpSpPr>
        <a:xfrm>
          <a:off x="0" y="0"/>
          <a:ext cx="0" cy="0"/>
          <a:chOff x="0" y="0"/>
          <a:chExt cx="0" cy="0"/>
        </a:xfrm>
      </p:grpSpPr>
      <p:sp>
        <p:nvSpPr>
          <p:cNvPr id="236" name="Google Shape;236;p58"/>
          <p:cNvSpPr txBox="1"/>
          <p:nvPr>
            <p:ph type="ctrTitle"/>
          </p:nvPr>
        </p:nvSpPr>
        <p:spPr>
          <a:xfrm>
            <a:off x="7118003" y="2330005"/>
            <a:ext cx="435137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0000"/>
              </a:buClr>
              <a:buSzPts val="5000"/>
              <a:buFont typeface="Play"/>
              <a:buNone/>
              <a:defRPr sz="5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58"/>
          <p:cNvSpPr txBox="1"/>
          <p:nvPr>
            <p:ph idx="1" type="subTitle"/>
          </p:nvPr>
        </p:nvSpPr>
        <p:spPr>
          <a:xfrm>
            <a:off x="7118003" y="4296932"/>
            <a:ext cx="435137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38" name="Google Shape;238;p58"/>
          <p:cNvPicPr preferRelativeResize="0"/>
          <p:nvPr/>
        </p:nvPicPr>
        <p:blipFill rotWithShape="1">
          <a:blip r:embed="rId2">
            <a:alphaModFix/>
          </a:blip>
          <a:srcRect b="0" l="0" r="0" t="0"/>
          <a:stretch/>
        </p:blipFill>
        <p:spPr>
          <a:xfrm>
            <a:off x="-1" y="0"/>
            <a:ext cx="722625" cy="722625"/>
          </a:xfrm>
          <a:prstGeom prst="rect">
            <a:avLst/>
          </a:prstGeom>
          <a:noFill/>
          <a:ln>
            <a:noFill/>
          </a:ln>
        </p:spPr>
      </p:pic>
      <p:sp>
        <p:nvSpPr>
          <p:cNvPr id="239" name="Google Shape;239;p58"/>
          <p:cNvSpPr/>
          <p:nvPr>
            <p:ph idx="2" type="pic"/>
          </p:nvPr>
        </p:nvSpPr>
        <p:spPr>
          <a:xfrm>
            <a:off x="722624" y="724112"/>
            <a:ext cx="5517866" cy="5517866"/>
          </a:xfrm>
          <a:prstGeom prst="flowChartDelay">
            <a:avLst/>
          </a:prstGeom>
          <a:noFill/>
          <a:ln>
            <a:noFill/>
          </a:ln>
        </p:spPr>
      </p:sp>
      <p:pic>
        <p:nvPicPr>
          <p:cNvPr id="240" name="Google Shape;240;p58"/>
          <p:cNvPicPr preferRelativeResize="0"/>
          <p:nvPr/>
        </p:nvPicPr>
        <p:blipFill rotWithShape="1">
          <a:blip r:embed="rId3">
            <a:alphaModFix/>
          </a:blip>
          <a:srcRect b="0" l="0" r="0" t="0"/>
          <a:stretch/>
        </p:blipFill>
        <p:spPr>
          <a:xfrm>
            <a:off x="6462165" y="995711"/>
            <a:ext cx="2281959" cy="604907"/>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p:cSld name="4_title">
    <p:spTree>
      <p:nvGrpSpPr>
        <p:cNvPr id="241" name="Shape 241"/>
        <p:cNvGrpSpPr/>
        <p:nvPr/>
      </p:nvGrpSpPr>
      <p:grpSpPr>
        <a:xfrm>
          <a:off x="0" y="0"/>
          <a:ext cx="0" cy="0"/>
          <a:chOff x="0" y="0"/>
          <a:chExt cx="0" cy="0"/>
        </a:xfrm>
      </p:grpSpPr>
      <p:sp>
        <p:nvSpPr>
          <p:cNvPr id="242" name="Google Shape;242;p59"/>
          <p:cNvSpPr/>
          <p:nvPr>
            <p:ph idx="2" type="pic"/>
          </p:nvPr>
        </p:nvSpPr>
        <p:spPr>
          <a:xfrm>
            <a:off x="0" y="0"/>
            <a:ext cx="12192000" cy="6858000"/>
          </a:xfrm>
          <a:prstGeom prst="rect">
            <a:avLst/>
          </a:prstGeom>
          <a:noFill/>
          <a:ln>
            <a:noFill/>
          </a:ln>
        </p:spPr>
      </p:sp>
      <p:pic>
        <p:nvPicPr>
          <p:cNvPr id="243" name="Google Shape;243;p59"/>
          <p:cNvPicPr preferRelativeResize="0"/>
          <p:nvPr/>
        </p:nvPicPr>
        <p:blipFill rotWithShape="1">
          <a:blip r:embed="rId2">
            <a:alphaModFix/>
          </a:blip>
          <a:srcRect b="0" l="0" r="0" t="0"/>
          <a:stretch/>
        </p:blipFill>
        <p:spPr>
          <a:xfrm>
            <a:off x="-1" y="-3491246"/>
            <a:ext cx="10358214" cy="10358214"/>
          </a:xfrm>
          <a:prstGeom prst="rect">
            <a:avLst/>
          </a:prstGeom>
          <a:noFill/>
          <a:ln>
            <a:noFill/>
          </a:ln>
        </p:spPr>
      </p:pic>
      <p:sp>
        <p:nvSpPr>
          <p:cNvPr id="244" name="Google Shape;244;p59"/>
          <p:cNvSpPr/>
          <p:nvPr>
            <p:ph idx="3" type="pic"/>
          </p:nvPr>
        </p:nvSpPr>
        <p:spPr>
          <a:xfrm>
            <a:off x="0" y="0"/>
            <a:ext cx="12192000" cy="6858000"/>
          </a:xfrm>
          <a:prstGeom prst="rect">
            <a:avLst/>
          </a:prstGeom>
          <a:noFill/>
          <a:ln>
            <a:noFill/>
          </a:ln>
        </p:spPr>
      </p:sp>
      <p:sp>
        <p:nvSpPr>
          <p:cNvPr id="245" name="Google Shape;245;p59"/>
          <p:cNvSpPr txBox="1"/>
          <p:nvPr>
            <p:ph type="ctrTitle"/>
          </p:nvPr>
        </p:nvSpPr>
        <p:spPr>
          <a:xfrm>
            <a:off x="1833787" y="786741"/>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6" name="Google Shape;246;p59"/>
          <p:cNvSpPr txBox="1"/>
          <p:nvPr>
            <p:ph idx="1" type="subTitle"/>
          </p:nvPr>
        </p:nvSpPr>
        <p:spPr>
          <a:xfrm>
            <a:off x="1833787" y="2753669"/>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47" name="Google Shape;247;p59"/>
          <p:cNvPicPr preferRelativeResize="0"/>
          <p:nvPr/>
        </p:nvPicPr>
        <p:blipFill rotWithShape="1">
          <a:blip r:embed="rId3">
            <a:alphaModFix/>
          </a:blip>
          <a:srcRect b="0" l="0" r="0" t="0"/>
          <a:stretch/>
        </p:blipFill>
        <p:spPr>
          <a:xfrm>
            <a:off x="8926848" y="5621866"/>
            <a:ext cx="2523761" cy="665177"/>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p:cSld name="1_divider">
    <p:bg>
      <p:bgPr>
        <a:solidFill>
          <a:srgbClr val="1F31AD"/>
        </a:solidFill>
      </p:bgPr>
    </p:bg>
    <p:spTree>
      <p:nvGrpSpPr>
        <p:cNvPr id="248" name="Shape 248"/>
        <p:cNvGrpSpPr/>
        <p:nvPr/>
      </p:nvGrpSpPr>
      <p:grpSpPr>
        <a:xfrm>
          <a:off x="0" y="0"/>
          <a:ext cx="0" cy="0"/>
          <a:chOff x="0" y="0"/>
          <a:chExt cx="0" cy="0"/>
        </a:xfrm>
      </p:grpSpPr>
      <p:pic>
        <p:nvPicPr>
          <p:cNvPr id="249" name="Google Shape;249;p60"/>
          <p:cNvPicPr preferRelativeResize="0"/>
          <p:nvPr/>
        </p:nvPicPr>
        <p:blipFill rotWithShape="1">
          <a:blip r:embed="rId2">
            <a:alphaModFix/>
          </a:blip>
          <a:srcRect b="0" l="0" r="0" t="0"/>
          <a:stretch/>
        </p:blipFill>
        <p:spPr>
          <a:xfrm>
            <a:off x="0" y="0"/>
            <a:ext cx="8518358" cy="8518358"/>
          </a:xfrm>
          <a:prstGeom prst="rect">
            <a:avLst/>
          </a:prstGeom>
          <a:noFill/>
          <a:ln>
            <a:noFill/>
          </a:ln>
        </p:spPr>
      </p:pic>
      <p:sp>
        <p:nvSpPr>
          <p:cNvPr id="250" name="Google Shape;250;p60"/>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60"/>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52" name="Google Shape;252;p60"/>
          <p:cNvPicPr preferRelativeResize="0"/>
          <p:nvPr/>
        </p:nvPicPr>
        <p:blipFill rotWithShape="1">
          <a:blip r:embed="rId3">
            <a:alphaModFix/>
          </a:blip>
          <a:srcRect b="0" l="0" r="0" t="0"/>
          <a:stretch/>
        </p:blipFill>
        <p:spPr>
          <a:xfrm>
            <a:off x="1352549" y="288758"/>
            <a:ext cx="1352277" cy="356414"/>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p:cSld name="2_divider">
    <p:bg>
      <p:bgPr>
        <a:solidFill>
          <a:srgbClr val="5B69FF"/>
        </a:solidFill>
      </p:bgPr>
    </p:bg>
    <p:spTree>
      <p:nvGrpSpPr>
        <p:cNvPr id="253" name="Shape 253"/>
        <p:cNvGrpSpPr/>
        <p:nvPr/>
      </p:nvGrpSpPr>
      <p:grpSpPr>
        <a:xfrm>
          <a:off x="0" y="0"/>
          <a:ext cx="0" cy="0"/>
          <a:chOff x="0" y="0"/>
          <a:chExt cx="0" cy="0"/>
        </a:xfrm>
      </p:grpSpPr>
      <p:pic>
        <p:nvPicPr>
          <p:cNvPr id="254" name="Google Shape;254;p61"/>
          <p:cNvPicPr preferRelativeResize="0"/>
          <p:nvPr/>
        </p:nvPicPr>
        <p:blipFill rotWithShape="1">
          <a:blip r:embed="rId2">
            <a:alphaModFix/>
          </a:blip>
          <a:srcRect b="0" l="0" r="0" t="0"/>
          <a:stretch/>
        </p:blipFill>
        <p:spPr>
          <a:xfrm>
            <a:off x="-18007" y="-2896617"/>
            <a:ext cx="9763585" cy="9763585"/>
          </a:xfrm>
          <a:prstGeom prst="rect">
            <a:avLst/>
          </a:prstGeom>
          <a:noFill/>
          <a:ln>
            <a:noFill/>
          </a:ln>
        </p:spPr>
      </p:pic>
      <p:sp>
        <p:nvSpPr>
          <p:cNvPr id="255" name="Google Shape;255;p61"/>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61"/>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57" name="Google Shape;257;p61"/>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p:cSld name="3_divider">
    <p:bg>
      <p:bgPr>
        <a:solidFill>
          <a:srgbClr val="98A1FF"/>
        </a:solidFill>
      </p:bgPr>
    </p:bg>
    <p:spTree>
      <p:nvGrpSpPr>
        <p:cNvPr id="258" name="Shape 258"/>
        <p:cNvGrpSpPr/>
        <p:nvPr/>
      </p:nvGrpSpPr>
      <p:grpSpPr>
        <a:xfrm>
          <a:off x="0" y="0"/>
          <a:ext cx="0" cy="0"/>
          <a:chOff x="0" y="0"/>
          <a:chExt cx="0" cy="0"/>
        </a:xfrm>
      </p:grpSpPr>
      <p:sp>
        <p:nvSpPr>
          <p:cNvPr id="259" name="Google Shape;259;p62"/>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62"/>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61" name="Google Shape;261;p62"/>
          <p:cNvPicPr preferRelativeResize="0"/>
          <p:nvPr/>
        </p:nvPicPr>
        <p:blipFill rotWithShape="1">
          <a:blip r:embed="rId2">
            <a:alphaModFix/>
          </a:blip>
          <a:srcRect b="0" l="0" r="0" t="0"/>
          <a:stretch/>
        </p:blipFill>
        <p:spPr>
          <a:xfrm>
            <a:off x="-1" y="5983357"/>
            <a:ext cx="874643" cy="874643"/>
          </a:xfrm>
          <a:prstGeom prst="rect">
            <a:avLst/>
          </a:prstGeom>
          <a:noFill/>
          <a:ln>
            <a:noFill/>
          </a:ln>
        </p:spPr>
      </p:pic>
      <p:sp>
        <p:nvSpPr>
          <p:cNvPr id="262" name="Google Shape;262;p62"/>
          <p:cNvSpPr/>
          <p:nvPr>
            <p:ph idx="2" type="pic"/>
          </p:nvPr>
        </p:nvSpPr>
        <p:spPr>
          <a:xfrm>
            <a:off x="874642" y="-695294"/>
            <a:ext cx="6678652" cy="6678652"/>
          </a:xfrm>
          <a:prstGeom prst="flowChartDelay">
            <a:avLst/>
          </a:prstGeom>
          <a:noFill/>
          <a:ln>
            <a:noFill/>
          </a:ln>
        </p:spPr>
      </p:sp>
      <p:pic>
        <p:nvPicPr>
          <p:cNvPr id="263" name="Google Shape;263;p62"/>
          <p:cNvPicPr preferRelativeResize="0"/>
          <p:nvPr/>
        </p:nvPicPr>
        <p:blipFill rotWithShape="1">
          <a:blip r:embed="rId3">
            <a:alphaModFix/>
          </a:blip>
          <a:srcRect b="0" l="0" r="0" t="0"/>
          <a:stretch/>
        </p:blipFill>
        <p:spPr>
          <a:xfrm>
            <a:off x="1352549" y="6253214"/>
            <a:ext cx="1352277" cy="356414"/>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divider">
  <p:cSld name="4_divider">
    <p:bg>
      <p:bgPr>
        <a:solidFill>
          <a:srgbClr val="C81326"/>
        </a:solidFill>
      </p:bgPr>
    </p:bg>
    <p:spTree>
      <p:nvGrpSpPr>
        <p:cNvPr id="264" name="Shape 264"/>
        <p:cNvGrpSpPr/>
        <p:nvPr/>
      </p:nvGrpSpPr>
      <p:grpSpPr>
        <a:xfrm>
          <a:off x="0" y="0"/>
          <a:ext cx="0" cy="0"/>
          <a:chOff x="0" y="0"/>
          <a:chExt cx="0" cy="0"/>
        </a:xfrm>
      </p:grpSpPr>
      <p:sp>
        <p:nvSpPr>
          <p:cNvPr id="265" name="Google Shape;265;p63"/>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6" name="Google Shape;266;p63"/>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67" name="Google Shape;267;p63"/>
          <p:cNvPicPr preferRelativeResize="0"/>
          <p:nvPr/>
        </p:nvPicPr>
        <p:blipFill rotWithShape="1">
          <a:blip r:embed="rId2">
            <a:alphaModFix/>
          </a:blip>
          <a:srcRect b="0" l="0" r="0" t="0"/>
          <a:stretch/>
        </p:blipFill>
        <p:spPr>
          <a:xfrm>
            <a:off x="1352549" y="288758"/>
            <a:ext cx="1352277" cy="356414"/>
          </a:xfrm>
          <a:prstGeom prst="rect">
            <a:avLst/>
          </a:prstGeom>
          <a:noFill/>
          <a:ln>
            <a:noFill/>
          </a:ln>
        </p:spPr>
      </p:pic>
      <p:pic>
        <p:nvPicPr>
          <p:cNvPr id="268" name="Google Shape;268;p63"/>
          <p:cNvPicPr preferRelativeResize="0"/>
          <p:nvPr/>
        </p:nvPicPr>
        <p:blipFill rotWithShape="1">
          <a:blip r:embed="rId3">
            <a:alphaModFix/>
          </a:blip>
          <a:srcRect b="0" l="0" r="0" t="0"/>
          <a:stretch/>
        </p:blipFill>
        <p:spPr>
          <a:xfrm>
            <a:off x="-1" y="-1"/>
            <a:ext cx="8518357" cy="8518357"/>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divider">
  <p:cSld name="5_divider">
    <p:bg>
      <p:bgPr>
        <a:solidFill>
          <a:srgbClr val="FF5660"/>
        </a:solidFill>
      </p:bgPr>
    </p:bg>
    <p:spTree>
      <p:nvGrpSpPr>
        <p:cNvPr id="269" name="Shape 269"/>
        <p:cNvGrpSpPr/>
        <p:nvPr/>
      </p:nvGrpSpPr>
      <p:grpSpPr>
        <a:xfrm>
          <a:off x="0" y="0"/>
          <a:ext cx="0" cy="0"/>
          <a:chOff x="0" y="0"/>
          <a:chExt cx="0" cy="0"/>
        </a:xfrm>
      </p:grpSpPr>
      <p:pic>
        <p:nvPicPr>
          <p:cNvPr id="270" name="Google Shape;270;p64"/>
          <p:cNvPicPr preferRelativeResize="0"/>
          <p:nvPr/>
        </p:nvPicPr>
        <p:blipFill rotWithShape="1">
          <a:blip r:embed="rId2">
            <a:alphaModFix/>
          </a:blip>
          <a:srcRect b="0" l="0" r="0" t="0"/>
          <a:stretch/>
        </p:blipFill>
        <p:spPr>
          <a:xfrm>
            <a:off x="-18008" y="-2891071"/>
            <a:ext cx="9763585" cy="9763585"/>
          </a:xfrm>
          <a:prstGeom prst="rect">
            <a:avLst/>
          </a:prstGeom>
          <a:noFill/>
          <a:ln>
            <a:noFill/>
          </a:ln>
        </p:spPr>
      </p:pic>
      <p:sp>
        <p:nvSpPr>
          <p:cNvPr id="271" name="Google Shape;271;p64"/>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64"/>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73" name="Google Shape;273;p64"/>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divider">
  <p:cSld name="6_divider">
    <p:bg>
      <p:bgPr>
        <a:solidFill>
          <a:srgbClr val="FF858A"/>
        </a:solidFill>
      </p:bgPr>
    </p:bg>
    <p:spTree>
      <p:nvGrpSpPr>
        <p:cNvPr id="274" name="Shape 274"/>
        <p:cNvGrpSpPr/>
        <p:nvPr/>
      </p:nvGrpSpPr>
      <p:grpSpPr>
        <a:xfrm>
          <a:off x="0" y="0"/>
          <a:ext cx="0" cy="0"/>
          <a:chOff x="0" y="0"/>
          <a:chExt cx="0" cy="0"/>
        </a:xfrm>
      </p:grpSpPr>
      <p:sp>
        <p:nvSpPr>
          <p:cNvPr id="275" name="Google Shape;275;p65"/>
          <p:cNvSpPr txBox="1"/>
          <p:nvPr>
            <p:ph type="ctrTitle"/>
          </p:nvPr>
        </p:nvSpPr>
        <p:spPr>
          <a:xfrm>
            <a:off x="8017438" y="1842906"/>
            <a:ext cx="3598410" cy="1874852"/>
          </a:xfrm>
          <a:prstGeom prst="rect">
            <a:avLst/>
          </a:prstGeom>
          <a:solidFill>
            <a:srgbClr val="FF858A"/>
          </a:solid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65"/>
          <p:cNvSpPr txBox="1"/>
          <p:nvPr>
            <p:ph idx="1" type="subTitle"/>
          </p:nvPr>
        </p:nvSpPr>
        <p:spPr>
          <a:xfrm>
            <a:off x="8017438" y="3809833"/>
            <a:ext cx="3598410" cy="930609"/>
          </a:xfrm>
          <a:prstGeom prst="rect">
            <a:avLst/>
          </a:prstGeom>
          <a:solidFill>
            <a:srgbClr val="FF858A"/>
          </a:solid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77" name="Google Shape;277;p65"/>
          <p:cNvSpPr/>
          <p:nvPr>
            <p:ph idx="2" type="pic"/>
          </p:nvPr>
        </p:nvSpPr>
        <p:spPr>
          <a:xfrm>
            <a:off x="874642" y="-695294"/>
            <a:ext cx="6678652" cy="6678652"/>
          </a:xfrm>
          <a:prstGeom prst="flowChartDelay">
            <a:avLst/>
          </a:prstGeom>
          <a:noFill/>
          <a:ln>
            <a:noFill/>
          </a:ln>
        </p:spPr>
      </p:sp>
      <p:sp>
        <p:nvSpPr>
          <p:cNvPr id="278" name="Google Shape;278;p65"/>
          <p:cNvSpPr/>
          <p:nvPr/>
        </p:nvSpPr>
        <p:spPr>
          <a:xfrm>
            <a:off x="0" y="5983356"/>
            <a:ext cx="874643" cy="874643"/>
          </a:xfrm>
          <a:prstGeom prst="rect">
            <a:avLst/>
          </a:prstGeom>
          <a:solidFill>
            <a:srgbClr val="FF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279" name="Google Shape;279;p65"/>
          <p:cNvPicPr preferRelativeResize="0"/>
          <p:nvPr/>
        </p:nvPicPr>
        <p:blipFill rotWithShape="1">
          <a:blip r:embed="rId2">
            <a:alphaModFix/>
          </a:blip>
          <a:srcRect b="0" l="0" r="0" t="0"/>
          <a:stretch/>
        </p:blipFill>
        <p:spPr>
          <a:xfrm>
            <a:off x="1352549" y="6253214"/>
            <a:ext cx="1352277" cy="35641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divider">
  <p:cSld name="7_divider">
    <p:bg>
      <p:bgPr>
        <a:solidFill>
          <a:srgbClr val="005C84"/>
        </a:solidFill>
      </p:bgPr>
    </p:bg>
    <p:spTree>
      <p:nvGrpSpPr>
        <p:cNvPr id="280" name="Shape 280"/>
        <p:cNvGrpSpPr/>
        <p:nvPr/>
      </p:nvGrpSpPr>
      <p:grpSpPr>
        <a:xfrm>
          <a:off x="0" y="0"/>
          <a:ext cx="0" cy="0"/>
          <a:chOff x="0" y="0"/>
          <a:chExt cx="0" cy="0"/>
        </a:xfrm>
      </p:grpSpPr>
      <p:sp>
        <p:nvSpPr>
          <p:cNvPr id="281" name="Google Shape;281;p66"/>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66"/>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83" name="Google Shape;283;p66"/>
          <p:cNvPicPr preferRelativeResize="0"/>
          <p:nvPr/>
        </p:nvPicPr>
        <p:blipFill rotWithShape="1">
          <a:blip r:embed="rId2">
            <a:alphaModFix/>
          </a:blip>
          <a:srcRect b="0" l="0" r="0" t="0"/>
          <a:stretch/>
        </p:blipFill>
        <p:spPr>
          <a:xfrm>
            <a:off x="1352549" y="288758"/>
            <a:ext cx="1352277" cy="356414"/>
          </a:xfrm>
          <a:prstGeom prst="rect">
            <a:avLst/>
          </a:prstGeom>
          <a:noFill/>
          <a:ln>
            <a:noFill/>
          </a:ln>
        </p:spPr>
      </p:pic>
      <p:pic>
        <p:nvPicPr>
          <p:cNvPr id="284" name="Google Shape;284;p66"/>
          <p:cNvPicPr preferRelativeResize="0"/>
          <p:nvPr/>
        </p:nvPicPr>
        <p:blipFill rotWithShape="1">
          <a:blip r:embed="rId3">
            <a:alphaModFix/>
          </a:blip>
          <a:srcRect b="0" l="0" r="0" t="0"/>
          <a:stretch/>
        </p:blipFill>
        <p:spPr>
          <a:xfrm>
            <a:off x="0" y="-1"/>
            <a:ext cx="8518356" cy="851835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divider">
  <p:cSld name="8_divider">
    <p:bg>
      <p:bgPr>
        <a:solidFill>
          <a:srgbClr val="02C8FD"/>
        </a:solidFill>
      </p:bgPr>
    </p:bg>
    <p:spTree>
      <p:nvGrpSpPr>
        <p:cNvPr id="285" name="Shape 285"/>
        <p:cNvGrpSpPr/>
        <p:nvPr/>
      </p:nvGrpSpPr>
      <p:grpSpPr>
        <a:xfrm>
          <a:off x="0" y="0"/>
          <a:ext cx="0" cy="0"/>
          <a:chOff x="0" y="0"/>
          <a:chExt cx="0" cy="0"/>
        </a:xfrm>
      </p:grpSpPr>
      <p:pic>
        <p:nvPicPr>
          <p:cNvPr id="286" name="Google Shape;286;p67"/>
          <p:cNvPicPr preferRelativeResize="0"/>
          <p:nvPr/>
        </p:nvPicPr>
        <p:blipFill rotWithShape="1">
          <a:blip r:embed="rId2">
            <a:alphaModFix/>
          </a:blip>
          <a:srcRect b="0" l="0" r="0" t="0"/>
          <a:stretch/>
        </p:blipFill>
        <p:spPr>
          <a:xfrm>
            <a:off x="-14515" y="-2893472"/>
            <a:ext cx="9760092" cy="9760092"/>
          </a:xfrm>
          <a:prstGeom prst="rect">
            <a:avLst/>
          </a:prstGeom>
          <a:noFill/>
          <a:ln>
            <a:noFill/>
          </a:ln>
        </p:spPr>
      </p:pic>
      <p:sp>
        <p:nvSpPr>
          <p:cNvPr id="287" name="Google Shape;287;p67"/>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67"/>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89" name="Google Shape;289;p67"/>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divider">
  <p:cSld name="9_divider">
    <p:bg>
      <p:bgPr>
        <a:solidFill>
          <a:srgbClr val="7ADEFF"/>
        </a:solidFill>
      </p:bgPr>
    </p:bg>
    <p:spTree>
      <p:nvGrpSpPr>
        <p:cNvPr id="290" name="Shape 290"/>
        <p:cNvGrpSpPr/>
        <p:nvPr/>
      </p:nvGrpSpPr>
      <p:grpSpPr>
        <a:xfrm>
          <a:off x="0" y="0"/>
          <a:ext cx="0" cy="0"/>
          <a:chOff x="0" y="0"/>
          <a:chExt cx="0" cy="0"/>
        </a:xfrm>
      </p:grpSpPr>
      <p:sp>
        <p:nvSpPr>
          <p:cNvPr id="291" name="Google Shape;291;p68"/>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2" name="Google Shape;292;p68"/>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3" name="Google Shape;293;p68"/>
          <p:cNvSpPr/>
          <p:nvPr>
            <p:ph idx="2" type="pic"/>
          </p:nvPr>
        </p:nvSpPr>
        <p:spPr>
          <a:xfrm>
            <a:off x="874642" y="-695294"/>
            <a:ext cx="6678652" cy="6678652"/>
          </a:xfrm>
          <a:prstGeom prst="flowChartDelay">
            <a:avLst/>
          </a:prstGeom>
          <a:noFill/>
          <a:ln>
            <a:noFill/>
          </a:ln>
        </p:spPr>
      </p:sp>
      <p:sp>
        <p:nvSpPr>
          <p:cNvPr id="294" name="Google Shape;294;p68"/>
          <p:cNvSpPr/>
          <p:nvPr/>
        </p:nvSpPr>
        <p:spPr>
          <a:xfrm>
            <a:off x="0" y="5983356"/>
            <a:ext cx="874643" cy="874643"/>
          </a:xfrm>
          <a:prstGeom prst="rect">
            <a:avLst/>
          </a:prstGeom>
          <a:solidFill>
            <a:srgbClr val="02C8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295" name="Google Shape;295;p68"/>
          <p:cNvPicPr preferRelativeResize="0"/>
          <p:nvPr/>
        </p:nvPicPr>
        <p:blipFill rotWithShape="1">
          <a:blip r:embed="rId2">
            <a:alphaModFix/>
          </a:blip>
          <a:srcRect b="0" l="0" r="0" t="0"/>
          <a:stretch/>
        </p:blipFill>
        <p:spPr>
          <a:xfrm>
            <a:off x="1919978" y="7168467"/>
            <a:ext cx="8268750" cy="6858000"/>
          </a:xfrm>
          <a:prstGeom prst="rect">
            <a:avLst/>
          </a:prstGeom>
          <a:noFill/>
          <a:ln>
            <a:noFill/>
          </a:ln>
        </p:spPr>
      </p:pic>
      <p:pic>
        <p:nvPicPr>
          <p:cNvPr id="296" name="Google Shape;296;p68"/>
          <p:cNvPicPr preferRelativeResize="0"/>
          <p:nvPr/>
        </p:nvPicPr>
        <p:blipFill rotWithShape="1">
          <a:blip r:embed="rId3">
            <a:alphaModFix/>
          </a:blip>
          <a:srcRect b="0" l="0" r="0" t="0"/>
          <a:stretch/>
        </p:blipFill>
        <p:spPr>
          <a:xfrm>
            <a:off x="1352549" y="6253214"/>
            <a:ext cx="1352277" cy="356414"/>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divider">
  <p:cSld name="10_divider">
    <p:bg>
      <p:bgPr>
        <a:solidFill>
          <a:srgbClr val="CA8F00"/>
        </a:solidFill>
      </p:bgPr>
    </p:bg>
    <p:spTree>
      <p:nvGrpSpPr>
        <p:cNvPr id="297" name="Shape 297"/>
        <p:cNvGrpSpPr/>
        <p:nvPr/>
      </p:nvGrpSpPr>
      <p:grpSpPr>
        <a:xfrm>
          <a:off x="0" y="0"/>
          <a:ext cx="0" cy="0"/>
          <a:chOff x="0" y="0"/>
          <a:chExt cx="0" cy="0"/>
        </a:xfrm>
      </p:grpSpPr>
      <p:sp>
        <p:nvSpPr>
          <p:cNvPr id="298" name="Google Shape;298;p69"/>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69"/>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00" name="Google Shape;300;p69"/>
          <p:cNvPicPr preferRelativeResize="0"/>
          <p:nvPr/>
        </p:nvPicPr>
        <p:blipFill rotWithShape="1">
          <a:blip r:embed="rId2">
            <a:alphaModFix/>
          </a:blip>
          <a:srcRect b="0" l="0" r="0" t="0"/>
          <a:stretch/>
        </p:blipFill>
        <p:spPr>
          <a:xfrm>
            <a:off x="1352549" y="288758"/>
            <a:ext cx="1352277" cy="356414"/>
          </a:xfrm>
          <a:prstGeom prst="rect">
            <a:avLst/>
          </a:prstGeom>
          <a:noFill/>
          <a:ln>
            <a:noFill/>
          </a:ln>
        </p:spPr>
      </p:pic>
      <p:pic>
        <p:nvPicPr>
          <p:cNvPr id="301" name="Google Shape;301;p69"/>
          <p:cNvPicPr preferRelativeResize="0"/>
          <p:nvPr/>
        </p:nvPicPr>
        <p:blipFill rotWithShape="1">
          <a:blip r:embed="rId3">
            <a:alphaModFix/>
          </a:blip>
          <a:srcRect b="0" l="0" r="0" t="0"/>
          <a:stretch/>
        </p:blipFill>
        <p:spPr>
          <a:xfrm>
            <a:off x="0" y="0"/>
            <a:ext cx="8518356" cy="8518356"/>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divider">
  <p:cSld name="11_divider">
    <p:bg>
      <p:bgPr>
        <a:solidFill>
          <a:srgbClr val="F7CC4A"/>
        </a:solidFill>
      </p:bgPr>
    </p:bg>
    <p:spTree>
      <p:nvGrpSpPr>
        <p:cNvPr id="302" name="Shape 302"/>
        <p:cNvGrpSpPr/>
        <p:nvPr/>
      </p:nvGrpSpPr>
      <p:grpSpPr>
        <a:xfrm>
          <a:off x="0" y="0"/>
          <a:ext cx="0" cy="0"/>
          <a:chOff x="0" y="0"/>
          <a:chExt cx="0" cy="0"/>
        </a:xfrm>
      </p:grpSpPr>
      <p:pic>
        <p:nvPicPr>
          <p:cNvPr id="303" name="Google Shape;303;p70"/>
          <p:cNvPicPr preferRelativeResize="0"/>
          <p:nvPr/>
        </p:nvPicPr>
        <p:blipFill rotWithShape="1">
          <a:blip r:embed="rId2">
            <a:alphaModFix/>
          </a:blip>
          <a:srcRect b="0" l="0" r="0" t="0"/>
          <a:stretch/>
        </p:blipFill>
        <p:spPr>
          <a:xfrm>
            <a:off x="-14516" y="-2893471"/>
            <a:ext cx="9760091" cy="9760091"/>
          </a:xfrm>
          <a:prstGeom prst="rect">
            <a:avLst/>
          </a:prstGeom>
          <a:noFill/>
          <a:ln>
            <a:noFill/>
          </a:ln>
        </p:spPr>
      </p:pic>
      <p:sp>
        <p:nvSpPr>
          <p:cNvPr id="304" name="Google Shape;304;p70"/>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70"/>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06" name="Google Shape;306;p70"/>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pic>
        <p:nvPicPr>
          <p:cNvPr id="307" name="Google Shape;307;p70"/>
          <p:cNvPicPr preferRelativeResize="0"/>
          <p:nvPr/>
        </p:nvPicPr>
        <p:blipFill rotWithShape="1">
          <a:blip r:embed="rId4">
            <a:alphaModFix/>
          </a:blip>
          <a:srcRect b="0" l="0" r="0" t="0"/>
          <a:stretch/>
        </p:blipFill>
        <p:spPr>
          <a:xfrm>
            <a:off x="1919978" y="7168467"/>
            <a:ext cx="8268750" cy="68580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divider">
  <p:cSld name="12_divider">
    <p:bg>
      <p:bgPr>
        <a:solidFill>
          <a:srgbClr val="FFE27A"/>
        </a:solidFill>
      </p:bgPr>
    </p:bg>
    <p:spTree>
      <p:nvGrpSpPr>
        <p:cNvPr id="308" name="Shape 308"/>
        <p:cNvGrpSpPr/>
        <p:nvPr/>
      </p:nvGrpSpPr>
      <p:grpSpPr>
        <a:xfrm>
          <a:off x="0" y="0"/>
          <a:ext cx="0" cy="0"/>
          <a:chOff x="0" y="0"/>
          <a:chExt cx="0" cy="0"/>
        </a:xfrm>
      </p:grpSpPr>
      <p:sp>
        <p:nvSpPr>
          <p:cNvPr id="309" name="Google Shape;309;p71"/>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0" name="Google Shape;310;p71"/>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1" name="Google Shape;311;p71"/>
          <p:cNvSpPr/>
          <p:nvPr>
            <p:ph idx="2" type="pic"/>
          </p:nvPr>
        </p:nvSpPr>
        <p:spPr>
          <a:xfrm>
            <a:off x="874642" y="-695294"/>
            <a:ext cx="6678652" cy="6678652"/>
          </a:xfrm>
          <a:prstGeom prst="flowChartDelay">
            <a:avLst/>
          </a:prstGeom>
          <a:noFill/>
          <a:ln>
            <a:noFill/>
          </a:ln>
        </p:spPr>
      </p:sp>
      <p:sp>
        <p:nvSpPr>
          <p:cNvPr id="312" name="Google Shape;312;p71"/>
          <p:cNvSpPr/>
          <p:nvPr/>
        </p:nvSpPr>
        <p:spPr>
          <a:xfrm>
            <a:off x="0" y="5983356"/>
            <a:ext cx="874643" cy="874643"/>
          </a:xfrm>
          <a:prstGeom prst="rect">
            <a:avLst/>
          </a:prstGeom>
          <a:solidFill>
            <a:srgbClr val="EEB2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313" name="Google Shape;313;p71"/>
          <p:cNvPicPr preferRelativeResize="0"/>
          <p:nvPr/>
        </p:nvPicPr>
        <p:blipFill rotWithShape="1">
          <a:blip r:embed="rId2">
            <a:alphaModFix/>
          </a:blip>
          <a:srcRect b="0" l="0" r="0" t="0"/>
          <a:stretch/>
        </p:blipFill>
        <p:spPr>
          <a:xfrm>
            <a:off x="1352747" y="6253214"/>
            <a:ext cx="1352277" cy="356414"/>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divider">
  <p:cSld name="13_divider">
    <p:bg>
      <p:bgPr>
        <a:solidFill>
          <a:srgbClr val="515A3C"/>
        </a:solidFill>
      </p:bgPr>
    </p:bg>
    <p:spTree>
      <p:nvGrpSpPr>
        <p:cNvPr id="314" name="Shape 314"/>
        <p:cNvGrpSpPr/>
        <p:nvPr/>
      </p:nvGrpSpPr>
      <p:grpSpPr>
        <a:xfrm>
          <a:off x="0" y="0"/>
          <a:ext cx="0" cy="0"/>
          <a:chOff x="0" y="0"/>
          <a:chExt cx="0" cy="0"/>
        </a:xfrm>
      </p:grpSpPr>
      <p:sp>
        <p:nvSpPr>
          <p:cNvPr id="315" name="Google Shape;315;p72"/>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6" name="Google Shape;316;p72"/>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17" name="Google Shape;317;p72"/>
          <p:cNvPicPr preferRelativeResize="0"/>
          <p:nvPr/>
        </p:nvPicPr>
        <p:blipFill rotWithShape="1">
          <a:blip r:embed="rId2">
            <a:alphaModFix/>
          </a:blip>
          <a:srcRect b="0" l="0" r="0" t="0"/>
          <a:stretch/>
        </p:blipFill>
        <p:spPr>
          <a:xfrm>
            <a:off x="1352549" y="288758"/>
            <a:ext cx="1352277" cy="356414"/>
          </a:xfrm>
          <a:prstGeom prst="rect">
            <a:avLst/>
          </a:prstGeom>
          <a:noFill/>
          <a:ln>
            <a:noFill/>
          </a:ln>
        </p:spPr>
      </p:pic>
      <p:pic>
        <p:nvPicPr>
          <p:cNvPr id="318" name="Google Shape;318;p72"/>
          <p:cNvPicPr preferRelativeResize="0"/>
          <p:nvPr/>
        </p:nvPicPr>
        <p:blipFill rotWithShape="1">
          <a:blip r:embed="rId3">
            <a:alphaModFix/>
          </a:blip>
          <a:srcRect b="0" l="0" r="0" t="0"/>
          <a:stretch/>
        </p:blipFill>
        <p:spPr>
          <a:xfrm>
            <a:off x="3406" y="-1"/>
            <a:ext cx="8529463" cy="8529463"/>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divider">
  <p:cSld name="14_divider">
    <p:bg>
      <p:bgPr>
        <a:solidFill>
          <a:srgbClr val="8BAE46"/>
        </a:solidFill>
      </p:bgPr>
    </p:bg>
    <p:spTree>
      <p:nvGrpSpPr>
        <p:cNvPr id="319" name="Shape 319"/>
        <p:cNvGrpSpPr/>
        <p:nvPr/>
      </p:nvGrpSpPr>
      <p:grpSpPr>
        <a:xfrm>
          <a:off x="0" y="0"/>
          <a:ext cx="0" cy="0"/>
          <a:chOff x="0" y="0"/>
          <a:chExt cx="0" cy="0"/>
        </a:xfrm>
      </p:grpSpPr>
      <p:pic>
        <p:nvPicPr>
          <p:cNvPr id="320" name="Google Shape;320;p73"/>
          <p:cNvPicPr preferRelativeResize="0"/>
          <p:nvPr/>
        </p:nvPicPr>
        <p:blipFill rotWithShape="1">
          <a:blip r:embed="rId2">
            <a:alphaModFix/>
          </a:blip>
          <a:srcRect b="0" l="0" r="0" t="0"/>
          <a:stretch/>
        </p:blipFill>
        <p:spPr>
          <a:xfrm>
            <a:off x="-14515" y="-2878954"/>
            <a:ext cx="9745574" cy="9745574"/>
          </a:xfrm>
          <a:prstGeom prst="rect">
            <a:avLst/>
          </a:prstGeom>
          <a:noFill/>
          <a:ln>
            <a:noFill/>
          </a:ln>
        </p:spPr>
      </p:pic>
      <p:sp>
        <p:nvSpPr>
          <p:cNvPr id="321" name="Google Shape;321;p73"/>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2" name="Google Shape;322;p73"/>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23" name="Google Shape;323;p73"/>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pic>
        <p:nvPicPr>
          <p:cNvPr id="324" name="Google Shape;324;p73"/>
          <p:cNvPicPr preferRelativeResize="0"/>
          <p:nvPr/>
        </p:nvPicPr>
        <p:blipFill rotWithShape="1">
          <a:blip r:embed="rId4">
            <a:alphaModFix/>
          </a:blip>
          <a:srcRect b="0" l="0" r="0" t="0"/>
          <a:stretch/>
        </p:blipFill>
        <p:spPr>
          <a:xfrm>
            <a:off x="1919978" y="7168467"/>
            <a:ext cx="8268750" cy="68580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divider">
  <p:cSld name="15_divider">
    <p:bg>
      <p:bgPr>
        <a:solidFill>
          <a:srgbClr val="ADCC6E"/>
        </a:solidFill>
      </p:bgPr>
    </p:bg>
    <p:spTree>
      <p:nvGrpSpPr>
        <p:cNvPr id="325" name="Shape 325"/>
        <p:cNvGrpSpPr/>
        <p:nvPr/>
      </p:nvGrpSpPr>
      <p:grpSpPr>
        <a:xfrm>
          <a:off x="0" y="0"/>
          <a:ext cx="0" cy="0"/>
          <a:chOff x="0" y="0"/>
          <a:chExt cx="0" cy="0"/>
        </a:xfrm>
      </p:grpSpPr>
      <p:sp>
        <p:nvSpPr>
          <p:cNvPr id="326" name="Google Shape;326;p74"/>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7" name="Google Shape;327;p74"/>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8" name="Google Shape;328;p74"/>
          <p:cNvSpPr/>
          <p:nvPr>
            <p:ph idx="2" type="pic"/>
          </p:nvPr>
        </p:nvSpPr>
        <p:spPr>
          <a:xfrm>
            <a:off x="874642" y="-695294"/>
            <a:ext cx="6678652" cy="6678652"/>
          </a:xfrm>
          <a:prstGeom prst="flowChartDelay">
            <a:avLst/>
          </a:prstGeom>
          <a:noFill/>
          <a:ln>
            <a:noFill/>
          </a:ln>
        </p:spPr>
      </p:sp>
      <p:sp>
        <p:nvSpPr>
          <p:cNvPr id="329" name="Google Shape;329;p74"/>
          <p:cNvSpPr/>
          <p:nvPr/>
        </p:nvSpPr>
        <p:spPr>
          <a:xfrm>
            <a:off x="0" y="5983356"/>
            <a:ext cx="874643" cy="874643"/>
          </a:xfrm>
          <a:prstGeom prst="rect">
            <a:avLst/>
          </a:prstGeom>
          <a:solidFill>
            <a:srgbClr val="8BAE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330" name="Google Shape;330;p74"/>
          <p:cNvPicPr preferRelativeResize="0"/>
          <p:nvPr/>
        </p:nvPicPr>
        <p:blipFill rotWithShape="1">
          <a:blip r:embed="rId2">
            <a:alphaModFix/>
          </a:blip>
          <a:srcRect b="0" l="0" r="0" t="0"/>
          <a:stretch/>
        </p:blipFill>
        <p:spPr>
          <a:xfrm>
            <a:off x="1352549" y="6253214"/>
            <a:ext cx="1352277" cy="356414"/>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divider">
  <p:cSld name="16_divider">
    <p:bg>
      <p:bgPr>
        <a:solidFill>
          <a:srgbClr val="272727"/>
        </a:solidFill>
      </p:bgPr>
    </p:bg>
    <p:spTree>
      <p:nvGrpSpPr>
        <p:cNvPr id="331" name="Shape 331"/>
        <p:cNvGrpSpPr/>
        <p:nvPr/>
      </p:nvGrpSpPr>
      <p:grpSpPr>
        <a:xfrm>
          <a:off x="0" y="0"/>
          <a:ext cx="0" cy="0"/>
          <a:chOff x="0" y="0"/>
          <a:chExt cx="0" cy="0"/>
        </a:xfrm>
      </p:grpSpPr>
      <p:pic>
        <p:nvPicPr>
          <p:cNvPr id="332" name="Google Shape;332;p75"/>
          <p:cNvPicPr preferRelativeResize="0"/>
          <p:nvPr/>
        </p:nvPicPr>
        <p:blipFill rotWithShape="1">
          <a:blip r:embed="rId2">
            <a:alphaModFix/>
          </a:blip>
          <a:srcRect b="0" l="0" r="0" t="0"/>
          <a:stretch/>
        </p:blipFill>
        <p:spPr>
          <a:xfrm>
            <a:off x="-1" y="-1"/>
            <a:ext cx="8529463" cy="8529463"/>
          </a:xfrm>
          <a:prstGeom prst="rect">
            <a:avLst/>
          </a:prstGeom>
          <a:noFill/>
          <a:ln>
            <a:noFill/>
          </a:ln>
        </p:spPr>
      </p:pic>
      <p:sp>
        <p:nvSpPr>
          <p:cNvPr id="333" name="Google Shape;333;p75"/>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4" name="Google Shape;334;p75"/>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35" name="Google Shape;335;p75"/>
          <p:cNvPicPr preferRelativeResize="0"/>
          <p:nvPr/>
        </p:nvPicPr>
        <p:blipFill rotWithShape="1">
          <a:blip r:embed="rId3">
            <a:alphaModFix/>
          </a:blip>
          <a:srcRect b="0" l="0" r="0" t="0"/>
          <a:stretch/>
        </p:blipFill>
        <p:spPr>
          <a:xfrm>
            <a:off x="1352549" y="288758"/>
            <a:ext cx="1352277" cy="356414"/>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divider">
  <p:cSld name="17_divider">
    <p:bg>
      <p:bgPr>
        <a:solidFill>
          <a:srgbClr val="AEAEAE"/>
        </a:solidFill>
      </p:bgPr>
    </p:bg>
    <p:spTree>
      <p:nvGrpSpPr>
        <p:cNvPr id="336" name="Shape 336"/>
        <p:cNvGrpSpPr/>
        <p:nvPr/>
      </p:nvGrpSpPr>
      <p:grpSpPr>
        <a:xfrm>
          <a:off x="0" y="0"/>
          <a:ext cx="0" cy="0"/>
          <a:chOff x="0" y="0"/>
          <a:chExt cx="0" cy="0"/>
        </a:xfrm>
      </p:grpSpPr>
      <p:pic>
        <p:nvPicPr>
          <p:cNvPr id="337" name="Google Shape;337;p76"/>
          <p:cNvPicPr preferRelativeResize="0"/>
          <p:nvPr/>
        </p:nvPicPr>
        <p:blipFill rotWithShape="1">
          <a:blip r:embed="rId2">
            <a:alphaModFix/>
          </a:blip>
          <a:srcRect b="0" l="0" r="0" t="0"/>
          <a:stretch/>
        </p:blipFill>
        <p:spPr>
          <a:xfrm>
            <a:off x="-14516" y="-2887573"/>
            <a:ext cx="9745573" cy="9745573"/>
          </a:xfrm>
          <a:prstGeom prst="rect">
            <a:avLst/>
          </a:prstGeom>
          <a:noFill/>
          <a:ln>
            <a:noFill/>
          </a:ln>
        </p:spPr>
      </p:pic>
      <p:pic>
        <p:nvPicPr>
          <p:cNvPr id="338" name="Google Shape;338;p76"/>
          <p:cNvPicPr preferRelativeResize="0"/>
          <p:nvPr/>
        </p:nvPicPr>
        <p:blipFill rotWithShape="1">
          <a:blip r:embed="rId3">
            <a:alphaModFix/>
          </a:blip>
          <a:srcRect b="0" l="0" r="0" t="0"/>
          <a:stretch/>
        </p:blipFill>
        <p:spPr>
          <a:xfrm>
            <a:off x="-14515" y="-2878954"/>
            <a:ext cx="9745574" cy="9745574"/>
          </a:xfrm>
          <a:prstGeom prst="rect">
            <a:avLst/>
          </a:prstGeom>
          <a:noFill/>
          <a:ln>
            <a:noFill/>
          </a:ln>
        </p:spPr>
      </p:pic>
      <p:sp>
        <p:nvSpPr>
          <p:cNvPr id="339" name="Google Shape;339;p76"/>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0" name="Google Shape;340;p76"/>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41" name="Google Shape;341;p76"/>
          <p:cNvPicPr preferRelativeResize="0"/>
          <p:nvPr/>
        </p:nvPicPr>
        <p:blipFill rotWithShape="1">
          <a:blip r:embed="rId4">
            <a:alphaModFix/>
          </a:blip>
          <a:srcRect b="0" l="0" r="0" t="0"/>
          <a:stretch/>
        </p:blipFill>
        <p:spPr>
          <a:xfrm>
            <a:off x="9566490" y="5871410"/>
            <a:ext cx="2124749" cy="560011"/>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divider">
  <p:cSld name="18_divider">
    <p:bg>
      <p:bgPr>
        <a:solidFill>
          <a:srgbClr val="E9E9E9"/>
        </a:solidFill>
      </p:bgPr>
    </p:bg>
    <p:spTree>
      <p:nvGrpSpPr>
        <p:cNvPr id="342" name="Shape 342"/>
        <p:cNvGrpSpPr/>
        <p:nvPr/>
      </p:nvGrpSpPr>
      <p:grpSpPr>
        <a:xfrm>
          <a:off x="0" y="0"/>
          <a:ext cx="0" cy="0"/>
          <a:chOff x="0" y="0"/>
          <a:chExt cx="0" cy="0"/>
        </a:xfrm>
      </p:grpSpPr>
      <p:sp>
        <p:nvSpPr>
          <p:cNvPr id="343" name="Google Shape;343;p77"/>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4" name="Google Shape;344;p77"/>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5" name="Google Shape;345;p77"/>
          <p:cNvSpPr/>
          <p:nvPr>
            <p:ph idx="2" type="pic"/>
          </p:nvPr>
        </p:nvSpPr>
        <p:spPr>
          <a:xfrm>
            <a:off x="874642" y="-695294"/>
            <a:ext cx="6678652" cy="6678652"/>
          </a:xfrm>
          <a:prstGeom prst="flowChartDelay">
            <a:avLst/>
          </a:prstGeom>
          <a:noFill/>
          <a:ln>
            <a:noFill/>
          </a:ln>
        </p:spPr>
      </p:sp>
      <p:sp>
        <p:nvSpPr>
          <p:cNvPr id="346" name="Google Shape;346;p77"/>
          <p:cNvSpPr/>
          <p:nvPr/>
        </p:nvSpPr>
        <p:spPr>
          <a:xfrm>
            <a:off x="0" y="5983356"/>
            <a:ext cx="874643" cy="874643"/>
          </a:xfrm>
          <a:prstGeom prst="rect">
            <a:avLst/>
          </a:pr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347" name="Google Shape;347;p77"/>
          <p:cNvPicPr preferRelativeResize="0"/>
          <p:nvPr/>
        </p:nvPicPr>
        <p:blipFill rotWithShape="1">
          <a:blip r:embed="rId2">
            <a:alphaModFix/>
          </a:blip>
          <a:srcRect b="0" l="0" r="0" t="0"/>
          <a:stretch/>
        </p:blipFill>
        <p:spPr>
          <a:xfrm>
            <a:off x="1352747" y="6253214"/>
            <a:ext cx="1352277" cy="356414"/>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divider">
  <p:cSld name="19_divider">
    <p:spTree>
      <p:nvGrpSpPr>
        <p:cNvPr id="348" name="Shape 348"/>
        <p:cNvGrpSpPr/>
        <p:nvPr/>
      </p:nvGrpSpPr>
      <p:grpSpPr>
        <a:xfrm>
          <a:off x="0" y="0"/>
          <a:ext cx="0" cy="0"/>
          <a:chOff x="0" y="0"/>
          <a:chExt cx="0" cy="0"/>
        </a:xfrm>
      </p:grpSpPr>
      <p:sp>
        <p:nvSpPr>
          <p:cNvPr id="349" name="Google Shape;349;p78"/>
          <p:cNvSpPr/>
          <p:nvPr>
            <p:ph idx="2" type="pic"/>
          </p:nvPr>
        </p:nvSpPr>
        <p:spPr>
          <a:xfrm>
            <a:off x="0" y="0"/>
            <a:ext cx="12192000" cy="6858000"/>
          </a:xfrm>
          <a:prstGeom prst="rect">
            <a:avLst/>
          </a:prstGeom>
          <a:noFill/>
          <a:ln>
            <a:noFill/>
          </a:ln>
        </p:spPr>
      </p:sp>
      <p:pic>
        <p:nvPicPr>
          <p:cNvPr id="350" name="Google Shape;350;p78"/>
          <p:cNvPicPr preferRelativeResize="0"/>
          <p:nvPr/>
        </p:nvPicPr>
        <p:blipFill rotWithShape="1">
          <a:blip r:embed="rId2">
            <a:alphaModFix/>
          </a:blip>
          <a:srcRect b="0" l="0" r="0" t="0"/>
          <a:stretch/>
        </p:blipFill>
        <p:spPr>
          <a:xfrm>
            <a:off x="0" y="0"/>
            <a:ext cx="7638757" cy="7638757"/>
          </a:xfrm>
          <a:prstGeom prst="rect">
            <a:avLst/>
          </a:prstGeom>
          <a:noFill/>
          <a:ln>
            <a:noFill/>
          </a:ln>
        </p:spPr>
      </p:pic>
      <p:pic>
        <p:nvPicPr>
          <p:cNvPr id="351" name="Google Shape;351;p78"/>
          <p:cNvPicPr preferRelativeResize="0"/>
          <p:nvPr/>
        </p:nvPicPr>
        <p:blipFill rotWithShape="1">
          <a:blip r:embed="rId3">
            <a:alphaModFix/>
          </a:blip>
          <a:srcRect b="0" l="0" r="0" t="0"/>
          <a:stretch/>
        </p:blipFill>
        <p:spPr>
          <a:xfrm>
            <a:off x="1379122" y="1392116"/>
            <a:ext cx="1358900" cy="838200"/>
          </a:xfrm>
          <a:prstGeom prst="rect">
            <a:avLst/>
          </a:prstGeom>
          <a:noFill/>
          <a:ln>
            <a:noFill/>
          </a:ln>
        </p:spPr>
      </p:pic>
      <p:sp>
        <p:nvSpPr>
          <p:cNvPr id="352" name="Google Shape;352;p78"/>
          <p:cNvSpPr txBox="1"/>
          <p:nvPr>
            <p:ph type="ctrTitle"/>
          </p:nvPr>
        </p:nvSpPr>
        <p:spPr>
          <a:xfrm>
            <a:off x="1264245" y="2920341"/>
            <a:ext cx="4566715"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3" name="Google Shape;353;p78"/>
          <p:cNvSpPr txBox="1"/>
          <p:nvPr>
            <p:ph idx="1" type="subTitle"/>
          </p:nvPr>
        </p:nvSpPr>
        <p:spPr>
          <a:xfrm>
            <a:off x="1264245" y="4887268"/>
            <a:ext cx="4566715"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divider">
  <p:cSld name="20_divider">
    <p:bg>
      <p:bgPr>
        <a:solidFill>
          <a:srgbClr val="5B69FF"/>
        </a:solidFill>
      </p:bgPr>
    </p:bg>
    <p:spTree>
      <p:nvGrpSpPr>
        <p:cNvPr id="354" name="Shape 354"/>
        <p:cNvGrpSpPr/>
        <p:nvPr/>
      </p:nvGrpSpPr>
      <p:grpSpPr>
        <a:xfrm>
          <a:off x="0" y="0"/>
          <a:ext cx="0" cy="0"/>
          <a:chOff x="0" y="0"/>
          <a:chExt cx="0" cy="0"/>
        </a:xfrm>
      </p:grpSpPr>
      <p:pic>
        <p:nvPicPr>
          <p:cNvPr id="355" name="Google Shape;355;p79"/>
          <p:cNvPicPr preferRelativeResize="0"/>
          <p:nvPr/>
        </p:nvPicPr>
        <p:blipFill rotWithShape="1">
          <a:blip r:embed="rId2">
            <a:alphaModFix/>
          </a:blip>
          <a:srcRect b="0" l="0" r="0" t="0"/>
          <a:stretch/>
        </p:blipFill>
        <p:spPr>
          <a:xfrm>
            <a:off x="1379122" y="1392116"/>
            <a:ext cx="1358900" cy="838200"/>
          </a:xfrm>
          <a:prstGeom prst="rect">
            <a:avLst/>
          </a:prstGeom>
          <a:noFill/>
          <a:ln>
            <a:noFill/>
          </a:ln>
        </p:spPr>
      </p:pic>
      <p:sp>
        <p:nvSpPr>
          <p:cNvPr id="356" name="Google Shape;356;p79"/>
          <p:cNvSpPr txBox="1"/>
          <p:nvPr>
            <p:ph type="ctrTitle"/>
          </p:nvPr>
        </p:nvSpPr>
        <p:spPr>
          <a:xfrm>
            <a:off x="1264245" y="2920341"/>
            <a:ext cx="4566715"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7" name="Google Shape;357;p79"/>
          <p:cNvSpPr txBox="1"/>
          <p:nvPr>
            <p:ph idx="1" type="subTitle"/>
          </p:nvPr>
        </p:nvSpPr>
        <p:spPr>
          <a:xfrm>
            <a:off x="1264245" y="4887268"/>
            <a:ext cx="4566715"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58" name="Google Shape;358;p79"/>
          <p:cNvSpPr/>
          <p:nvPr>
            <p:ph idx="2" type="pic"/>
          </p:nvPr>
        </p:nvSpPr>
        <p:spPr>
          <a:xfrm>
            <a:off x="1637956" y="669235"/>
            <a:ext cx="5094287" cy="5094287"/>
          </a:xfrm>
          <a:prstGeom prst="flowChartDelay">
            <a:avLst/>
          </a:prstGeom>
          <a:no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divider">
  <p:cSld name="21_divider">
    <p:spTree>
      <p:nvGrpSpPr>
        <p:cNvPr id="359" name="Shape 359"/>
        <p:cNvGrpSpPr/>
        <p:nvPr/>
      </p:nvGrpSpPr>
      <p:grpSpPr>
        <a:xfrm>
          <a:off x="0" y="0"/>
          <a:ext cx="0" cy="0"/>
          <a:chOff x="0" y="0"/>
          <a:chExt cx="0" cy="0"/>
        </a:xfrm>
      </p:grpSpPr>
      <p:sp>
        <p:nvSpPr>
          <p:cNvPr id="360" name="Google Shape;360;p80"/>
          <p:cNvSpPr/>
          <p:nvPr>
            <p:ph idx="2" type="pic"/>
          </p:nvPr>
        </p:nvSpPr>
        <p:spPr>
          <a:xfrm>
            <a:off x="0" y="0"/>
            <a:ext cx="12192000" cy="6858000"/>
          </a:xfrm>
          <a:prstGeom prst="rect">
            <a:avLst/>
          </a:prstGeom>
          <a:noFill/>
          <a:ln>
            <a:noFill/>
          </a:ln>
        </p:spPr>
      </p:sp>
      <p:pic>
        <p:nvPicPr>
          <p:cNvPr id="361" name="Google Shape;361;p80"/>
          <p:cNvPicPr preferRelativeResize="0"/>
          <p:nvPr/>
        </p:nvPicPr>
        <p:blipFill rotWithShape="1">
          <a:blip r:embed="rId2">
            <a:alphaModFix/>
          </a:blip>
          <a:srcRect b="0" l="0" r="0" t="0"/>
          <a:stretch/>
        </p:blipFill>
        <p:spPr>
          <a:xfrm>
            <a:off x="-1" y="-3491246"/>
            <a:ext cx="10358214" cy="10358214"/>
          </a:xfrm>
          <a:prstGeom prst="rect">
            <a:avLst/>
          </a:prstGeom>
          <a:noFill/>
          <a:ln>
            <a:noFill/>
          </a:ln>
        </p:spPr>
      </p:pic>
      <p:sp>
        <p:nvSpPr>
          <p:cNvPr id="362" name="Google Shape;362;p80"/>
          <p:cNvSpPr/>
          <p:nvPr>
            <p:ph idx="3" type="pic"/>
          </p:nvPr>
        </p:nvSpPr>
        <p:spPr>
          <a:xfrm>
            <a:off x="0" y="0"/>
            <a:ext cx="12192000" cy="6858000"/>
          </a:xfrm>
          <a:prstGeom prst="rect">
            <a:avLst/>
          </a:prstGeom>
          <a:noFill/>
          <a:ln>
            <a:noFill/>
          </a:ln>
        </p:spPr>
      </p:sp>
      <p:sp>
        <p:nvSpPr>
          <p:cNvPr id="363" name="Google Shape;363;p80"/>
          <p:cNvSpPr txBox="1"/>
          <p:nvPr>
            <p:ph type="ctrTitle"/>
          </p:nvPr>
        </p:nvSpPr>
        <p:spPr>
          <a:xfrm>
            <a:off x="1833787" y="786741"/>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4" name="Google Shape;364;p80"/>
          <p:cNvSpPr txBox="1"/>
          <p:nvPr>
            <p:ph idx="1" type="subTitle"/>
          </p:nvPr>
        </p:nvSpPr>
        <p:spPr>
          <a:xfrm>
            <a:off x="1833787" y="2753669"/>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65" name="Google Shape;365;p80"/>
          <p:cNvPicPr preferRelativeResize="0"/>
          <p:nvPr/>
        </p:nvPicPr>
        <p:blipFill rotWithShape="1">
          <a:blip r:embed="rId3">
            <a:alphaModFix/>
          </a:blip>
          <a:srcRect b="0" l="0" r="0" t="0"/>
          <a:stretch/>
        </p:blipFill>
        <p:spPr>
          <a:xfrm>
            <a:off x="8926848" y="5621866"/>
            <a:ext cx="2523761" cy="665177"/>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lue A" showMasterSp="0">
  <p:cSld name="Title Slide Blue A">
    <p:bg>
      <p:bgPr>
        <a:solidFill>
          <a:schemeClr val="dk2"/>
        </a:solidFill>
      </p:bgPr>
    </p:bg>
    <p:spTree>
      <p:nvGrpSpPr>
        <p:cNvPr id="366" name="Shape 366"/>
        <p:cNvGrpSpPr/>
        <p:nvPr/>
      </p:nvGrpSpPr>
      <p:grpSpPr>
        <a:xfrm>
          <a:off x="0" y="0"/>
          <a:ext cx="0" cy="0"/>
          <a:chOff x="0" y="0"/>
          <a:chExt cx="0" cy="0"/>
        </a:xfrm>
      </p:grpSpPr>
      <p:grpSp>
        <p:nvGrpSpPr>
          <p:cNvPr id="367" name="Google Shape;367;p81"/>
          <p:cNvGrpSpPr/>
          <p:nvPr/>
        </p:nvGrpSpPr>
        <p:grpSpPr>
          <a:xfrm>
            <a:off x="573803" y="0"/>
            <a:ext cx="4325371" cy="6392520"/>
            <a:chOff x="573803" y="0"/>
            <a:chExt cx="4325371" cy="6392520"/>
          </a:xfrm>
        </p:grpSpPr>
        <p:sp>
          <p:nvSpPr>
            <p:cNvPr id="368" name="Google Shape;368;p81"/>
            <p:cNvSpPr/>
            <p:nvPr/>
          </p:nvSpPr>
          <p:spPr>
            <a:xfrm>
              <a:off x="860457" y="4951823"/>
              <a:ext cx="158111" cy="158111"/>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69" name="Google Shape;369;p81"/>
            <p:cNvSpPr/>
            <p:nvPr/>
          </p:nvSpPr>
          <p:spPr>
            <a:xfrm>
              <a:off x="573803" y="5104242"/>
              <a:ext cx="286654" cy="286654"/>
            </a:xfrm>
            <a:prstGeom prst="rect">
              <a:avLst/>
            </a:prstGeom>
            <a:solidFill>
              <a:schemeClr val="accen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70" name="Google Shape;370;p81"/>
            <p:cNvSpPr/>
            <p:nvPr/>
          </p:nvSpPr>
          <p:spPr>
            <a:xfrm>
              <a:off x="861107" y="5390896"/>
              <a:ext cx="610214" cy="610214"/>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71" name="Google Shape;371;p81"/>
            <p:cNvSpPr/>
            <p:nvPr/>
          </p:nvSpPr>
          <p:spPr>
            <a:xfrm>
              <a:off x="1468406" y="0"/>
              <a:ext cx="3430768" cy="539087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nvGrpSpPr>
            <p:cNvPr id="372" name="Google Shape;372;p81"/>
            <p:cNvGrpSpPr/>
            <p:nvPr/>
          </p:nvGrpSpPr>
          <p:grpSpPr>
            <a:xfrm>
              <a:off x="1468406" y="5995719"/>
              <a:ext cx="1059754" cy="396801"/>
              <a:chOff x="1314450" y="6391094"/>
              <a:chExt cx="1123377" cy="420623"/>
            </a:xfrm>
          </p:grpSpPr>
          <p:sp>
            <p:nvSpPr>
              <p:cNvPr id="373" name="Google Shape;373;p81"/>
              <p:cNvSpPr/>
              <p:nvPr/>
            </p:nvSpPr>
            <p:spPr>
              <a:xfrm>
                <a:off x="1314450" y="6396809"/>
                <a:ext cx="78581" cy="78581"/>
              </a:xfrm>
              <a:custGeom>
                <a:rect b="b" l="l" r="r" t="t"/>
                <a:pathLst>
                  <a:path extrusionOk="0" h="78581" w="78581">
                    <a:moveTo>
                      <a:pt x="0" y="0"/>
                    </a:moveTo>
                    <a:lnTo>
                      <a:pt x="78581" y="0"/>
                    </a:lnTo>
                    <a:lnTo>
                      <a:pt x="78581" y="78581"/>
                    </a:lnTo>
                    <a:lnTo>
                      <a:pt x="0" y="78581"/>
                    </a:lnTo>
                    <a:close/>
                  </a:path>
                </a:pathLst>
              </a:custGeom>
              <a:solidFill>
                <a:srgbClr val="00B2E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74" name="Google Shape;374;p81"/>
              <p:cNvSpPr/>
              <p:nvPr/>
            </p:nvSpPr>
            <p:spPr>
              <a:xfrm>
                <a:off x="1316545" y="6391094"/>
                <a:ext cx="995171" cy="420623"/>
              </a:xfrm>
              <a:custGeom>
                <a:rect b="b" l="l" r="r" t="t"/>
                <a:pathLst>
                  <a:path extrusionOk="0" h="420623" w="995171">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75" name="Google Shape;375;p81"/>
              <p:cNvSpPr/>
              <p:nvPr/>
            </p:nvSpPr>
            <p:spPr>
              <a:xfrm>
                <a:off x="2358770" y="6728469"/>
                <a:ext cx="79057" cy="79057"/>
              </a:xfrm>
              <a:custGeom>
                <a:rect b="b" l="l" r="r" t="t"/>
                <a:pathLst>
                  <a:path extrusionOk="0" h="79057" w="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76" name="Google Shape;376;p81"/>
              <p:cNvSpPr/>
              <p:nvPr/>
            </p:nvSpPr>
            <p:spPr>
              <a:xfrm>
                <a:off x="2384869" y="6748090"/>
                <a:ext cx="30765" cy="39528"/>
              </a:xfrm>
              <a:custGeom>
                <a:rect b="b" l="l" r="r" t="t"/>
                <a:pathLst>
                  <a:path extrusionOk="0" h="39528" w="30765">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grpSp>
      </p:grpSp>
      <p:sp>
        <p:nvSpPr>
          <p:cNvPr id="377" name="Google Shape;377;p81"/>
          <p:cNvSpPr txBox="1"/>
          <p:nvPr>
            <p:ph idx="1" type="body"/>
          </p:nvPr>
        </p:nvSpPr>
        <p:spPr>
          <a:xfrm>
            <a:off x="1543438" y="944163"/>
            <a:ext cx="9810362" cy="6277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accent2"/>
              </a:buClr>
              <a:buSzPts val="1600"/>
              <a:buFont typeface="Arial"/>
              <a:buNone/>
              <a:defRPr sz="1600">
                <a:solidFill>
                  <a:schemeClr val="accen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8" name="Google Shape;378;p81"/>
          <p:cNvSpPr txBox="1"/>
          <p:nvPr>
            <p:ph type="ctrTitle"/>
          </p:nvPr>
        </p:nvSpPr>
        <p:spPr>
          <a:xfrm>
            <a:off x="1542536" y="1635111"/>
            <a:ext cx="9789007"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81"/>
          <p:cNvSpPr txBox="1"/>
          <p:nvPr>
            <p:ph idx="2" type="subTitle"/>
          </p:nvPr>
        </p:nvSpPr>
        <p:spPr>
          <a:xfrm>
            <a:off x="1542536" y="3602038"/>
            <a:ext cx="9789007"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lue B" showMasterSp="0">
  <p:cSld name="Title Slide Blue B">
    <p:bg>
      <p:bgPr>
        <a:solidFill>
          <a:schemeClr val="dk2"/>
        </a:solidFill>
      </p:bgPr>
    </p:bg>
    <p:spTree>
      <p:nvGrpSpPr>
        <p:cNvPr id="380" name="Shape 380"/>
        <p:cNvGrpSpPr/>
        <p:nvPr/>
      </p:nvGrpSpPr>
      <p:grpSpPr>
        <a:xfrm>
          <a:off x="0" y="0"/>
          <a:ext cx="0" cy="0"/>
          <a:chOff x="0" y="0"/>
          <a:chExt cx="0" cy="0"/>
        </a:xfrm>
      </p:grpSpPr>
      <p:grpSp>
        <p:nvGrpSpPr>
          <p:cNvPr id="381" name="Google Shape;381;p82"/>
          <p:cNvGrpSpPr/>
          <p:nvPr/>
        </p:nvGrpSpPr>
        <p:grpSpPr>
          <a:xfrm>
            <a:off x="573803" y="0"/>
            <a:ext cx="4325371" cy="6392520"/>
            <a:chOff x="573803" y="0"/>
            <a:chExt cx="4325371" cy="6392520"/>
          </a:xfrm>
        </p:grpSpPr>
        <p:sp>
          <p:nvSpPr>
            <p:cNvPr id="382" name="Google Shape;382;p82"/>
            <p:cNvSpPr/>
            <p:nvPr/>
          </p:nvSpPr>
          <p:spPr>
            <a:xfrm>
              <a:off x="1468406" y="0"/>
              <a:ext cx="3430768" cy="539087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nvGrpSpPr>
            <p:cNvPr id="383" name="Google Shape;383;p82"/>
            <p:cNvGrpSpPr/>
            <p:nvPr/>
          </p:nvGrpSpPr>
          <p:grpSpPr>
            <a:xfrm>
              <a:off x="1468406" y="5995719"/>
              <a:ext cx="1059754" cy="396801"/>
              <a:chOff x="1314450" y="6391094"/>
              <a:chExt cx="1123377" cy="420623"/>
            </a:xfrm>
          </p:grpSpPr>
          <p:sp>
            <p:nvSpPr>
              <p:cNvPr id="384" name="Google Shape;384;p82"/>
              <p:cNvSpPr/>
              <p:nvPr/>
            </p:nvSpPr>
            <p:spPr>
              <a:xfrm>
                <a:off x="1314450" y="6396809"/>
                <a:ext cx="78581" cy="78581"/>
              </a:xfrm>
              <a:custGeom>
                <a:rect b="b" l="l" r="r" t="t"/>
                <a:pathLst>
                  <a:path extrusionOk="0" h="78581" w="78581">
                    <a:moveTo>
                      <a:pt x="0" y="0"/>
                    </a:moveTo>
                    <a:lnTo>
                      <a:pt x="78581" y="0"/>
                    </a:lnTo>
                    <a:lnTo>
                      <a:pt x="78581" y="78581"/>
                    </a:lnTo>
                    <a:lnTo>
                      <a:pt x="0" y="78581"/>
                    </a:lnTo>
                    <a:close/>
                  </a:path>
                </a:pathLst>
              </a:custGeom>
              <a:solidFill>
                <a:srgbClr val="00B2E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85" name="Google Shape;385;p82"/>
              <p:cNvSpPr/>
              <p:nvPr/>
            </p:nvSpPr>
            <p:spPr>
              <a:xfrm>
                <a:off x="1316545" y="6391094"/>
                <a:ext cx="995171" cy="420623"/>
              </a:xfrm>
              <a:custGeom>
                <a:rect b="b" l="l" r="r" t="t"/>
                <a:pathLst>
                  <a:path extrusionOk="0" h="420623" w="995171">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86" name="Google Shape;386;p82"/>
              <p:cNvSpPr/>
              <p:nvPr/>
            </p:nvSpPr>
            <p:spPr>
              <a:xfrm>
                <a:off x="2358770" y="6728469"/>
                <a:ext cx="79057" cy="79057"/>
              </a:xfrm>
              <a:custGeom>
                <a:rect b="b" l="l" r="r" t="t"/>
                <a:pathLst>
                  <a:path extrusionOk="0" h="79057" w="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87" name="Google Shape;387;p82"/>
              <p:cNvSpPr/>
              <p:nvPr/>
            </p:nvSpPr>
            <p:spPr>
              <a:xfrm>
                <a:off x="2384869" y="6748090"/>
                <a:ext cx="30765" cy="39528"/>
              </a:xfrm>
              <a:custGeom>
                <a:rect b="b" l="l" r="r" t="t"/>
                <a:pathLst>
                  <a:path extrusionOk="0" h="39528" w="30765">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grpSp>
        <p:sp>
          <p:nvSpPr>
            <p:cNvPr id="388" name="Google Shape;388;p82"/>
            <p:cNvSpPr/>
            <p:nvPr/>
          </p:nvSpPr>
          <p:spPr>
            <a:xfrm>
              <a:off x="860457" y="4951823"/>
              <a:ext cx="158111" cy="158111"/>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89" name="Google Shape;389;p82"/>
            <p:cNvSpPr/>
            <p:nvPr/>
          </p:nvSpPr>
          <p:spPr>
            <a:xfrm>
              <a:off x="573803" y="5104242"/>
              <a:ext cx="286654" cy="286654"/>
            </a:xfrm>
            <a:prstGeom prst="rect">
              <a:avLst/>
            </a:prstGeom>
            <a:solidFill>
              <a:schemeClr val="accent3"/>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90" name="Google Shape;390;p82"/>
            <p:cNvSpPr/>
            <p:nvPr/>
          </p:nvSpPr>
          <p:spPr>
            <a:xfrm>
              <a:off x="861107" y="5390896"/>
              <a:ext cx="610214" cy="610214"/>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sp>
        <p:nvSpPr>
          <p:cNvPr id="391" name="Google Shape;391;p82"/>
          <p:cNvSpPr txBox="1"/>
          <p:nvPr>
            <p:ph idx="1" type="body"/>
          </p:nvPr>
        </p:nvSpPr>
        <p:spPr>
          <a:xfrm>
            <a:off x="1543438" y="944163"/>
            <a:ext cx="9810362" cy="6277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accent2"/>
              </a:buClr>
              <a:buSzPts val="1600"/>
              <a:buFont typeface="Arial"/>
              <a:buNone/>
              <a:defRPr sz="1600">
                <a:solidFill>
                  <a:schemeClr val="accen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2" name="Google Shape;392;p82"/>
          <p:cNvSpPr txBox="1"/>
          <p:nvPr>
            <p:ph type="ctrTitle"/>
          </p:nvPr>
        </p:nvSpPr>
        <p:spPr>
          <a:xfrm>
            <a:off x="1542536" y="1635111"/>
            <a:ext cx="9789007"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3" name="Google Shape;393;p82"/>
          <p:cNvSpPr txBox="1"/>
          <p:nvPr>
            <p:ph idx="2" type="subTitle"/>
          </p:nvPr>
        </p:nvSpPr>
        <p:spPr>
          <a:xfrm>
            <a:off x="1542536" y="3602038"/>
            <a:ext cx="9789007"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hite" showMasterSp="0">
  <p:cSld name="Title Slide White">
    <p:bg>
      <p:bgPr>
        <a:solidFill>
          <a:schemeClr val="lt1"/>
        </a:solidFill>
      </p:bgPr>
    </p:bg>
    <p:spTree>
      <p:nvGrpSpPr>
        <p:cNvPr id="394" name="Shape 394"/>
        <p:cNvGrpSpPr/>
        <p:nvPr/>
      </p:nvGrpSpPr>
      <p:grpSpPr>
        <a:xfrm>
          <a:off x="0" y="0"/>
          <a:ext cx="0" cy="0"/>
          <a:chOff x="0" y="0"/>
          <a:chExt cx="0" cy="0"/>
        </a:xfrm>
      </p:grpSpPr>
      <p:grpSp>
        <p:nvGrpSpPr>
          <p:cNvPr id="395" name="Google Shape;395;p83"/>
          <p:cNvGrpSpPr/>
          <p:nvPr/>
        </p:nvGrpSpPr>
        <p:grpSpPr>
          <a:xfrm>
            <a:off x="573803" y="0"/>
            <a:ext cx="4325371" cy="6377476"/>
            <a:chOff x="573803" y="0"/>
            <a:chExt cx="4325371" cy="6377476"/>
          </a:xfrm>
        </p:grpSpPr>
        <p:sp>
          <p:nvSpPr>
            <p:cNvPr id="396" name="Google Shape;396;p83"/>
            <p:cNvSpPr/>
            <p:nvPr/>
          </p:nvSpPr>
          <p:spPr>
            <a:xfrm>
              <a:off x="1468406" y="0"/>
              <a:ext cx="3430768" cy="539087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97" name="Google Shape;397;p83"/>
            <p:cNvSpPr/>
            <p:nvPr/>
          </p:nvSpPr>
          <p:spPr>
            <a:xfrm>
              <a:off x="860457" y="4951823"/>
              <a:ext cx="158111" cy="158111"/>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98" name="Google Shape;398;p83"/>
            <p:cNvSpPr/>
            <p:nvPr/>
          </p:nvSpPr>
          <p:spPr>
            <a:xfrm>
              <a:off x="573803" y="5104242"/>
              <a:ext cx="286654" cy="286654"/>
            </a:xfrm>
            <a:prstGeom prst="rect">
              <a:avLst/>
            </a:prstGeom>
            <a:solidFill>
              <a:schemeClr val="accen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99" name="Google Shape;399;p83"/>
            <p:cNvSpPr/>
            <p:nvPr/>
          </p:nvSpPr>
          <p:spPr>
            <a:xfrm>
              <a:off x="861107" y="5390896"/>
              <a:ext cx="610214" cy="610214"/>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pic>
          <p:nvPicPr>
            <p:cNvPr id="400" name="Google Shape;400;p83"/>
            <p:cNvPicPr preferRelativeResize="0"/>
            <p:nvPr/>
          </p:nvPicPr>
          <p:blipFill rotWithShape="1">
            <a:blip r:embed="rId2">
              <a:alphaModFix/>
            </a:blip>
            <a:srcRect b="0" l="0" r="0" t="0"/>
            <a:stretch/>
          </p:blipFill>
          <p:spPr>
            <a:xfrm>
              <a:off x="1466513" y="5992753"/>
              <a:ext cx="1031758" cy="384723"/>
            </a:xfrm>
            <a:prstGeom prst="rect">
              <a:avLst/>
            </a:prstGeom>
            <a:noFill/>
            <a:ln>
              <a:noFill/>
            </a:ln>
          </p:spPr>
        </p:pic>
      </p:grpSp>
      <p:sp>
        <p:nvSpPr>
          <p:cNvPr id="401" name="Google Shape;401;p83"/>
          <p:cNvSpPr txBox="1"/>
          <p:nvPr>
            <p:ph idx="1" type="body"/>
          </p:nvPr>
        </p:nvSpPr>
        <p:spPr>
          <a:xfrm>
            <a:off x="1543438" y="944163"/>
            <a:ext cx="9810362" cy="6277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accent1"/>
              </a:buClr>
              <a:buSzPts val="1600"/>
              <a:buFont typeface="Arial"/>
              <a:buNone/>
              <a:defRPr sz="1600">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2" name="Google Shape;402;p83"/>
          <p:cNvSpPr txBox="1"/>
          <p:nvPr>
            <p:ph type="ctrTitle"/>
          </p:nvPr>
        </p:nvSpPr>
        <p:spPr>
          <a:xfrm>
            <a:off x="1542536" y="1635111"/>
            <a:ext cx="9789007"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3" name="Google Shape;403;p83"/>
          <p:cNvSpPr txBox="1"/>
          <p:nvPr>
            <p:ph idx="2" type="subTitle"/>
          </p:nvPr>
        </p:nvSpPr>
        <p:spPr>
          <a:xfrm>
            <a:off x="1542536" y="3602038"/>
            <a:ext cx="9789007"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2400"/>
              <a:buNone/>
              <a:defRPr sz="24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4" name="Shape 404"/>
        <p:cNvGrpSpPr/>
        <p:nvPr/>
      </p:nvGrpSpPr>
      <p:grpSpPr>
        <a:xfrm>
          <a:off x="0" y="0"/>
          <a:ext cx="0" cy="0"/>
          <a:chOff x="0" y="0"/>
          <a:chExt cx="0" cy="0"/>
        </a:xfrm>
      </p:grpSpPr>
      <p:sp>
        <p:nvSpPr>
          <p:cNvPr id="405" name="Google Shape;405;p84"/>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6" name="Google Shape;406;p84"/>
          <p:cNvSpPr txBox="1"/>
          <p:nvPr>
            <p:ph idx="1" type="body"/>
          </p:nvPr>
        </p:nvSpPr>
        <p:spPr>
          <a:xfrm>
            <a:off x="381000" y="1487056"/>
            <a:ext cx="10972800" cy="468990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240">
          <p15:clr>
            <a:srgbClr val="FBAE40"/>
          </p15:clr>
        </p15:guide>
        <p15:guide id="3" pos="715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 and Content">
  <p:cSld name="Title, Sub and Content">
    <p:spTree>
      <p:nvGrpSpPr>
        <p:cNvPr id="407" name="Shape 407"/>
        <p:cNvGrpSpPr/>
        <p:nvPr/>
      </p:nvGrpSpPr>
      <p:grpSpPr>
        <a:xfrm>
          <a:off x="0" y="0"/>
          <a:ext cx="0" cy="0"/>
          <a:chOff x="0" y="0"/>
          <a:chExt cx="0" cy="0"/>
        </a:xfrm>
      </p:grpSpPr>
      <p:sp>
        <p:nvSpPr>
          <p:cNvPr id="408" name="Google Shape;408;p85"/>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9" name="Google Shape;409;p85"/>
          <p:cNvSpPr txBox="1"/>
          <p:nvPr>
            <p:ph idx="1" type="body"/>
          </p:nvPr>
        </p:nvSpPr>
        <p:spPr>
          <a:xfrm>
            <a:off x="381000" y="1494289"/>
            <a:ext cx="10972800" cy="52546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accent1"/>
              </a:buClr>
              <a:buSzPts val="3200"/>
              <a:buFont typeface="Arial"/>
              <a:buNone/>
              <a:defRPr b="0" i="0" sz="3200">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0" name="Google Shape;410;p85"/>
          <p:cNvSpPr txBox="1"/>
          <p:nvPr>
            <p:ph idx="2" type="body"/>
          </p:nvPr>
        </p:nvSpPr>
        <p:spPr>
          <a:xfrm>
            <a:off x="381000" y="2110067"/>
            <a:ext cx="10972800" cy="408425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240">
          <p15:clr>
            <a:srgbClr val="FBAE40"/>
          </p15:clr>
        </p15:guide>
        <p15:guide id="3" pos="7152">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 Two Content">
  <p:cSld name="Title, Sub Two Content">
    <p:spTree>
      <p:nvGrpSpPr>
        <p:cNvPr id="411" name="Shape 411"/>
        <p:cNvGrpSpPr/>
        <p:nvPr/>
      </p:nvGrpSpPr>
      <p:grpSpPr>
        <a:xfrm>
          <a:off x="0" y="0"/>
          <a:ext cx="0" cy="0"/>
          <a:chOff x="0" y="0"/>
          <a:chExt cx="0" cy="0"/>
        </a:xfrm>
      </p:grpSpPr>
      <p:sp>
        <p:nvSpPr>
          <p:cNvPr id="412" name="Google Shape;412;p86"/>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3" name="Google Shape;413;p86"/>
          <p:cNvSpPr txBox="1"/>
          <p:nvPr>
            <p:ph idx="1" type="body"/>
          </p:nvPr>
        </p:nvSpPr>
        <p:spPr>
          <a:xfrm>
            <a:off x="381000" y="1495361"/>
            <a:ext cx="10972800" cy="530454"/>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accent1"/>
              </a:buClr>
              <a:buSzPts val="3200"/>
              <a:buNone/>
              <a:defRPr b="0" i="0" sz="32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4" name="Google Shape;414;p86"/>
          <p:cNvSpPr txBox="1"/>
          <p:nvPr>
            <p:ph idx="2" type="body"/>
          </p:nvPr>
        </p:nvSpPr>
        <p:spPr>
          <a:xfrm>
            <a:off x="380999" y="2105680"/>
            <a:ext cx="5429865" cy="409577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5" name="Google Shape;415;p86"/>
          <p:cNvSpPr txBox="1"/>
          <p:nvPr>
            <p:ph idx="3" type="body"/>
          </p:nvPr>
        </p:nvSpPr>
        <p:spPr>
          <a:xfrm>
            <a:off x="5923935" y="2105680"/>
            <a:ext cx="5429865" cy="409577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416" name="Shape 416"/>
        <p:cNvGrpSpPr/>
        <p:nvPr/>
      </p:nvGrpSpPr>
      <p:grpSpPr>
        <a:xfrm>
          <a:off x="0" y="0"/>
          <a:ext cx="0" cy="0"/>
          <a:chOff x="0" y="0"/>
          <a:chExt cx="0" cy="0"/>
        </a:xfrm>
      </p:grpSpPr>
      <p:sp>
        <p:nvSpPr>
          <p:cNvPr id="417" name="Google Shape;417;p87"/>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87"/>
          <p:cNvSpPr txBox="1"/>
          <p:nvPr>
            <p:ph idx="1" type="body"/>
          </p:nvPr>
        </p:nvSpPr>
        <p:spPr>
          <a:xfrm>
            <a:off x="380999" y="1496292"/>
            <a:ext cx="5429865" cy="468668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9" name="Google Shape;419;p87"/>
          <p:cNvSpPr txBox="1"/>
          <p:nvPr>
            <p:ph idx="2" type="body"/>
          </p:nvPr>
        </p:nvSpPr>
        <p:spPr>
          <a:xfrm>
            <a:off x="5923935" y="1496292"/>
            <a:ext cx="5429865" cy="468668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hite">
  <p:cSld name="Quote white">
    <p:spTree>
      <p:nvGrpSpPr>
        <p:cNvPr id="420" name="Shape 420"/>
        <p:cNvGrpSpPr/>
        <p:nvPr/>
      </p:nvGrpSpPr>
      <p:grpSpPr>
        <a:xfrm>
          <a:off x="0" y="0"/>
          <a:ext cx="0" cy="0"/>
          <a:chOff x="0" y="0"/>
          <a:chExt cx="0" cy="0"/>
        </a:xfrm>
      </p:grpSpPr>
      <p:sp>
        <p:nvSpPr>
          <p:cNvPr id="421" name="Google Shape;421;p88"/>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2" name="Google Shape;422;p88"/>
          <p:cNvSpPr txBox="1"/>
          <p:nvPr>
            <p:ph idx="1" type="body"/>
          </p:nvPr>
        </p:nvSpPr>
        <p:spPr>
          <a:xfrm>
            <a:off x="381000" y="1441833"/>
            <a:ext cx="10972800" cy="4241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1"/>
              </a:buClr>
              <a:buSzPts val="6000"/>
              <a:buNone/>
              <a:defRPr b="0" i="0" sz="6000">
                <a:solidFill>
                  <a:schemeClr val="accent1"/>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3" name="Google Shape;423;p88"/>
          <p:cNvSpPr txBox="1"/>
          <p:nvPr>
            <p:ph idx="2" type="body"/>
          </p:nvPr>
        </p:nvSpPr>
        <p:spPr>
          <a:xfrm>
            <a:off x="381000" y="5757203"/>
            <a:ext cx="10972800" cy="5016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800"/>
              <a:buNone/>
              <a:defRPr>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lue" showMasterSp="0">
  <p:cSld name="Quote Blue">
    <p:bg>
      <p:bgPr>
        <a:solidFill>
          <a:schemeClr val="accent1"/>
        </a:solidFill>
      </p:bgPr>
    </p:bg>
    <p:spTree>
      <p:nvGrpSpPr>
        <p:cNvPr id="424" name="Shape 424"/>
        <p:cNvGrpSpPr/>
        <p:nvPr/>
      </p:nvGrpSpPr>
      <p:grpSpPr>
        <a:xfrm>
          <a:off x="0" y="0"/>
          <a:ext cx="0" cy="0"/>
          <a:chOff x="0" y="0"/>
          <a:chExt cx="0" cy="0"/>
        </a:xfrm>
      </p:grpSpPr>
      <p:sp>
        <p:nvSpPr>
          <p:cNvPr id="425" name="Google Shape;425;p89"/>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6" name="Google Shape;426;p89"/>
          <p:cNvSpPr txBox="1"/>
          <p:nvPr>
            <p:ph idx="1" type="body"/>
          </p:nvPr>
        </p:nvSpPr>
        <p:spPr>
          <a:xfrm>
            <a:off x="381000" y="1441833"/>
            <a:ext cx="10972800" cy="4241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6000"/>
              <a:buNone/>
              <a:defRPr b="0" i="0" sz="6000">
                <a:solidFill>
                  <a:schemeClr val="lt1"/>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7" name="Google Shape;427;p89"/>
          <p:cNvSpPr txBox="1"/>
          <p:nvPr>
            <p:ph idx="2" type="body"/>
          </p:nvPr>
        </p:nvSpPr>
        <p:spPr>
          <a:xfrm>
            <a:off x="381000" y="5757203"/>
            <a:ext cx="10972800" cy="5016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2"/>
              </a:buClr>
              <a:buSzPts val="2800"/>
              <a:buNone/>
              <a:defRPr>
                <a:solidFill>
                  <a:schemeClr val="accen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8" name="Google Shape;428;p89"/>
          <p:cNvSpPr/>
          <p:nvPr/>
        </p:nvSpPr>
        <p:spPr>
          <a:xfrm>
            <a:off x="0" y="6400800"/>
            <a:ext cx="11734800" cy="457200"/>
          </a:xfrm>
          <a:prstGeom prst="rect">
            <a:avLst/>
          </a:prstGeom>
          <a:solidFill>
            <a:schemeClr val="dk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pic>
        <p:nvPicPr>
          <p:cNvPr id="429" name="Google Shape;429;p89"/>
          <p:cNvPicPr preferRelativeResize="0"/>
          <p:nvPr/>
        </p:nvPicPr>
        <p:blipFill rotWithShape="1">
          <a:blip r:embed="rId2">
            <a:alphaModFix/>
          </a:blip>
          <a:srcRect b="0" l="0" r="0" t="0"/>
          <a:stretch/>
        </p:blipFill>
        <p:spPr>
          <a:xfrm>
            <a:off x="11137466" y="6554735"/>
            <a:ext cx="476084" cy="177524"/>
          </a:xfrm>
          <a:prstGeom prst="rect">
            <a:avLst/>
          </a:prstGeom>
          <a:noFill/>
          <a:ln>
            <a:noFill/>
          </a:ln>
        </p:spPr>
      </p:pic>
      <p:sp>
        <p:nvSpPr>
          <p:cNvPr id="430" name="Google Shape;430;p89"/>
          <p:cNvSpPr/>
          <p:nvPr/>
        </p:nvSpPr>
        <p:spPr>
          <a:xfrm>
            <a:off x="11734800" y="0"/>
            <a:ext cx="457200" cy="6400800"/>
          </a:xfrm>
          <a:prstGeom prst="rect">
            <a:avLst/>
          </a:prstGeom>
          <a:solidFill>
            <a:schemeClr val="dk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31" name="Google Shape;431;p89"/>
          <p:cNvSpPr/>
          <p:nvPr/>
        </p:nvSpPr>
        <p:spPr>
          <a:xfrm>
            <a:off x="5537995" y="6510549"/>
            <a:ext cx="111601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lt1"/>
                </a:solidFill>
                <a:latin typeface="Play"/>
                <a:ea typeface="Play"/>
                <a:cs typeface="Play"/>
                <a:sym typeface="Play"/>
              </a:rPr>
              <a:t>Intel Confidential</a:t>
            </a:r>
            <a:endParaRPr/>
          </a:p>
        </p:txBody>
      </p:sp>
      <p:sp>
        <p:nvSpPr>
          <p:cNvPr id="432" name="Google Shape;432;p89"/>
          <p:cNvSpPr/>
          <p:nvPr/>
        </p:nvSpPr>
        <p:spPr>
          <a:xfrm>
            <a:off x="286365" y="6510549"/>
            <a:ext cx="170110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lay"/>
                <a:ea typeface="Play"/>
                <a:cs typeface="Play"/>
                <a:sym typeface="Play"/>
              </a:rPr>
              <a:t>Department or Event Name</a:t>
            </a:r>
            <a:endParaRPr/>
          </a:p>
        </p:txBody>
      </p:sp>
      <p:sp>
        <p:nvSpPr>
          <p:cNvPr id="433" name="Google Shape;433;p89"/>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000"/>
              <a:buFont typeface="Play"/>
              <a:buNone/>
            </a:pPr>
            <a:fld id="{00000000-1234-1234-1234-123412341234}" type="slidenum">
              <a:rPr b="0" i="0" lang="en-US" sz="1000" u="none" cap="none" strike="noStrike">
                <a:solidFill>
                  <a:schemeClr val="lt1"/>
                </a:solidFill>
                <a:latin typeface="Play"/>
                <a:ea typeface="Play"/>
                <a:cs typeface="Play"/>
                <a:sym typeface="Play"/>
              </a:rPr>
              <a:t>‹#›</a:t>
            </a:fld>
            <a:endParaRPr b="0" i="0" sz="1000" u="none" cap="none" strike="noStrike">
              <a:solidFill>
                <a:schemeClr val="lt1"/>
              </a:solidFill>
              <a:latin typeface="Play"/>
              <a:ea typeface="Play"/>
              <a:cs typeface="Play"/>
              <a:sym typeface="Play"/>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gue White">
  <p:cSld name="Segue White">
    <p:spTree>
      <p:nvGrpSpPr>
        <p:cNvPr id="434" name="Shape 434"/>
        <p:cNvGrpSpPr/>
        <p:nvPr/>
      </p:nvGrpSpPr>
      <p:grpSpPr>
        <a:xfrm>
          <a:off x="0" y="0"/>
          <a:ext cx="0" cy="0"/>
          <a:chOff x="0" y="0"/>
          <a:chExt cx="0" cy="0"/>
        </a:xfrm>
      </p:grpSpPr>
      <p:sp>
        <p:nvSpPr>
          <p:cNvPr id="435" name="Google Shape;435;p90"/>
          <p:cNvSpPr txBox="1"/>
          <p:nvPr>
            <p:ph type="title"/>
          </p:nvPr>
        </p:nvSpPr>
        <p:spPr>
          <a:xfrm>
            <a:off x="381000" y="2229178"/>
            <a:ext cx="10972800" cy="119982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6" name="Google Shape;436;p90"/>
          <p:cNvSpPr txBox="1"/>
          <p:nvPr>
            <p:ph idx="1" type="body"/>
          </p:nvPr>
        </p:nvSpPr>
        <p:spPr>
          <a:xfrm>
            <a:off x="381000" y="3449317"/>
            <a:ext cx="10972800" cy="6819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1"/>
              </a:buClr>
              <a:buSzPts val="2800"/>
              <a:buNone/>
              <a:defRPr sz="2800">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gue Blue" showMasterSp="0">
  <p:cSld name="Segue Blue">
    <p:bg>
      <p:bgPr>
        <a:solidFill>
          <a:schemeClr val="accent1"/>
        </a:solidFill>
      </p:bgPr>
    </p:bg>
    <p:spTree>
      <p:nvGrpSpPr>
        <p:cNvPr id="437" name="Shape 437"/>
        <p:cNvGrpSpPr/>
        <p:nvPr/>
      </p:nvGrpSpPr>
      <p:grpSpPr>
        <a:xfrm>
          <a:off x="0" y="0"/>
          <a:ext cx="0" cy="0"/>
          <a:chOff x="0" y="0"/>
          <a:chExt cx="0" cy="0"/>
        </a:xfrm>
      </p:grpSpPr>
      <p:sp>
        <p:nvSpPr>
          <p:cNvPr id="438" name="Google Shape;438;p91"/>
          <p:cNvSpPr txBox="1"/>
          <p:nvPr>
            <p:ph type="title"/>
          </p:nvPr>
        </p:nvSpPr>
        <p:spPr>
          <a:xfrm>
            <a:off x="381000" y="2229178"/>
            <a:ext cx="10972800" cy="119982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9" name="Google Shape;439;p91"/>
          <p:cNvSpPr txBox="1"/>
          <p:nvPr>
            <p:ph idx="1" type="body"/>
          </p:nvPr>
        </p:nvSpPr>
        <p:spPr>
          <a:xfrm>
            <a:off x="381000" y="3449317"/>
            <a:ext cx="10972800" cy="6819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2"/>
              </a:buClr>
              <a:buSzPts val="2800"/>
              <a:buNone/>
              <a:defRPr sz="2800">
                <a:solidFill>
                  <a:schemeClr val="accen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0" name="Google Shape;440;p91"/>
          <p:cNvSpPr/>
          <p:nvPr/>
        </p:nvSpPr>
        <p:spPr>
          <a:xfrm>
            <a:off x="0" y="6400800"/>
            <a:ext cx="11734800" cy="457200"/>
          </a:xfrm>
          <a:prstGeom prst="rect">
            <a:avLst/>
          </a:prstGeom>
          <a:solidFill>
            <a:schemeClr val="dk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pic>
        <p:nvPicPr>
          <p:cNvPr id="441" name="Google Shape;441;p91"/>
          <p:cNvPicPr preferRelativeResize="0"/>
          <p:nvPr/>
        </p:nvPicPr>
        <p:blipFill rotWithShape="1">
          <a:blip r:embed="rId2">
            <a:alphaModFix/>
          </a:blip>
          <a:srcRect b="0" l="0" r="0" t="0"/>
          <a:stretch/>
        </p:blipFill>
        <p:spPr>
          <a:xfrm>
            <a:off x="11137466" y="6554735"/>
            <a:ext cx="476084" cy="177524"/>
          </a:xfrm>
          <a:prstGeom prst="rect">
            <a:avLst/>
          </a:prstGeom>
          <a:noFill/>
          <a:ln>
            <a:noFill/>
          </a:ln>
        </p:spPr>
      </p:pic>
      <p:sp>
        <p:nvSpPr>
          <p:cNvPr id="442" name="Google Shape;442;p91"/>
          <p:cNvSpPr/>
          <p:nvPr/>
        </p:nvSpPr>
        <p:spPr>
          <a:xfrm>
            <a:off x="11734800" y="0"/>
            <a:ext cx="457200" cy="6400800"/>
          </a:xfrm>
          <a:prstGeom prst="rect">
            <a:avLst/>
          </a:prstGeom>
          <a:solidFill>
            <a:schemeClr val="dk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43" name="Google Shape;443;p91"/>
          <p:cNvSpPr/>
          <p:nvPr/>
        </p:nvSpPr>
        <p:spPr>
          <a:xfrm>
            <a:off x="5537995" y="6510549"/>
            <a:ext cx="111601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lt1"/>
                </a:solidFill>
                <a:latin typeface="Play"/>
                <a:ea typeface="Play"/>
                <a:cs typeface="Play"/>
                <a:sym typeface="Play"/>
              </a:rPr>
              <a:t>Intel Confidential</a:t>
            </a:r>
            <a:endParaRPr/>
          </a:p>
        </p:txBody>
      </p:sp>
      <p:sp>
        <p:nvSpPr>
          <p:cNvPr id="444" name="Google Shape;444;p91"/>
          <p:cNvSpPr/>
          <p:nvPr/>
        </p:nvSpPr>
        <p:spPr>
          <a:xfrm>
            <a:off x="286365" y="6510549"/>
            <a:ext cx="170110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lay"/>
                <a:ea typeface="Play"/>
                <a:cs typeface="Play"/>
                <a:sym typeface="Play"/>
              </a:rPr>
              <a:t>Department or Event Name</a:t>
            </a:r>
            <a:endParaRPr/>
          </a:p>
        </p:txBody>
      </p:sp>
      <p:sp>
        <p:nvSpPr>
          <p:cNvPr id="445" name="Google Shape;445;p91"/>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000"/>
              <a:buFont typeface="Play"/>
              <a:buNone/>
            </a:pPr>
            <a:fld id="{00000000-1234-1234-1234-123412341234}" type="slidenum">
              <a:rPr b="0" i="0" lang="en-US" sz="1000" u="none" cap="none" strike="noStrike">
                <a:solidFill>
                  <a:schemeClr val="lt1"/>
                </a:solidFill>
                <a:latin typeface="Play"/>
                <a:ea typeface="Play"/>
                <a:cs typeface="Play"/>
                <a:sym typeface="Play"/>
              </a:rPr>
              <a:t>‹#›</a:t>
            </a:fld>
            <a:endParaRPr b="0" i="0" sz="1000" u="none" cap="none" strike="noStrike">
              <a:solidFill>
                <a:schemeClr val="lt1"/>
              </a:solidFill>
              <a:latin typeface="Play"/>
              <a:ea typeface="Play"/>
              <a:cs typeface="Play"/>
              <a:sym typeface="Play"/>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hite">
  <p:cSld name="Title and Content White">
    <p:bg>
      <p:bgPr>
        <a:solidFill>
          <a:srgbClr val="F2F2F2"/>
        </a:solidFill>
      </p:bgPr>
    </p:bg>
    <p:spTree>
      <p:nvGrpSpPr>
        <p:cNvPr id="446" name="Shape 446"/>
        <p:cNvGrpSpPr/>
        <p:nvPr/>
      </p:nvGrpSpPr>
      <p:grpSpPr>
        <a:xfrm>
          <a:off x="0" y="0"/>
          <a:ext cx="0" cy="0"/>
          <a:chOff x="0" y="0"/>
          <a:chExt cx="0" cy="0"/>
        </a:xfrm>
      </p:grpSpPr>
      <p:sp>
        <p:nvSpPr>
          <p:cNvPr id="447" name="Google Shape;447;p92"/>
          <p:cNvSpPr txBox="1"/>
          <p:nvPr>
            <p:ph type="title"/>
          </p:nvPr>
        </p:nvSpPr>
        <p:spPr>
          <a:xfrm>
            <a:off x="925220" y="2614497"/>
            <a:ext cx="4838270" cy="178238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92"/>
          <p:cNvSpPr/>
          <p:nvPr/>
        </p:nvSpPr>
        <p:spPr>
          <a:xfrm>
            <a:off x="11734800" y="6400800"/>
            <a:ext cx="457200" cy="457200"/>
          </a:xfrm>
          <a:prstGeom prst="rect">
            <a:avLst/>
          </a:prstGeom>
          <a:solidFill>
            <a:schemeClr val="l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49" name="Google Shape;449;p92"/>
          <p:cNvSpPr/>
          <p:nvPr/>
        </p:nvSpPr>
        <p:spPr>
          <a:xfrm>
            <a:off x="5867399" y="402558"/>
            <a:ext cx="5874297" cy="6003471"/>
          </a:xfrm>
          <a:prstGeom prst="rect">
            <a:avLst/>
          </a:prstGeom>
          <a:solidFill>
            <a:schemeClr val="l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50" name="Google Shape;450;p92"/>
          <p:cNvSpPr txBox="1"/>
          <p:nvPr>
            <p:ph idx="1" type="body"/>
          </p:nvPr>
        </p:nvSpPr>
        <p:spPr>
          <a:xfrm>
            <a:off x="6087623" y="546389"/>
            <a:ext cx="5433848" cy="1118706"/>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sz="3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451" name="Google Shape;451;p92"/>
          <p:cNvGrpSpPr/>
          <p:nvPr/>
        </p:nvGrpSpPr>
        <p:grpSpPr>
          <a:xfrm>
            <a:off x="536812" y="2023074"/>
            <a:ext cx="492319" cy="591423"/>
            <a:chOff x="536812" y="2023074"/>
            <a:chExt cx="492319" cy="591423"/>
          </a:xfrm>
        </p:grpSpPr>
        <p:sp>
          <p:nvSpPr>
            <p:cNvPr id="452" name="Google Shape;452;p92"/>
            <p:cNvSpPr/>
            <p:nvPr/>
          </p:nvSpPr>
          <p:spPr>
            <a:xfrm>
              <a:off x="709974" y="2295340"/>
              <a:ext cx="319157" cy="319157"/>
            </a:xfrm>
            <a:prstGeom prst="rect">
              <a:avLst/>
            </a:prstGeom>
            <a:solidFill>
              <a:schemeClr val="accen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53" name="Google Shape;453;p92"/>
            <p:cNvSpPr/>
            <p:nvPr/>
          </p:nvSpPr>
          <p:spPr>
            <a:xfrm>
              <a:off x="536812" y="2123120"/>
              <a:ext cx="174318" cy="174318"/>
            </a:xfrm>
            <a:prstGeom prst="rect">
              <a:avLst/>
            </a:prstGeom>
            <a:solidFill>
              <a:srgbClr val="7BDEFF"/>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54" name="Google Shape;454;p92"/>
            <p:cNvSpPr/>
            <p:nvPr/>
          </p:nvSpPr>
          <p:spPr>
            <a:xfrm>
              <a:off x="711130" y="2023074"/>
              <a:ext cx="100045" cy="100045"/>
            </a:xfrm>
            <a:prstGeom prst="rect">
              <a:avLst/>
            </a:prstGeom>
            <a:solidFill>
              <a:srgbClr val="B4F0FF"/>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sp>
        <p:nvSpPr>
          <p:cNvPr id="455" name="Google Shape;455;p92"/>
          <p:cNvSpPr txBox="1"/>
          <p:nvPr>
            <p:ph idx="2" type="body"/>
          </p:nvPr>
        </p:nvSpPr>
        <p:spPr>
          <a:xfrm>
            <a:off x="6087623" y="1813801"/>
            <a:ext cx="5433848" cy="4376791"/>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30200" lvl="4" marL="2286000" algn="l">
              <a:lnSpc>
                <a:spcPct val="90000"/>
              </a:lnSpc>
              <a:spcBef>
                <a:spcPts val="500"/>
              </a:spcBef>
              <a:spcAft>
                <a:spcPts val="0"/>
              </a:spcAft>
              <a:buClr>
                <a:schemeClr val="dk1"/>
              </a:buClr>
              <a:buSzPts val="16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6" name="Google Shape;456;p92"/>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000"/>
              <a:buFont typeface="Play"/>
              <a:buNone/>
            </a:pPr>
            <a:fld id="{00000000-1234-1234-1234-123412341234}" type="slidenum">
              <a:rPr b="0" i="0" lang="en-US" sz="1000" u="none" cap="none" strike="noStrike">
                <a:solidFill>
                  <a:schemeClr val="dk1"/>
                </a:solidFill>
                <a:latin typeface="Play"/>
                <a:ea typeface="Play"/>
                <a:cs typeface="Play"/>
                <a:sym typeface="Play"/>
              </a:rPr>
              <a:t>‹#›</a:t>
            </a:fld>
            <a:endParaRPr b="0" i="0" sz="1000" u="none" cap="none" strike="noStrike">
              <a:solidFill>
                <a:schemeClr val="dk1"/>
              </a:solidFill>
              <a:latin typeface="Play"/>
              <a:ea typeface="Play"/>
              <a:cs typeface="Play"/>
              <a:sym typeface="Play"/>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Blue B" showMasterSp="0">
  <p:cSld name="Title and Content Blue B">
    <p:bg>
      <p:bgPr>
        <a:solidFill>
          <a:schemeClr val="dk2"/>
        </a:solidFill>
      </p:bgPr>
    </p:bg>
    <p:spTree>
      <p:nvGrpSpPr>
        <p:cNvPr id="457" name="Shape 457"/>
        <p:cNvGrpSpPr/>
        <p:nvPr/>
      </p:nvGrpSpPr>
      <p:grpSpPr>
        <a:xfrm>
          <a:off x="0" y="0"/>
          <a:ext cx="0" cy="0"/>
          <a:chOff x="0" y="0"/>
          <a:chExt cx="0" cy="0"/>
        </a:xfrm>
      </p:grpSpPr>
      <p:sp>
        <p:nvSpPr>
          <p:cNvPr id="458" name="Google Shape;458;p93"/>
          <p:cNvSpPr/>
          <p:nvPr/>
        </p:nvSpPr>
        <p:spPr>
          <a:xfrm>
            <a:off x="11734800" y="6400800"/>
            <a:ext cx="457200" cy="4572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59" name="Google Shape;459;p93"/>
          <p:cNvSpPr/>
          <p:nvPr/>
        </p:nvSpPr>
        <p:spPr>
          <a:xfrm>
            <a:off x="5867399" y="402558"/>
            <a:ext cx="5874297" cy="6003471"/>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60" name="Google Shape;460;p93"/>
          <p:cNvSpPr txBox="1"/>
          <p:nvPr>
            <p:ph type="title"/>
          </p:nvPr>
        </p:nvSpPr>
        <p:spPr>
          <a:xfrm>
            <a:off x="925220" y="2614497"/>
            <a:ext cx="4838270" cy="178238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1" name="Google Shape;461;p93"/>
          <p:cNvSpPr txBox="1"/>
          <p:nvPr>
            <p:ph idx="1" type="body"/>
          </p:nvPr>
        </p:nvSpPr>
        <p:spPr>
          <a:xfrm>
            <a:off x="6087623" y="546389"/>
            <a:ext cx="5433848" cy="1118706"/>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1"/>
              </a:buClr>
              <a:buSzPts val="3200"/>
              <a:buNone/>
              <a:defRPr sz="3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2" name="Google Shape;462;p93"/>
          <p:cNvSpPr txBox="1"/>
          <p:nvPr>
            <p:ph idx="2" type="body"/>
          </p:nvPr>
        </p:nvSpPr>
        <p:spPr>
          <a:xfrm>
            <a:off x="6087623" y="1813801"/>
            <a:ext cx="5433848" cy="4376791"/>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63" name="Google Shape;463;p93"/>
          <p:cNvPicPr preferRelativeResize="0"/>
          <p:nvPr/>
        </p:nvPicPr>
        <p:blipFill rotWithShape="1">
          <a:blip r:embed="rId2">
            <a:alphaModFix/>
          </a:blip>
          <a:srcRect b="0" l="0" r="0" t="0"/>
          <a:stretch/>
        </p:blipFill>
        <p:spPr>
          <a:xfrm>
            <a:off x="11137466" y="6554735"/>
            <a:ext cx="476084" cy="177524"/>
          </a:xfrm>
          <a:prstGeom prst="rect">
            <a:avLst/>
          </a:prstGeom>
          <a:noFill/>
          <a:ln>
            <a:noFill/>
          </a:ln>
        </p:spPr>
      </p:pic>
      <p:sp>
        <p:nvSpPr>
          <p:cNvPr id="464" name="Google Shape;464;p93"/>
          <p:cNvSpPr/>
          <p:nvPr/>
        </p:nvSpPr>
        <p:spPr>
          <a:xfrm>
            <a:off x="5537995" y="6510549"/>
            <a:ext cx="111601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lt1"/>
                </a:solidFill>
                <a:latin typeface="Play"/>
                <a:ea typeface="Play"/>
                <a:cs typeface="Play"/>
                <a:sym typeface="Play"/>
              </a:rPr>
              <a:t>Intel Confidential</a:t>
            </a:r>
            <a:endParaRPr/>
          </a:p>
        </p:txBody>
      </p:sp>
      <p:sp>
        <p:nvSpPr>
          <p:cNvPr id="465" name="Google Shape;465;p93"/>
          <p:cNvSpPr/>
          <p:nvPr/>
        </p:nvSpPr>
        <p:spPr>
          <a:xfrm>
            <a:off x="286365" y="6510549"/>
            <a:ext cx="170110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lay"/>
                <a:ea typeface="Play"/>
                <a:cs typeface="Play"/>
                <a:sym typeface="Play"/>
              </a:rPr>
              <a:t>Department or Event Name</a:t>
            </a:r>
            <a:endParaRPr/>
          </a:p>
        </p:txBody>
      </p:sp>
      <p:sp>
        <p:nvSpPr>
          <p:cNvPr id="466" name="Google Shape;466;p93"/>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000"/>
              <a:buFont typeface="Play"/>
              <a:buNone/>
            </a:pPr>
            <a:fld id="{00000000-1234-1234-1234-123412341234}" type="slidenum">
              <a:rPr b="0" i="0" lang="en-US" sz="1000" u="none" cap="none" strike="noStrike">
                <a:solidFill>
                  <a:schemeClr val="lt1"/>
                </a:solidFill>
                <a:latin typeface="Play"/>
                <a:ea typeface="Play"/>
                <a:cs typeface="Play"/>
                <a:sym typeface="Play"/>
              </a:rPr>
              <a:t>‹#›</a:t>
            </a:fld>
            <a:endParaRPr b="0" i="0" sz="1000" u="none" cap="none" strike="noStrike">
              <a:solidFill>
                <a:schemeClr val="lt1"/>
              </a:solidFill>
              <a:latin typeface="Play"/>
              <a:ea typeface="Play"/>
              <a:cs typeface="Play"/>
              <a:sym typeface="Play"/>
            </a:endParaRPr>
          </a:p>
        </p:txBody>
      </p:sp>
      <p:grpSp>
        <p:nvGrpSpPr>
          <p:cNvPr id="467" name="Google Shape;467;p93"/>
          <p:cNvGrpSpPr/>
          <p:nvPr/>
        </p:nvGrpSpPr>
        <p:grpSpPr>
          <a:xfrm>
            <a:off x="536812" y="2023074"/>
            <a:ext cx="492319" cy="591423"/>
            <a:chOff x="536812" y="2023074"/>
            <a:chExt cx="492319" cy="591423"/>
          </a:xfrm>
        </p:grpSpPr>
        <p:sp>
          <p:nvSpPr>
            <p:cNvPr id="468" name="Google Shape;468;p93"/>
            <p:cNvSpPr/>
            <p:nvPr/>
          </p:nvSpPr>
          <p:spPr>
            <a:xfrm>
              <a:off x="709974" y="2295340"/>
              <a:ext cx="319157" cy="319157"/>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69" name="Google Shape;469;p93"/>
            <p:cNvSpPr/>
            <p:nvPr/>
          </p:nvSpPr>
          <p:spPr>
            <a:xfrm>
              <a:off x="536812" y="2123120"/>
              <a:ext cx="174318" cy="174318"/>
            </a:xfrm>
            <a:prstGeom prst="rect">
              <a:avLst/>
            </a:prstGeom>
            <a:solidFill>
              <a:schemeClr val="accent3"/>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70" name="Google Shape;470;p93"/>
            <p:cNvSpPr/>
            <p:nvPr/>
          </p:nvSpPr>
          <p:spPr>
            <a:xfrm>
              <a:off x="711130" y="2023074"/>
              <a:ext cx="100045" cy="100045"/>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Frame Blue" showMasterSp="0">
  <p:cSld name="Title with Frame Blue">
    <p:bg>
      <p:bgPr>
        <a:solidFill>
          <a:schemeClr val="dk2"/>
        </a:solidFill>
      </p:bgPr>
    </p:bg>
    <p:spTree>
      <p:nvGrpSpPr>
        <p:cNvPr id="471" name="Shape 471"/>
        <p:cNvGrpSpPr/>
        <p:nvPr/>
      </p:nvGrpSpPr>
      <p:grpSpPr>
        <a:xfrm>
          <a:off x="0" y="0"/>
          <a:ext cx="0" cy="0"/>
          <a:chOff x="0" y="0"/>
          <a:chExt cx="0" cy="0"/>
        </a:xfrm>
      </p:grpSpPr>
      <p:sp>
        <p:nvSpPr>
          <p:cNvPr id="472" name="Google Shape;472;p94"/>
          <p:cNvSpPr/>
          <p:nvPr/>
        </p:nvSpPr>
        <p:spPr>
          <a:xfrm>
            <a:off x="457200" y="464127"/>
            <a:ext cx="11286348" cy="5944838"/>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73" name="Google Shape;473;p94"/>
          <p:cNvSpPr txBox="1"/>
          <p:nvPr>
            <p:ph type="title"/>
          </p:nvPr>
        </p:nvSpPr>
        <p:spPr>
          <a:xfrm>
            <a:off x="806922" y="1776845"/>
            <a:ext cx="10557387" cy="330431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4800"/>
              <a:buFont typeface="Play"/>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4" name="Google Shape;474;p94"/>
          <p:cNvSpPr/>
          <p:nvPr/>
        </p:nvSpPr>
        <p:spPr>
          <a:xfrm>
            <a:off x="11734800" y="6400800"/>
            <a:ext cx="457200" cy="4572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75" name="Google Shape;475;p94"/>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000"/>
              <a:buFont typeface="Play"/>
              <a:buNone/>
            </a:pPr>
            <a:fld id="{00000000-1234-1234-1234-123412341234}" type="slidenum">
              <a:rPr b="0" i="0" lang="en-US" sz="1000" u="none" cap="none" strike="noStrike">
                <a:solidFill>
                  <a:schemeClr val="lt1"/>
                </a:solidFill>
                <a:latin typeface="Play"/>
                <a:ea typeface="Play"/>
                <a:cs typeface="Play"/>
                <a:sym typeface="Play"/>
              </a:rPr>
              <a:t>‹#›</a:t>
            </a:fld>
            <a:endParaRPr b="0" i="0" sz="1000" u="none" cap="none" strike="noStrike">
              <a:solidFill>
                <a:schemeClr val="lt1"/>
              </a:solidFill>
              <a:latin typeface="Play"/>
              <a:ea typeface="Play"/>
              <a:cs typeface="Play"/>
              <a:sym typeface="Play"/>
            </a:endParaRPr>
          </a:p>
        </p:txBody>
      </p:sp>
      <p:pic>
        <p:nvPicPr>
          <p:cNvPr id="476" name="Google Shape;476;p94"/>
          <p:cNvPicPr preferRelativeResize="0"/>
          <p:nvPr/>
        </p:nvPicPr>
        <p:blipFill rotWithShape="1">
          <a:blip r:embed="rId2">
            <a:alphaModFix/>
          </a:blip>
          <a:srcRect b="0" l="0" r="0" t="0"/>
          <a:stretch/>
        </p:blipFill>
        <p:spPr>
          <a:xfrm>
            <a:off x="11137466" y="6554735"/>
            <a:ext cx="476084" cy="177524"/>
          </a:xfrm>
          <a:prstGeom prst="rect">
            <a:avLst/>
          </a:prstGeom>
          <a:noFill/>
          <a:ln>
            <a:noFill/>
          </a:ln>
        </p:spPr>
      </p:pic>
      <p:sp>
        <p:nvSpPr>
          <p:cNvPr id="477" name="Google Shape;477;p94"/>
          <p:cNvSpPr/>
          <p:nvPr/>
        </p:nvSpPr>
        <p:spPr>
          <a:xfrm>
            <a:off x="5537995" y="6510549"/>
            <a:ext cx="111601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lt1"/>
                </a:solidFill>
                <a:latin typeface="Play"/>
                <a:ea typeface="Play"/>
                <a:cs typeface="Play"/>
                <a:sym typeface="Play"/>
              </a:rPr>
              <a:t>Intel Confidential</a:t>
            </a:r>
            <a:endParaRPr/>
          </a:p>
        </p:txBody>
      </p:sp>
      <p:sp>
        <p:nvSpPr>
          <p:cNvPr id="478" name="Google Shape;478;p94"/>
          <p:cNvSpPr/>
          <p:nvPr/>
        </p:nvSpPr>
        <p:spPr>
          <a:xfrm>
            <a:off x="286365" y="6510549"/>
            <a:ext cx="170110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lay"/>
                <a:ea typeface="Play"/>
                <a:cs typeface="Play"/>
                <a:sym typeface="Play"/>
              </a:rPr>
              <a:t>Department or Event Name</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l Logo" showMasterSp="0">
  <p:cSld name="Intel Logo">
    <p:bg>
      <p:bgPr>
        <a:solidFill>
          <a:schemeClr val="accent1"/>
        </a:solidFill>
      </p:bgPr>
    </p:bg>
    <p:spTree>
      <p:nvGrpSpPr>
        <p:cNvPr id="479" name="Shape 479"/>
        <p:cNvGrpSpPr/>
        <p:nvPr/>
      </p:nvGrpSpPr>
      <p:grpSpPr>
        <a:xfrm>
          <a:off x="0" y="0"/>
          <a:ext cx="0" cy="0"/>
          <a:chOff x="0" y="0"/>
          <a:chExt cx="0" cy="0"/>
        </a:xfrm>
      </p:grpSpPr>
      <p:pic>
        <p:nvPicPr>
          <p:cNvPr descr="Logo&#10;&#10;Description automatically generated" id="480" name="Google Shape;480;p95"/>
          <p:cNvPicPr preferRelativeResize="0"/>
          <p:nvPr/>
        </p:nvPicPr>
        <p:blipFill rotWithShape="1">
          <a:blip r:embed="rId2">
            <a:alphaModFix/>
          </a:blip>
          <a:srcRect b="0" l="0" r="0" t="0"/>
          <a:stretch/>
        </p:blipFill>
        <p:spPr>
          <a:xfrm>
            <a:off x="4014381" y="2626737"/>
            <a:ext cx="4052408" cy="1643927"/>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6" name="Shape 6"/>
        <p:cNvGrpSpPr/>
        <p:nvPr/>
      </p:nvGrpSpPr>
      <p:grpSpPr>
        <a:xfrm>
          <a:off x="0" y="0"/>
          <a:ext cx="0" cy="0"/>
          <a:chOff x="0" y="0"/>
          <a:chExt cx="0" cy="0"/>
        </a:xfrm>
      </p:grpSpPr>
      <p:pic>
        <p:nvPicPr>
          <p:cNvPr descr="preencoded.png" id="7" name="Google Shape;7;p1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 name="Google Shape;8;p11"/>
          <p:cNvSpPr/>
          <p:nvPr/>
        </p:nvSpPr>
        <p:spPr>
          <a:xfrm>
            <a:off x="0" y="0"/>
            <a:ext cx="12192000" cy="6858000"/>
          </a:xfrm>
          <a:prstGeom prst="rect">
            <a:avLst/>
          </a:prstGeom>
          <a:solidFill>
            <a:srgbClr val="FFFFFF"/>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 name="Shape 9"/>
        <p:cNvGrpSpPr/>
        <p:nvPr/>
      </p:nvGrpSpPr>
      <p:grpSpPr>
        <a:xfrm>
          <a:off x="0" y="0"/>
          <a:ext cx="0" cy="0"/>
          <a:chOff x="0" y="0"/>
          <a:chExt cx="0" cy="0"/>
        </a:xfrm>
      </p:grpSpPr>
      <p:sp>
        <p:nvSpPr>
          <p:cNvPr id="10" name="Google Shape;10;p12"/>
          <p:cNvSpPr txBox="1"/>
          <p:nvPr>
            <p:ph type="title"/>
          </p:nvPr>
        </p:nvSpPr>
        <p:spPr>
          <a:xfrm>
            <a:off x="0" y="0"/>
            <a:ext cx="2500000" cy="2500000"/>
          </a:xfrm>
          <a:prstGeom prst="rect">
            <a:avLst/>
          </a:prstGeom>
          <a:noFill/>
          <a:ln>
            <a:noFill/>
          </a:ln>
        </p:spPr>
        <p:txBody>
          <a:bodyPr anchorCtr="0" anchor="t" bIns="38083" lIns="76188" spcFirstLastPara="1" rIns="76188" wrap="square" tIns="38083">
            <a:noAutofit/>
          </a:bodyPr>
          <a:lstStyle>
            <a:lvl1pPr lvl="0" marR="0" rtl="0" algn="ctr">
              <a:spcBef>
                <a:spcPts val="0"/>
              </a:spcBef>
              <a:spcAft>
                <a:spcPts val="0"/>
              </a:spcAft>
              <a:buClr>
                <a:schemeClr val="dk1"/>
              </a:buClr>
              <a:buSzPts val="4400"/>
              <a:buFont typeface="Calibri"/>
              <a:buNone/>
              <a:defRPr b="0" i="0" sz="3667" u="none" cap="none" strike="noStrike">
                <a:solidFill>
                  <a:schemeClr val="dk1"/>
                </a:solidFill>
                <a:latin typeface="Calibri"/>
                <a:ea typeface="Calibri"/>
                <a:cs typeface="Calibri"/>
                <a:sym typeface="Calibri"/>
              </a:defRPr>
            </a:lvl1pPr>
            <a:lvl2pPr lvl="1">
              <a:spcBef>
                <a:spcPts val="0"/>
              </a:spcBef>
              <a:spcAft>
                <a:spcPts val="0"/>
              </a:spcAft>
              <a:buSzPts val="1400"/>
              <a:buNone/>
              <a:defRPr sz="1500"/>
            </a:lvl2pPr>
            <a:lvl3pPr lvl="2">
              <a:spcBef>
                <a:spcPts val="0"/>
              </a:spcBef>
              <a:spcAft>
                <a:spcPts val="0"/>
              </a:spcAft>
              <a:buSzPts val="1400"/>
              <a:buNone/>
              <a:defRPr sz="1500"/>
            </a:lvl3pPr>
            <a:lvl4pPr lvl="3">
              <a:spcBef>
                <a:spcPts val="0"/>
              </a:spcBef>
              <a:spcAft>
                <a:spcPts val="0"/>
              </a:spcAft>
              <a:buSzPts val="1400"/>
              <a:buNone/>
              <a:defRPr sz="1500"/>
            </a:lvl4pPr>
            <a:lvl5pPr lvl="4">
              <a:spcBef>
                <a:spcPts val="0"/>
              </a:spcBef>
              <a:spcAft>
                <a:spcPts val="0"/>
              </a:spcAft>
              <a:buSzPts val="1400"/>
              <a:buNone/>
              <a:defRPr sz="1500"/>
            </a:lvl5pPr>
            <a:lvl6pPr lvl="5">
              <a:spcBef>
                <a:spcPts val="0"/>
              </a:spcBef>
              <a:spcAft>
                <a:spcPts val="0"/>
              </a:spcAft>
              <a:buSzPts val="1400"/>
              <a:buNone/>
              <a:defRPr sz="1500"/>
            </a:lvl6pPr>
            <a:lvl7pPr lvl="6">
              <a:spcBef>
                <a:spcPts val="0"/>
              </a:spcBef>
              <a:spcAft>
                <a:spcPts val="0"/>
              </a:spcAft>
              <a:buSzPts val="1400"/>
              <a:buNone/>
              <a:defRPr sz="1500"/>
            </a:lvl7pPr>
            <a:lvl8pPr lvl="7">
              <a:spcBef>
                <a:spcPts val="0"/>
              </a:spcBef>
              <a:spcAft>
                <a:spcPts val="0"/>
              </a:spcAft>
              <a:buSzPts val="1400"/>
              <a:buNone/>
              <a:defRPr sz="1500"/>
            </a:lvl8pPr>
            <a:lvl9pPr lvl="8">
              <a:spcBef>
                <a:spcPts val="0"/>
              </a:spcBef>
              <a:spcAft>
                <a:spcPts val="0"/>
              </a:spcAft>
              <a:buSzPts val="1400"/>
              <a:buNone/>
              <a:defRPr sz="1500"/>
            </a:lvl9pPr>
          </a:lstStyle>
          <a:p/>
        </p:txBody>
      </p:sp>
      <p:sp>
        <p:nvSpPr>
          <p:cNvPr id="11" name="Google Shape;11;p12"/>
          <p:cNvSpPr txBox="1"/>
          <p:nvPr>
            <p:ph idx="1" type="body"/>
          </p:nvPr>
        </p:nvSpPr>
        <p:spPr>
          <a:xfrm>
            <a:off x="0" y="0"/>
            <a:ext cx="2500000" cy="2500000"/>
          </a:xfrm>
          <a:prstGeom prst="rect">
            <a:avLst/>
          </a:prstGeom>
          <a:noFill/>
          <a:ln>
            <a:noFill/>
          </a:ln>
        </p:spPr>
        <p:txBody>
          <a:bodyPr anchorCtr="0" anchor="t" bIns="38083" lIns="76188" spcFirstLastPara="1" rIns="76188" wrap="square" tIns="38083">
            <a:noAutofit/>
          </a:bodyPr>
          <a:lstStyle>
            <a:lvl1pPr indent="-359833" lvl="0" marL="381000" marR="0" rtl="0" algn="l">
              <a:spcBef>
                <a:spcPts val="533"/>
              </a:spcBef>
              <a:spcAft>
                <a:spcPts val="0"/>
              </a:spcAft>
              <a:buClr>
                <a:schemeClr val="dk1"/>
              </a:buClr>
              <a:buSzPts val="3200"/>
              <a:buFont typeface="Arial"/>
              <a:buChar char="•"/>
              <a:defRPr b="0" i="0" sz="2667" u="none" cap="none" strike="noStrike">
                <a:solidFill>
                  <a:schemeClr val="dk1"/>
                </a:solidFill>
                <a:latin typeface="Calibri"/>
                <a:ea typeface="Calibri"/>
                <a:cs typeface="Calibri"/>
                <a:sym typeface="Calibri"/>
              </a:defRPr>
            </a:lvl1pPr>
            <a:lvl2pPr indent="-338667" lvl="1" marL="762000" marR="0" rtl="0" algn="l">
              <a:spcBef>
                <a:spcPts val="467"/>
              </a:spcBef>
              <a:spcAft>
                <a:spcPts val="0"/>
              </a:spcAft>
              <a:buClr>
                <a:schemeClr val="dk1"/>
              </a:buClr>
              <a:buSzPts val="2800"/>
              <a:buFont typeface="Arial"/>
              <a:buChar char="–"/>
              <a:defRPr b="0" i="0" sz="2333" u="none" cap="none" strike="noStrike">
                <a:solidFill>
                  <a:schemeClr val="dk1"/>
                </a:solidFill>
                <a:latin typeface="Calibri"/>
                <a:ea typeface="Calibri"/>
                <a:cs typeface="Calibri"/>
                <a:sym typeface="Calibri"/>
              </a:defRPr>
            </a:lvl2pPr>
            <a:lvl3pPr indent="-317500" lvl="2" marL="1143000" marR="0" rtl="0" algn="l">
              <a:spcBef>
                <a:spcPts val="400"/>
              </a:spcBef>
              <a:spcAft>
                <a:spcPts val="0"/>
              </a:spcAft>
              <a:buClr>
                <a:schemeClr val="dk1"/>
              </a:buClr>
              <a:buSzPts val="2400"/>
              <a:buFont typeface="Arial"/>
              <a:buChar char="•"/>
              <a:defRPr b="0" i="0" sz="2000" u="none" cap="none" strike="noStrike">
                <a:solidFill>
                  <a:schemeClr val="dk1"/>
                </a:solidFill>
                <a:latin typeface="Calibri"/>
                <a:ea typeface="Calibri"/>
                <a:cs typeface="Calibri"/>
                <a:sym typeface="Calibri"/>
              </a:defRPr>
            </a:lvl3pPr>
            <a:lvl4pPr indent="-296333" lvl="3" marL="1524000" marR="0" rtl="0" algn="l">
              <a:spcBef>
                <a:spcPts val="333"/>
              </a:spcBef>
              <a:spcAft>
                <a:spcPts val="0"/>
              </a:spcAft>
              <a:buClr>
                <a:schemeClr val="dk1"/>
              </a:buClr>
              <a:buSzPts val="2000"/>
              <a:buFont typeface="Arial"/>
              <a:buChar char="–"/>
              <a:defRPr b="0" i="0" sz="1667" u="none" cap="none" strike="noStrike">
                <a:solidFill>
                  <a:schemeClr val="dk1"/>
                </a:solidFill>
                <a:latin typeface="Calibri"/>
                <a:ea typeface="Calibri"/>
                <a:cs typeface="Calibri"/>
                <a:sym typeface="Calibri"/>
              </a:defRPr>
            </a:lvl4pPr>
            <a:lvl5pPr indent="-296333" lvl="4" marL="1905000" marR="0" rtl="0" algn="l">
              <a:spcBef>
                <a:spcPts val="333"/>
              </a:spcBef>
              <a:spcAft>
                <a:spcPts val="0"/>
              </a:spcAft>
              <a:buClr>
                <a:schemeClr val="dk1"/>
              </a:buClr>
              <a:buSzPts val="2000"/>
              <a:buFont typeface="Arial"/>
              <a:buChar char="»"/>
              <a:defRPr b="0" i="0" sz="1667" u="none" cap="none" strike="noStrike">
                <a:solidFill>
                  <a:schemeClr val="dk1"/>
                </a:solidFill>
                <a:latin typeface="Calibri"/>
                <a:ea typeface="Calibri"/>
                <a:cs typeface="Calibri"/>
                <a:sym typeface="Calibri"/>
              </a:defRPr>
            </a:lvl5pPr>
            <a:lvl6pPr indent="-296333" lvl="5" marL="2286000" marR="0" rtl="0" algn="l">
              <a:spcBef>
                <a:spcPts val="333"/>
              </a:spcBef>
              <a:spcAft>
                <a:spcPts val="0"/>
              </a:spcAft>
              <a:buClr>
                <a:schemeClr val="dk1"/>
              </a:buClr>
              <a:buSzPts val="2000"/>
              <a:buFont typeface="Arial"/>
              <a:buChar char="•"/>
              <a:defRPr b="0" i="0" sz="1667" u="none" cap="none" strike="noStrike">
                <a:solidFill>
                  <a:schemeClr val="dk1"/>
                </a:solidFill>
                <a:latin typeface="Calibri"/>
                <a:ea typeface="Calibri"/>
                <a:cs typeface="Calibri"/>
                <a:sym typeface="Calibri"/>
              </a:defRPr>
            </a:lvl6pPr>
            <a:lvl7pPr indent="-296333" lvl="6" marL="2667000" marR="0" rtl="0" algn="l">
              <a:spcBef>
                <a:spcPts val="333"/>
              </a:spcBef>
              <a:spcAft>
                <a:spcPts val="0"/>
              </a:spcAft>
              <a:buClr>
                <a:schemeClr val="dk1"/>
              </a:buClr>
              <a:buSzPts val="2000"/>
              <a:buFont typeface="Arial"/>
              <a:buChar char="•"/>
              <a:defRPr b="0" i="0" sz="1667" u="none" cap="none" strike="noStrike">
                <a:solidFill>
                  <a:schemeClr val="dk1"/>
                </a:solidFill>
                <a:latin typeface="Calibri"/>
                <a:ea typeface="Calibri"/>
                <a:cs typeface="Calibri"/>
                <a:sym typeface="Calibri"/>
              </a:defRPr>
            </a:lvl7pPr>
            <a:lvl8pPr indent="-296333" lvl="7" marL="3048000" marR="0" rtl="0" algn="l">
              <a:spcBef>
                <a:spcPts val="333"/>
              </a:spcBef>
              <a:spcAft>
                <a:spcPts val="0"/>
              </a:spcAft>
              <a:buClr>
                <a:schemeClr val="dk1"/>
              </a:buClr>
              <a:buSzPts val="2000"/>
              <a:buFont typeface="Arial"/>
              <a:buChar char="•"/>
              <a:defRPr b="0" i="0" sz="1667" u="none" cap="none" strike="noStrike">
                <a:solidFill>
                  <a:schemeClr val="dk1"/>
                </a:solidFill>
                <a:latin typeface="Calibri"/>
                <a:ea typeface="Calibri"/>
                <a:cs typeface="Calibri"/>
                <a:sym typeface="Calibri"/>
              </a:defRPr>
            </a:lvl8pPr>
            <a:lvl9pPr indent="-296333" lvl="8" marL="3429000" marR="0" rtl="0" algn="l">
              <a:spcBef>
                <a:spcPts val="333"/>
              </a:spcBef>
              <a:spcAft>
                <a:spcPts val="0"/>
              </a:spcAft>
              <a:buClr>
                <a:schemeClr val="dk1"/>
              </a:buClr>
              <a:buSzPts val="2000"/>
              <a:buFont typeface="Arial"/>
              <a:buChar char="•"/>
              <a:defRPr b="0" i="0" sz="1667"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0" y="0"/>
            <a:ext cx="2500000" cy="2500000"/>
          </a:xfrm>
          <a:prstGeom prst="rect">
            <a:avLst/>
          </a:prstGeom>
          <a:noFill/>
          <a:ln>
            <a:noFill/>
          </a:ln>
        </p:spPr>
        <p:txBody>
          <a:bodyPr anchorCtr="0" anchor="t" bIns="38083" lIns="76188" spcFirstLastPara="1" rIns="76188" wrap="square" tIns="38083">
            <a:noAutofit/>
          </a:bodyPr>
          <a:lstStyle>
            <a:lvl1pPr lvl="0" marR="0" rtl="0" algn="l">
              <a:spcBef>
                <a:spcPts val="0"/>
              </a:spcBef>
              <a:spcAft>
                <a:spcPts val="0"/>
              </a:spcAft>
              <a:buSzPts val="1400"/>
              <a:buNone/>
              <a:defRPr sz="1500">
                <a:solidFill>
                  <a:schemeClr val="dk1"/>
                </a:solidFill>
                <a:latin typeface="Calibri"/>
                <a:ea typeface="Calibri"/>
                <a:cs typeface="Calibri"/>
                <a:sym typeface="Calibri"/>
              </a:defRPr>
            </a:lvl1pPr>
            <a:lvl2pPr lvl="1"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0" y="0"/>
            <a:ext cx="2500000" cy="2500000"/>
          </a:xfrm>
          <a:prstGeom prst="rect">
            <a:avLst/>
          </a:prstGeom>
          <a:noFill/>
          <a:ln>
            <a:noFill/>
          </a:ln>
        </p:spPr>
        <p:txBody>
          <a:bodyPr anchorCtr="0" anchor="t" bIns="38083" lIns="76188" spcFirstLastPara="1" rIns="76188" wrap="square" tIns="38083">
            <a:noAutofit/>
          </a:bodyPr>
          <a:lstStyle>
            <a:lvl1pPr lvl="0" marR="0" rtl="0" algn="l">
              <a:spcBef>
                <a:spcPts val="0"/>
              </a:spcBef>
              <a:spcAft>
                <a:spcPts val="0"/>
              </a:spcAft>
              <a:buSzPts val="1400"/>
              <a:buNone/>
              <a:defRPr sz="1500">
                <a:solidFill>
                  <a:schemeClr val="dk1"/>
                </a:solidFill>
                <a:latin typeface="Calibri"/>
                <a:ea typeface="Calibri"/>
                <a:cs typeface="Calibri"/>
                <a:sym typeface="Calibri"/>
              </a:defRPr>
            </a:lvl1pPr>
            <a:lvl2pPr lvl="1"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5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0" y="0"/>
            <a:ext cx="2500000" cy="2500000"/>
          </a:xfrm>
          <a:prstGeom prst="rect">
            <a:avLst/>
          </a:prstGeom>
          <a:noFill/>
          <a:ln>
            <a:noFill/>
          </a:ln>
        </p:spPr>
        <p:txBody>
          <a:bodyPr anchorCtr="0" anchor="t" bIns="38083" lIns="76188" spcFirstLastPara="1" rIns="76188" wrap="square" tIns="38083">
            <a:noAutofit/>
          </a:bodyPr>
          <a:lstStyle>
            <a:lvl1pPr indent="0" lvl="0" marL="0" marR="0" rtl="0" algn="l">
              <a:spcBef>
                <a:spcPts val="0"/>
              </a:spcBef>
              <a:buNone/>
              <a:defRPr sz="1500">
                <a:solidFill>
                  <a:schemeClr val="dk1"/>
                </a:solidFill>
                <a:latin typeface="Calibri"/>
                <a:ea typeface="Calibri"/>
                <a:cs typeface="Calibri"/>
                <a:sym typeface="Calibri"/>
              </a:defRPr>
            </a:lvl1pPr>
            <a:lvl2pPr indent="0" lvl="1" marL="0" marR="0" rtl="0" algn="l">
              <a:spcBef>
                <a:spcPts val="0"/>
              </a:spcBef>
              <a:buNone/>
              <a:defRPr sz="1500">
                <a:solidFill>
                  <a:schemeClr val="dk1"/>
                </a:solidFill>
                <a:latin typeface="Calibri"/>
                <a:ea typeface="Calibri"/>
                <a:cs typeface="Calibri"/>
                <a:sym typeface="Calibri"/>
              </a:defRPr>
            </a:lvl2pPr>
            <a:lvl3pPr indent="0" lvl="2" marL="0" marR="0" rtl="0" algn="l">
              <a:spcBef>
                <a:spcPts val="0"/>
              </a:spcBef>
              <a:buNone/>
              <a:defRPr sz="1500">
                <a:solidFill>
                  <a:schemeClr val="dk1"/>
                </a:solidFill>
                <a:latin typeface="Calibri"/>
                <a:ea typeface="Calibri"/>
                <a:cs typeface="Calibri"/>
                <a:sym typeface="Calibri"/>
              </a:defRPr>
            </a:lvl3pPr>
            <a:lvl4pPr indent="0" lvl="3" marL="0" marR="0" rtl="0" algn="l">
              <a:spcBef>
                <a:spcPts val="0"/>
              </a:spcBef>
              <a:buNone/>
              <a:defRPr sz="1500">
                <a:solidFill>
                  <a:schemeClr val="dk1"/>
                </a:solidFill>
                <a:latin typeface="Calibri"/>
                <a:ea typeface="Calibri"/>
                <a:cs typeface="Calibri"/>
                <a:sym typeface="Calibri"/>
              </a:defRPr>
            </a:lvl4pPr>
            <a:lvl5pPr indent="0" lvl="4" marL="0" marR="0" rtl="0" algn="l">
              <a:spcBef>
                <a:spcPts val="0"/>
              </a:spcBef>
              <a:buNone/>
              <a:defRPr sz="1500">
                <a:solidFill>
                  <a:schemeClr val="dk1"/>
                </a:solidFill>
                <a:latin typeface="Calibri"/>
                <a:ea typeface="Calibri"/>
                <a:cs typeface="Calibri"/>
                <a:sym typeface="Calibri"/>
              </a:defRPr>
            </a:lvl5pPr>
            <a:lvl6pPr indent="0" lvl="5" marL="0" marR="0" rtl="0" algn="l">
              <a:spcBef>
                <a:spcPts val="0"/>
              </a:spcBef>
              <a:buNone/>
              <a:defRPr sz="1500">
                <a:solidFill>
                  <a:schemeClr val="dk1"/>
                </a:solidFill>
                <a:latin typeface="Calibri"/>
                <a:ea typeface="Calibri"/>
                <a:cs typeface="Calibri"/>
                <a:sym typeface="Calibri"/>
              </a:defRPr>
            </a:lvl6pPr>
            <a:lvl7pPr indent="0" lvl="6" marL="0" marR="0" rtl="0" algn="l">
              <a:spcBef>
                <a:spcPts val="0"/>
              </a:spcBef>
              <a:buNone/>
              <a:defRPr sz="1500">
                <a:solidFill>
                  <a:schemeClr val="dk1"/>
                </a:solidFill>
                <a:latin typeface="Calibri"/>
                <a:ea typeface="Calibri"/>
                <a:cs typeface="Calibri"/>
                <a:sym typeface="Calibri"/>
              </a:defRPr>
            </a:lvl7pPr>
            <a:lvl8pPr indent="0" lvl="7" marL="0" marR="0" rtl="0" algn="l">
              <a:spcBef>
                <a:spcPts val="0"/>
              </a:spcBef>
              <a:buNone/>
              <a:defRPr sz="1500">
                <a:solidFill>
                  <a:schemeClr val="dk1"/>
                </a:solidFill>
                <a:latin typeface="Calibri"/>
                <a:ea typeface="Calibri"/>
                <a:cs typeface="Calibri"/>
                <a:sym typeface="Calibri"/>
              </a:defRPr>
            </a:lvl8pPr>
            <a:lvl9pPr indent="0" lvl="8" marL="0" marR="0" rtl="0" algn="l">
              <a:spcBef>
                <a:spcPts val="0"/>
              </a:spcBef>
              <a:buNone/>
              <a:defRPr sz="15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5" name="Shape 15"/>
        <p:cNvGrpSpPr/>
        <p:nvPr/>
      </p:nvGrpSpPr>
      <p:grpSpPr>
        <a:xfrm>
          <a:off x="0" y="0"/>
          <a:ext cx="0" cy="0"/>
          <a:chOff x="0" y="0"/>
          <a:chExt cx="0" cy="0"/>
        </a:xfrm>
      </p:grpSpPr>
      <p:pic>
        <p:nvPicPr>
          <p:cNvPr descr="preencoded.png" id="16" name="Google Shape;16;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 name="Google Shape;17;p13"/>
          <p:cNvSpPr/>
          <p:nvPr/>
        </p:nvSpPr>
        <p:spPr>
          <a:xfrm>
            <a:off x="0" y="0"/>
            <a:ext cx="12192000" cy="6858000"/>
          </a:xfrm>
          <a:prstGeom prst="rect">
            <a:avLst/>
          </a:prstGeom>
          <a:solidFill>
            <a:srgbClr val="FFFFFF"/>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8" name="Shape 18"/>
        <p:cNvGrpSpPr/>
        <p:nvPr/>
      </p:nvGrpSpPr>
      <p:grpSpPr>
        <a:xfrm>
          <a:off x="0" y="0"/>
          <a:ext cx="0" cy="0"/>
          <a:chOff x="0" y="0"/>
          <a:chExt cx="0" cy="0"/>
        </a:xfrm>
      </p:grpSpPr>
      <p:pic>
        <p:nvPicPr>
          <p:cNvPr descr="preencoded.png" id="19" name="Google Shape;19;p1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0" name="Google Shape;20;p14"/>
          <p:cNvSpPr/>
          <p:nvPr/>
        </p:nvSpPr>
        <p:spPr>
          <a:xfrm>
            <a:off x="0" y="0"/>
            <a:ext cx="12192000" cy="6858000"/>
          </a:xfrm>
          <a:prstGeom prst="rect">
            <a:avLst/>
          </a:prstGeom>
          <a:solidFill>
            <a:srgbClr val="FFFFFF"/>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1" name="Shape 21"/>
        <p:cNvGrpSpPr/>
        <p:nvPr/>
      </p:nvGrpSpPr>
      <p:grpSpPr>
        <a:xfrm>
          <a:off x="0" y="0"/>
          <a:ext cx="0" cy="0"/>
          <a:chOff x="0" y="0"/>
          <a:chExt cx="0" cy="0"/>
        </a:xfrm>
      </p:grpSpPr>
      <p:pic>
        <p:nvPicPr>
          <p:cNvPr descr="preencoded.png" id="22" name="Google Shape;22;p1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3" name="Google Shape;23;p15"/>
          <p:cNvSpPr/>
          <p:nvPr/>
        </p:nvSpPr>
        <p:spPr>
          <a:xfrm>
            <a:off x="0" y="0"/>
            <a:ext cx="12192000" cy="6858000"/>
          </a:xfrm>
          <a:prstGeom prst="rect">
            <a:avLst/>
          </a:prstGeom>
          <a:solidFill>
            <a:srgbClr val="FFFFFF"/>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4" name="Shape 24"/>
        <p:cNvGrpSpPr/>
        <p:nvPr/>
      </p:nvGrpSpPr>
      <p:grpSpPr>
        <a:xfrm>
          <a:off x="0" y="0"/>
          <a:ext cx="0" cy="0"/>
          <a:chOff x="0" y="0"/>
          <a:chExt cx="0" cy="0"/>
        </a:xfrm>
      </p:grpSpPr>
      <p:pic>
        <p:nvPicPr>
          <p:cNvPr descr="preencoded.png" id="25" name="Google Shape;25;p1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6" name="Google Shape;26;p16"/>
          <p:cNvSpPr/>
          <p:nvPr/>
        </p:nvSpPr>
        <p:spPr>
          <a:xfrm>
            <a:off x="0" y="0"/>
            <a:ext cx="12192000" cy="6858000"/>
          </a:xfrm>
          <a:prstGeom prst="rect">
            <a:avLst/>
          </a:prstGeom>
          <a:solidFill>
            <a:srgbClr val="FFFFFF"/>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7" name="Shape 27"/>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28" name="Shape 28"/>
        <p:cNvGrpSpPr/>
        <p:nvPr/>
      </p:nvGrpSpPr>
      <p:grpSpPr>
        <a:xfrm>
          <a:off x="0" y="0"/>
          <a:ext cx="0" cy="0"/>
          <a:chOff x="0" y="0"/>
          <a:chExt cx="0" cy="0"/>
        </a:xfrm>
      </p:grpSpPr>
      <p:pic>
        <p:nvPicPr>
          <p:cNvPr descr="preencoded.png" id="29" name="Google Shape;29;p1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0" name="Google Shape;30;p18"/>
          <p:cNvSpPr/>
          <p:nvPr/>
        </p:nvSpPr>
        <p:spPr>
          <a:xfrm>
            <a:off x="0" y="0"/>
            <a:ext cx="12192000" cy="6858000"/>
          </a:xfrm>
          <a:prstGeom prst="rect">
            <a:avLst/>
          </a:prstGeom>
          <a:solidFill>
            <a:srgbClr val="FFFFFF"/>
          </a:solidFill>
          <a:ln>
            <a:noFill/>
          </a:ln>
        </p:spPr>
        <p:txBody>
          <a:bodyPr anchorCtr="0" anchor="ctr" bIns="76188" lIns="76188" spcFirstLastPara="1" rIns="76188" wrap="square" tIns="76188">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Breaker">
  <p:cSld name="1_Section Breaker">
    <p:spTree>
      <p:nvGrpSpPr>
        <p:cNvPr id="31" name="Shape 31"/>
        <p:cNvGrpSpPr/>
        <p:nvPr/>
      </p:nvGrpSpPr>
      <p:grpSpPr>
        <a:xfrm>
          <a:off x="0" y="0"/>
          <a:ext cx="0" cy="0"/>
          <a:chOff x="0" y="0"/>
          <a:chExt cx="0" cy="0"/>
        </a:xfrm>
      </p:grpSpPr>
      <p:pic>
        <p:nvPicPr>
          <p:cNvPr id="32" name="Google Shape;32;g3d23a5bc6b1_0_222"/>
          <p:cNvPicPr preferRelativeResize="0"/>
          <p:nvPr/>
        </p:nvPicPr>
        <p:blipFill rotWithShape="1">
          <a:blip r:embed="rId2">
            <a:alphaModFix/>
          </a:blip>
          <a:srcRect b="0" l="0" r="0" t="0"/>
          <a:stretch/>
        </p:blipFill>
        <p:spPr>
          <a:xfrm>
            <a:off x="0" y="-3174"/>
            <a:ext cx="12202448" cy="6861174"/>
          </a:xfrm>
          <a:prstGeom prst="rect">
            <a:avLst/>
          </a:prstGeom>
          <a:noFill/>
          <a:ln>
            <a:noFill/>
          </a:ln>
        </p:spPr>
      </p:pic>
      <p:sp>
        <p:nvSpPr>
          <p:cNvPr id="33" name="Google Shape;33;g3d23a5bc6b1_0_222"/>
          <p:cNvSpPr txBox="1"/>
          <p:nvPr>
            <p:ph type="title"/>
          </p:nvPr>
        </p:nvSpPr>
        <p:spPr>
          <a:xfrm>
            <a:off x="1833785" y="1743334"/>
            <a:ext cx="8781500" cy="1875000"/>
          </a:xfrm>
          <a:prstGeom prst="rect">
            <a:avLst/>
          </a:prstGeom>
          <a:noFill/>
          <a:ln>
            <a:noFill/>
          </a:ln>
        </p:spPr>
        <p:txBody>
          <a:bodyPr anchorCtr="0" anchor="ctr" bIns="45708" lIns="91417" spcFirstLastPara="1" rIns="91417" wrap="square" tIns="45708">
            <a:normAutofit/>
          </a:bodyPr>
          <a:lstStyle>
            <a:lvl1pPr lvl="0" algn="l">
              <a:lnSpc>
                <a:spcPct val="90000"/>
              </a:lnSpc>
              <a:spcBef>
                <a:spcPts val="0"/>
              </a:spcBef>
              <a:spcAft>
                <a:spcPts val="0"/>
              </a:spcAft>
              <a:buClr>
                <a:schemeClr val="dk1"/>
              </a:buClr>
              <a:buSzPts val="7200"/>
              <a:buFont typeface="Play"/>
              <a:buChar char="●"/>
              <a:defRPr sz="6000">
                <a:latin typeface="Play"/>
                <a:ea typeface="Play"/>
                <a:cs typeface="Play"/>
                <a:sym typeface="Play"/>
              </a:defRPr>
            </a:lvl1pPr>
            <a:lvl2pPr lvl="1">
              <a:spcBef>
                <a:spcPts val="0"/>
              </a:spcBef>
              <a:spcAft>
                <a:spcPts val="0"/>
              </a:spcAft>
              <a:buSzPts val="1700"/>
              <a:buNone/>
              <a:defRPr sz="1417"/>
            </a:lvl2pPr>
            <a:lvl3pPr lvl="2">
              <a:spcBef>
                <a:spcPts val="0"/>
              </a:spcBef>
              <a:spcAft>
                <a:spcPts val="0"/>
              </a:spcAft>
              <a:buSzPts val="1700"/>
              <a:buNone/>
              <a:defRPr sz="1417"/>
            </a:lvl3pPr>
            <a:lvl4pPr lvl="3">
              <a:spcBef>
                <a:spcPts val="0"/>
              </a:spcBef>
              <a:spcAft>
                <a:spcPts val="0"/>
              </a:spcAft>
              <a:buSzPts val="1700"/>
              <a:buNone/>
              <a:defRPr sz="1417"/>
            </a:lvl4pPr>
            <a:lvl5pPr lvl="4">
              <a:spcBef>
                <a:spcPts val="0"/>
              </a:spcBef>
              <a:spcAft>
                <a:spcPts val="0"/>
              </a:spcAft>
              <a:buSzPts val="1700"/>
              <a:buNone/>
              <a:defRPr sz="1417"/>
            </a:lvl5pPr>
            <a:lvl6pPr lvl="5">
              <a:spcBef>
                <a:spcPts val="0"/>
              </a:spcBef>
              <a:spcAft>
                <a:spcPts val="0"/>
              </a:spcAft>
              <a:buSzPts val="1700"/>
              <a:buNone/>
              <a:defRPr sz="1417"/>
            </a:lvl6pPr>
            <a:lvl7pPr lvl="6">
              <a:spcBef>
                <a:spcPts val="0"/>
              </a:spcBef>
              <a:spcAft>
                <a:spcPts val="0"/>
              </a:spcAft>
              <a:buSzPts val="1700"/>
              <a:buNone/>
              <a:defRPr sz="1417"/>
            </a:lvl7pPr>
            <a:lvl8pPr lvl="7">
              <a:spcBef>
                <a:spcPts val="0"/>
              </a:spcBef>
              <a:spcAft>
                <a:spcPts val="0"/>
              </a:spcAft>
              <a:buSzPts val="1700"/>
              <a:buNone/>
              <a:defRPr sz="1417"/>
            </a:lvl8pPr>
            <a:lvl9pPr lvl="8">
              <a:spcBef>
                <a:spcPts val="0"/>
              </a:spcBef>
              <a:spcAft>
                <a:spcPts val="0"/>
              </a:spcAft>
              <a:buSzPts val="1700"/>
              <a:buNone/>
              <a:defRPr sz="1417"/>
            </a:lvl9pPr>
          </a:lstStyle>
          <a:p/>
        </p:txBody>
      </p:sp>
      <p:sp>
        <p:nvSpPr>
          <p:cNvPr id="34" name="Google Shape;34;g3d23a5bc6b1_0_222"/>
          <p:cNvSpPr txBox="1"/>
          <p:nvPr>
            <p:ph idx="1" type="body"/>
          </p:nvPr>
        </p:nvSpPr>
        <p:spPr>
          <a:xfrm>
            <a:off x="1833563" y="3710273"/>
            <a:ext cx="5176750" cy="649250"/>
          </a:xfrm>
          <a:prstGeom prst="rect">
            <a:avLst/>
          </a:prstGeom>
          <a:noFill/>
          <a:ln>
            <a:noFill/>
          </a:ln>
        </p:spPr>
        <p:txBody>
          <a:bodyPr anchorCtr="0" anchor="t" bIns="45708" lIns="91417" spcFirstLastPara="1" rIns="91417" wrap="square" tIns="45708">
            <a:normAutofit/>
          </a:bodyPr>
          <a:lstStyle>
            <a:lvl1pPr indent="-190500" lvl="0" marL="381000" algn="l">
              <a:lnSpc>
                <a:spcPct val="90000"/>
              </a:lnSpc>
              <a:spcBef>
                <a:spcPts val="1000"/>
              </a:spcBef>
              <a:spcAft>
                <a:spcPts val="0"/>
              </a:spcAft>
              <a:buClr>
                <a:schemeClr val="dk1"/>
              </a:buClr>
              <a:buSzPts val="2900"/>
              <a:buNone/>
              <a:defRPr sz="2417">
                <a:latin typeface="Play"/>
                <a:ea typeface="Play"/>
                <a:cs typeface="Play"/>
                <a:sym typeface="Play"/>
              </a:defRPr>
            </a:lvl1pPr>
            <a:lvl2pPr indent="-306917" lvl="1" marL="762000" algn="l">
              <a:lnSpc>
                <a:spcPct val="90000"/>
              </a:lnSpc>
              <a:spcBef>
                <a:spcPts val="500"/>
              </a:spcBef>
              <a:spcAft>
                <a:spcPts val="0"/>
              </a:spcAft>
              <a:buClr>
                <a:schemeClr val="dk1"/>
              </a:buClr>
              <a:buSzPts val="2200"/>
              <a:buChar char="○"/>
              <a:defRPr sz="1417"/>
            </a:lvl2pPr>
            <a:lvl3pPr indent="-306917" lvl="2" marL="1143000" algn="l">
              <a:lnSpc>
                <a:spcPct val="90000"/>
              </a:lnSpc>
              <a:spcBef>
                <a:spcPts val="500"/>
              </a:spcBef>
              <a:spcAft>
                <a:spcPts val="0"/>
              </a:spcAft>
              <a:buClr>
                <a:schemeClr val="dk1"/>
              </a:buClr>
              <a:buSzPts val="2200"/>
              <a:buChar char="■"/>
              <a:defRPr sz="1417"/>
            </a:lvl3pPr>
            <a:lvl4pPr indent="-306917" lvl="3" marL="1524000" algn="l">
              <a:lnSpc>
                <a:spcPct val="90000"/>
              </a:lnSpc>
              <a:spcBef>
                <a:spcPts val="500"/>
              </a:spcBef>
              <a:spcAft>
                <a:spcPts val="0"/>
              </a:spcAft>
              <a:buClr>
                <a:schemeClr val="dk1"/>
              </a:buClr>
              <a:buSzPts val="2200"/>
              <a:buChar char="●"/>
              <a:defRPr sz="1417"/>
            </a:lvl4pPr>
            <a:lvl5pPr indent="-306917" lvl="4" marL="1905000" algn="l">
              <a:lnSpc>
                <a:spcPct val="90000"/>
              </a:lnSpc>
              <a:spcBef>
                <a:spcPts val="500"/>
              </a:spcBef>
              <a:spcAft>
                <a:spcPts val="0"/>
              </a:spcAft>
              <a:buClr>
                <a:schemeClr val="dk1"/>
              </a:buClr>
              <a:buSzPts val="2200"/>
              <a:buChar char="○"/>
              <a:defRPr sz="1417"/>
            </a:lvl5pPr>
            <a:lvl6pPr indent="-306917" lvl="5" marL="2286000" algn="l">
              <a:lnSpc>
                <a:spcPct val="90000"/>
              </a:lnSpc>
              <a:spcBef>
                <a:spcPts val="500"/>
              </a:spcBef>
              <a:spcAft>
                <a:spcPts val="0"/>
              </a:spcAft>
              <a:buClr>
                <a:schemeClr val="dk1"/>
              </a:buClr>
              <a:buSzPts val="2200"/>
              <a:buChar char="■"/>
              <a:defRPr sz="1417"/>
            </a:lvl6pPr>
            <a:lvl7pPr indent="-306917" lvl="6" marL="2667000" algn="l">
              <a:lnSpc>
                <a:spcPct val="90000"/>
              </a:lnSpc>
              <a:spcBef>
                <a:spcPts val="500"/>
              </a:spcBef>
              <a:spcAft>
                <a:spcPts val="0"/>
              </a:spcAft>
              <a:buClr>
                <a:schemeClr val="dk1"/>
              </a:buClr>
              <a:buSzPts val="2200"/>
              <a:buChar char="●"/>
              <a:defRPr sz="1417"/>
            </a:lvl7pPr>
            <a:lvl8pPr indent="-306917" lvl="7" marL="3048000" algn="l">
              <a:lnSpc>
                <a:spcPct val="90000"/>
              </a:lnSpc>
              <a:spcBef>
                <a:spcPts val="500"/>
              </a:spcBef>
              <a:spcAft>
                <a:spcPts val="0"/>
              </a:spcAft>
              <a:buClr>
                <a:schemeClr val="dk1"/>
              </a:buClr>
              <a:buSzPts val="2200"/>
              <a:buChar char="○"/>
              <a:defRPr sz="1417"/>
            </a:lvl8pPr>
            <a:lvl9pPr indent="-306917" lvl="8" marL="3429000" algn="l">
              <a:lnSpc>
                <a:spcPct val="90000"/>
              </a:lnSpc>
              <a:spcBef>
                <a:spcPts val="500"/>
              </a:spcBef>
              <a:spcAft>
                <a:spcPts val="0"/>
              </a:spcAft>
              <a:buClr>
                <a:schemeClr val="dk1"/>
              </a:buClr>
              <a:buSzPts val="2200"/>
              <a:buChar char="■"/>
              <a:defRPr sz="1417"/>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 Id="rId11" Type="http://schemas.openxmlformats.org/officeDocument/2006/relationships/slideLayout" Target="../slideLayouts/slideLayout47.xml"/><Relationship Id="rId12" Type="http://schemas.openxmlformats.org/officeDocument/2006/relationships/slideLayout" Target="../slideLayouts/slideLayout48.xml"/><Relationship Id="rId13" Type="http://schemas.openxmlformats.org/officeDocument/2006/relationships/slideLayout" Target="../slideLayouts/slideLayout49.xml"/><Relationship Id="rId14" Type="http://schemas.openxmlformats.org/officeDocument/2006/relationships/slideLayout" Target="../slideLayouts/slideLayout50.xml"/><Relationship Id="rId15" Type="http://schemas.openxmlformats.org/officeDocument/2006/relationships/slideLayout" Target="../slideLayouts/slideLayout51.xml"/><Relationship Id="rId16" Type="http://schemas.openxmlformats.org/officeDocument/2006/relationships/slideLayout" Target="../slideLayouts/slideLayout52.xml"/><Relationship Id="rId17" Type="http://schemas.openxmlformats.org/officeDocument/2006/relationships/slideLayout" Target="../slideLayouts/slideLayout53.xml"/><Relationship Id="rId18" Type="http://schemas.openxmlformats.org/officeDocument/2006/relationships/slideLayout" Target="../slideLayouts/slideLayout54.xml"/><Relationship Id="rId19" Type="http://schemas.openxmlformats.org/officeDocument/2006/relationships/slideLayout" Target="../slideLayouts/slideLayout55.xml"/><Relationship Id="rId20" Type="http://schemas.openxmlformats.org/officeDocument/2006/relationships/slideLayout" Target="../slideLayouts/slideLayout56.xml"/><Relationship Id="rId21" Type="http://schemas.openxmlformats.org/officeDocument/2006/relationships/slideLayout" Target="../slideLayouts/slideLayout57.xml"/><Relationship Id="rId22" Type="http://schemas.openxmlformats.org/officeDocument/2006/relationships/slideLayout" Target="../slideLayouts/slideLayout58.xml"/><Relationship Id="rId23" Type="http://schemas.openxmlformats.org/officeDocument/2006/relationships/slideLayout" Target="../slideLayouts/slideLayout59.xml"/><Relationship Id="rId24" Type="http://schemas.openxmlformats.org/officeDocument/2006/relationships/slideLayout" Target="../slideLayouts/slideLayout60.xml"/><Relationship Id="rId25" Type="http://schemas.openxmlformats.org/officeDocument/2006/relationships/slideLayout" Target="../slideLayouts/slideLayout61.xml"/><Relationship Id="rId26" Type="http://schemas.openxmlformats.org/officeDocument/2006/relationships/slideLayout" Target="../slideLayouts/slideLayout62.xml"/><Relationship Id="rId27" Type="http://schemas.openxmlformats.org/officeDocument/2006/relationships/slideLayout" Target="../slideLayouts/slideLayout63.xml"/><Relationship Id="rId28" Type="http://schemas.openxmlformats.org/officeDocument/2006/relationships/slideLayout" Target="../slideLayouts/slideLayout64.xml"/><Relationship Id="rId29" Type="http://schemas.openxmlformats.org/officeDocument/2006/relationships/slideLayout" Target="../slideLayouts/slideLayout65.xml"/><Relationship Id="rId30" Type="http://schemas.openxmlformats.org/officeDocument/2006/relationships/slideLayout" Target="../slideLayouts/slideLayout66.xml"/><Relationship Id="rId31" Type="http://schemas.openxmlformats.org/officeDocument/2006/relationships/slideLayout" Target="../slideLayouts/slideLayout67.xml"/><Relationship Id="rId32" Type="http://schemas.openxmlformats.org/officeDocument/2006/relationships/slideLayout" Target="../slideLayouts/slideLayout68.xml"/><Relationship Id="rId33" Type="http://schemas.openxmlformats.org/officeDocument/2006/relationships/slideLayout" Target="../slideLayouts/slideLayout69.xml"/><Relationship Id="rId34" Type="http://schemas.openxmlformats.org/officeDocument/2006/relationships/slideLayout" Target="../slideLayouts/slideLayout70.xml"/><Relationship Id="rId35" Type="http://schemas.openxmlformats.org/officeDocument/2006/relationships/slideLayout" Target="../slideLayouts/slideLayout71.xml"/><Relationship Id="rId36" Type="http://schemas.openxmlformats.org/officeDocument/2006/relationships/slideLayout" Target="../slideLayouts/slideLayout72.xml"/><Relationship Id="rId37" Type="http://schemas.openxmlformats.org/officeDocument/2006/relationships/slideLayout" Target="../slideLayouts/slideLayout73.xml"/><Relationship Id="rId38" Type="http://schemas.openxmlformats.org/officeDocument/2006/relationships/slideLayout" Target="../slideLayouts/slideLayout74.xml"/><Relationship Id="rId39" Type="http://schemas.openxmlformats.org/officeDocument/2006/relationships/slideLayout" Target="../slideLayouts/slideLayout75.xml"/><Relationship Id="rId40" Type="http://schemas.openxmlformats.org/officeDocument/2006/relationships/slideLayout" Target="../slideLayouts/slideLayout76.xml"/><Relationship Id="rId41" Type="http://schemas.openxmlformats.org/officeDocument/2006/relationships/slideLayout" Target="../slideLayouts/slideLayout77.xml"/><Relationship Id="rId4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slideLayout" Target="../slideLayouts/slideLayout79.xml"/><Relationship Id="rId3" Type="http://schemas.openxmlformats.org/officeDocument/2006/relationships/slideLayout" Target="../slideLayouts/slideLayout80.xml"/><Relationship Id="rId4" Type="http://schemas.openxmlformats.org/officeDocument/2006/relationships/slideLayout" Target="../slideLayouts/slideLayout81.xml"/><Relationship Id="rId5" Type="http://schemas.openxmlformats.org/officeDocument/2006/relationships/slideLayout" Target="../slideLayouts/slideLayout82.xml"/><Relationship Id="rId6" Type="http://schemas.openxmlformats.org/officeDocument/2006/relationships/slideLayout" Target="../slideLayouts/slideLayout83.xml"/><Relationship Id="rId7" Type="http://schemas.openxmlformats.org/officeDocument/2006/relationships/slideLayout" Target="../slideLayouts/slideLayout84.xml"/><Relationship Id="rId8" Type="http://schemas.openxmlformats.org/officeDocument/2006/relationships/slideLayout" Target="../slideLayouts/slideLayout85.xml"/><Relationship Id="rId9" Type="http://schemas.openxmlformats.org/officeDocument/2006/relationships/slideLayout" Target="../slideLayouts/slideLayout86.xml"/><Relationship Id="rId10"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1"/>
          <p:cNvSpPr txBox="1"/>
          <p:nvPr>
            <p:ph idx="12" type="sldNum"/>
          </p:nvPr>
        </p:nvSpPr>
        <p:spPr>
          <a:xfrm>
            <a:off x="11690927" y="6492875"/>
            <a:ext cx="501073"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9" name="Shape 219"/>
        <p:cNvGrpSpPr/>
        <p:nvPr/>
      </p:nvGrpSpPr>
      <p:grpSpPr>
        <a:xfrm>
          <a:off x="0" y="0"/>
          <a:ext cx="0" cy="0"/>
          <a:chOff x="0" y="0"/>
          <a:chExt cx="0" cy="0"/>
        </a:xfrm>
      </p:grpSpPr>
      <p:sp>
        <p:nvSpPr>
          <p:cNvPr id="220" name="Google Shape;220;p54"/>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600"/>
              <a:buFont typeface="Play"/>
              <a:buNone/>
              <a:defRPr b="0" i="0" sz="36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1" name="Google Shape;221;p54"/>
          <p:cNvSpPr txBox="1"/>
          <p:nvPr>
            <p:ph idx="1" type="body"/>
          </p:nvPr>
        </p:nvSpPr>
        <p:spPr>
          <a:xfrm>
            <a:off x="381000" y="1491673"/>
            <a:ext cx="10972800" cy="468529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lay"/>
              <a:buChar char="•"/>
              <a:defRPr b="0" i="0" sz="2800" u="none" cap="none" strike="noStrike">
                <a:solidFill>
                  <a:schemeClr val="dk1"/>
                </a:solidFill>
                <a:latin typeface="Play"/>
                <a:ea typeface="Play"/>
                <a:cs typeface="Play"/>
                <a:sym typeface="Play"/>
              </a:defRPr>
            </a:lvl1pPr>
            <a:lvl2pPr indent="-381000" lvl="1" marL="914400" marR="0" rtl="0" algn="l">
              <a:lnSpc>
                <a:spcPct val="90000"/>
              </a:lnSpc>
              <a:spcBef>
                <a:spcPts val="500"/>
              </a:spcBef>
              <a:spcAft>
                <a:spcPts val="0"/>
              </a:spcAft>
              <a:buClr>
                <a:schemeClr val="dk1"/>
              </a:buClr>
              <a:buSzPts val="2400"/>
              <a:buFont typeface="Play"/>
              <a:buChar char="•"/>
              <a:defRPr b="0" i="0" sz="2400" u="none" cap="none" strike="noStrike">
                <a:solidFill>
                  <a:schemeClr val="dk1"/>
                </a:solidFill>
                <a:latin typeface="Play"/>
                <a:ea typeface="Play"/>
                <a:cs typeface="Play"/>
                <a:sym typeface="Play"/>
              </a:defRPr>
            </a:lvl2pPr>
            <a:lvl3pPr indent="-355600" lvl="2" marL="1371600" marR="0" rtl="0" algn="l">
              <a:lnSpc>
                <a:spcPct val="90000"/>
              </a:lnSpc>
              <a:spcBef>
                <a:spcPts val="500"/>
              </a:spcBef>
              <a:spcAft>
                <a:spcPts val="0"/>
              </a:spcAft>
              <a:buClr>
                <a:schemeClr val="dk1"/>
              </a:buClr>
              <a:buSzPts val="2000"/>
              <a:buFont typeface="Play"/>
              <a:buChar char="•"/>
              <a:defRPr b="0" i="0" sz="2000" u="none" cap="none" strike="noStrike">
                <a:solidFill>
                  <a:schemeClr val="dk1"/>
                </a:solidFill>
                <a:latin typeface="Play"/>
                <a:ea typeface="Play"/>
                <a:cs typeface="Play"/>
                <a:sym typeface="Play"/>
              </a:defRPr>
            </a:lvl3pPr>
            <a:lvl4pPr indent="-342900" lvl="3" marL="1828800" marR="0" rtl="0" algn="l">
              <a:lnSpc>
                <a:spcPct val="90000"/>
              </a:lnSpc>
              <a:spcBef>
                <a:spcPts val="5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4pPr>
            <a:lvl5pPr indent="-330200" lvl="4" marL="2286000" marR="0" rtl="0" algn="l">
              <a:lnSpc>
                <a:spcPct val="90000"/>
              </a:lnSpc>
              <a:spcBef>
                <a:spcPts val="500"/>
              </a:spcBef>
              <a:spcAft>
                <a:spcPts val="0"/>
              </a:spcAft>
              <a:buClr>
                <a:schemeClr val="dk1"/>
              </a:buClr>
              <a:buSzPts val="1600"/>
              <a:buFont typeface="Play"/>
              <a:buChar char="•"/>
              <a:defRPr b="0" i="0" sz="1600" u="none" cap="none" strike="noStrike">
                <a:solidFill>
                  <a:schemeClr val="dk1"/>
                </a:solidFill>
                <a:latin typeface="Play"/>
                <a:ea typeface="Play"/>
                <a:cs typeface="Play"/>
                <a:sym typeface="Play"/>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9pPr>
          </a:lstStyle>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 id="2147483713" r:id="rId28"/>
    <p:sldLayoutId id="2147483714" r:id="rId29"/>
    <p:sldLayoutId id="2147483715" r:id="rId30"/>
    <p:sldLayoutId id="2147483716" r:id="rId31"/>
    <p:sldLayoutId id="2147483717" r:id="rId32"/>
    <p:sldLayoutId id="2147483718" r:id="rId33"/>
    <p:sldLayoutId id="2147483719" r:id="rId34"/>
    <p:sldLayoutId id="2147483720" r:id="rId35"/>
    <p:sldLayoutId id="2147483721" r:id="rId36"/>
    <p:sldLayoutId id="2147483722" r:id="rId37"/>
    <p:sldLayoutId id="2147483723" r:id="rId38"/>
    <p:sldLayoutId id="2147483724" r:id="rId39"/>
    <p:sldLayoutId id="2147483725" r:id="rId40"/>
    <p:sldLayoutId id="2147483726"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8.jpg"/><Relationship Id="rId4" Type="http://schemas.openxmlformats.org/officeDocument/2006/relationships/image" Target="../media/image3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8.gif"/><Relationship Id="rId4" Type="http://schemas.openxmlformats.org/officeDocument/2006/relationships/image" Target="../media/image47.gif"/><Relationship Id="rId5" Type="http://schemas.openxmlformats.org/officeDocument/2006/relationships/image" Target="../media/image4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9.xml"/><Relationship Id="rId3" Type="http://schemas.openxmlformats.org/officeDocument/2006/relationships/image" Target="../media/image67.jpg"/><Relationship Id="rId4" Type="http://schemas.openxmlformats.org/officeDocument/2006/relationships/image" Target="../media/image5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41.xml"/><Relationship Id="rId3" Type="http://schemas.openxmlformats.org/officeDocument/2006/relationships/image" Target="../media/d1_image1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43.xml"/><Relationship Id="rId3" Type="http://schemas.openxmlformats.org/officeDocument/2006/relationships/image" Target="../media/d1_image2.png"/><Relationship Id="rId4" Type="http://schemas.openxmlformats.org/officeDocument/2006/relationships/image" Target="../media/d1_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44.xml"/><Relationship Id="rId3" Type="http://schemas.openxmlformats.org/officeDocument/2006/relationships/image" Target="../media/d1_image6.png"/><Relationship Id="rId4" Type="http://schemas.openxmlformats.org/officeDocument/2006/relationships/image" Target="../media/d1_image8.png"/><Relationship Id="rId5" Type="http://schemas.openxmlformats.org/officeDocument/2006/relationships/image" Target="../media/d1_image4.png"/><Relationship Id="rId6" Type="http://schemas.openxmlformats.org/officeDocument/2006/relationships/image" Target="../media/d1_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1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46.xml"/><Relationship Id="rId3" Type="http://schemas.openxmlformats.org/officeDocument/2006/relationships/image" Target="../media/d1_image9.png"/><Relationship Id="rId4" Type="http://schemas.openxmlformats.org/officeDocument/2006/relationships/image" Target="../media/d1_image11.png"/><Relationship Id="rId5" Type="http://schemas.openxmlformats.org/officeDocument/2006/relationships/image" Target="../media/d1_image10.png"/><Relationship Id="rId6" Type="http://schemas.openxmlformats.org/officeDocument/2006/relationships/image" Target="../media/d1_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1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1"/>
          <p:cNvSpPr txBox="1"/>
          <p:nvPr>
            <p:ph type="title"/>
          </p:nvPr>
        </p:nvSpPr>
        <p:spPr>
          <a:xfrm>
            <a:off x="1833785" y="1743334"/>
            <a:ext cx="8781661" cy="187485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6000"/>
              <a:buFont typeface="Play"/>
              <a:buNone/>
            </a:pPr>
            <a:r>
              <a:rPr lang="en-US">
                <a:solidFill>
                  <a:srgbClr val="000000"/>
                </a:solidFill>
                <a:latin typeface="Play"/>
                <a:ea typeface="Play"/>
                <a:cs typeface="Play"/>
                <a:sym typeface="Play"/>
              </a:rPr>
              <a:t>AI for Manufacturing </a:t>
            </a:r>
            <a:br>
              <a:rPr lang="en-US">
                <a:solidFill>
                  <a:srgbClr val="000000"/>
                </a:solidFill>
                <a:latin typeface="Play"/>
                <a:ea typeface="Play"/>
                <a:cs typeface="Play"/>
                <a:sym typeface="Play"/>
              </a:rPr>
            </a:br>
            <a:r>
              <a:rPr lang="en-US" sz="6000">
                <a:solidFill>
                  <a:srgbClr val="000000"/>
                </a:solidFill>
                <a:latin typeface="Play"/>
                <a:ea typeface="Play"/>
                <a:cs typeface="Play"/>
                <a:sym typeface="Play"/>
              </a:rPr>
              <a:t>GRCC Training</a:t>
            </a:r>
            <a:endParaRPr/>
          </a:p>
        </p:txBody>
      </p:sp>
      <p:sp>
        <p:nvSpPr>
          <p:cNvPr id="487" name="Google Shape;487;p1"/>
          <p:cNvSpPr txBox="1"/>
          <p:nvPr>
            <p:ph idx="1" type="body"/>
          </p:nvPr>
        </p:nvSpPr>
        <p:spPr>
          <a:xfrm>
            <a:off x="1833563" y="3710273"/>
            <a:ext cx="5176837" cy="6492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AI for Workforce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2"/>
          <p:cNvSpPr txBox="1"/>
          <p:nvPr>
            <p:ph type="ctrTitle"/>
          </p:nvPr>
        </p:nvSpPr>
        <p:spPr>
          <a:xfrm>
            <a:off x="1125989" y="669057"/>
            <a:ext cx="4333906" cy="151773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0000"/>
              </a:buClr>
              <a:buSzPts val="4200"/>
              <a:buFont typeface="Play"/>
              <a:buNone/>
            </a:pPr>
            <a:r>
              <a:rPr lang="en-US" sz="4200"/>
              <a:t>Welcome!</a:t>
            </a:r>
            <a:endParaRPr/>
          </a:p>
        </p:txBody>
      </p:sp>
      <p:sp>
        <p:nvSpPr>
          <p:cNvPr id="494" name="Google Shape;494;p2"/>
          <p:cNvSpPr txBox="1"/>
          <p:nvPr/>
        </p:nvSpPr>
        <p:spPr>
          <a:xfrm>
            <a:off x="1314300" y="4751625"/>
            <a:ext cx="10713600" cy="15177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4200"/>
              <a:buFont typeface="Play"/>
              <a:buNone/>
            </a:pPr>
            <a:r>
              <a:rPr lang="en-US" sz="4200">
                <a:solidFill>
                  <a:srgbClr val="000000"/>
                </a:solidFill>
                <a:latin typeface="Play"/>
                <a:ea typeface="Play"/>
                <a:cs typeface="Play"/>
                <a:sym typeface="Play"/>
              </a:rPr>
              <a:t>Get all the content at:</a:t>
            </a:r>
            <a:endParaRPr/>
          </a:p>
          <a:p>
            <a:pPr indent="0" lvl="0" marL="0" marR="0" rtl="0" algn="l">
              <a:lnSpc>
                <a:spcPct val="90000"/>
              </a:lnSpc>
              <a:spcBef>
                <a:spcPts val="0"/>
              </a:spcBef>
              <a:spcAft>
                <a:spcPts val="0"/>
              </a:spcAft>
              <a:buClr>
                <a:srgbClr val="000000"/>
              </a:buClr>
              <a:buSzPts val="4500"/>
              <a:buFont typeface="Play"/>
              <a:buNone/>
            </a:pPr>
            <a:r>
              <a:rPr lang="en-US" sz="4500">
                <a:solidFill>
                  <a:srgbClr val="000000"/>
                </a:solidFill>
                <a:latin typeface="Play"/>
                <a:ea typeface="Play"/>
                <a:cs typeface="Play"/>
                <a:sym typeface="Play"/>
              </a:rPr>
              <a:t>https://github.com/grcc-resendiz/ai-manufacturing-muskegon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
          <p:cNvSpPr txBox="1"/>
          <p:nvPr>
            <p:ph type="title"/>
          </p:nvPr>
        </p:nvSpPr>
        <p:spPr>
          <a:xfrm>
            <a:off x="373305" y="38613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Calibri"/>
              <a:buNone/>
            </a:pPr>
            <a:r>
              <a:rPr lang="en-US">
                <a:solidFill>
                  <a:schemeClr val="accent1"/>
                </a:solidFill>
                <a:latin typeface="Calibri"/>
                <a:ea typeface="Calibri"/>
                <a:cs typeface="Calibri"/>
                <a:sym typeface="Calibri"/>
              </a:rPr>
              <a:t>Introductions</a:t>
            </a:r>
            <a:endParaRPr/>
          </a:p>
          <a:p>
            <a:pPr indent="0" lvl="0" marL="0" rtl="0" algn="l">
              <a:lnSpc>
                <a:spcPct val="90000"/>
              </a:lnSpc>
              <a:spcBef>
                <a:spcPts val="0"/>
              </a:spcBef>
              <a:spcAft>
                <a:spcPts val="0"/>
              </a:spcAft>
              <a:buClr>
                <a:schemeClr val="dk1"/>
              </a:buClr>
              <a:buSzPts val="3600"/>
              <a:buFont typeface="Play"/>
              <a:buNone/>
            </a:pPr>
            <a:r>
              <a:t/>
            </a:r>
            <a:endParaRPr>
              <a:solidFill>
                <a:schemeClr val="accent1"/>
              </a:solidFill>
              <a:latin typeface="Calibri"/>
              <a:ea typeface="Calibri"/>
              <a:cs typeface="Calibri"/>
              <a:sym typeface="Calibri"/>
            </a:endParaRPr>
          </a:p>
        </p:txBody>
      </p:sp>
      <p:sp>
        <p:nvSpPr>
          <p:cNvPr id="501" name="Google Shape;501;p4"/>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502" name="Google Shape;502;p4"/>
          <p:cNvSpPr txBox="1"/>
          <p:nvPr/>
        </p:nvSpPr>
        <p:spPr>
          <a:xfrm>
            <a:off x="1303095" y="3909700"/>
            <a:ext cx="443848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Jonnathan is an Assistant Professor at the Computer Information Systems Department and the Faculty Director of the AI Incubator at GRCC. He has a M.S. in Computer Science from the University of Texas at Dallas. </a:t>
            </a:r>
            <a:endParaRPr/>
          </a:p>
        </p:txBody>
      </p:sp>
      <p:sp>
        <p:nvSpPr>
          <p:cNvPr id="503" name="Google Shape;503;p4"/>
          <p:cNvSpPr txBox="1"/>
          <p:nvPr/>
        </p:nvSpPr>
        <p:spPr>
          <a:xfrm>
            <a:off x="6450421" y="3909700"/>
            <a:ext cx="4832555"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Clayton Corrello teaches in the Business/Computer Information Systems Department at GRCC, including AI courses where students run local LLMs with LM Studio. He earned his B.S. from Northern Michigan University and his M.S. from Grand Valley State University.</a:t>
            </a:r>
            <a:endParaRPr/>
          </a:p>
        </p:txBody>
      </p:sp>
      <p:pic>
        <p:nvPicPr>
          <p:cNvPr descr="A person in a black suit&#10;&#10;AI-generated content may be incorrect." id="505" name="Google Shape;505;p4"/>
          <p:cNvPicPr preferRelativeResize="0"/>
          <p:nvPr/>
        </p:nvPicPr>
        <p:blipFill rotWithShape="1">
          <a:blip r:embed="rId4">
            <a:alphaModFix/>
          </a:blip>
          <a:srcRect b="0" l="0" r="0" t="0"/>
          <a:stretch/>
        </p:blipFill>
        <p:spPr>
          <a:xfrm>
            <a:off x="1303095" y="1048917"/>
            <a:ext cx="3999943" cy="265535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Introduction to AI </a:t>
            </a:r>
            <a:endParaRPr/>
          </a:p>
        </p:txBody>
      </p:sp>
      <p:sp>
        <p:nvSpPr>
          <p:cNvPr id="512" name="Google Shape;512;p5"/>
          <p:cNvSpPr txBox="1"/>
          <p:nvPr>
            <p:ph idx="1" type="body"/>
          </p:nvPr>
        </p:nvSpPr>
        <p:spPr>
          <a:xfrm>
            <a:off x="431800" y="2006539"/>
            <a:ext cx="5783470" cy="3998912"/>
          </a:xfrm>
          <a:prstGeom prst="rect">
            <a:avLst/>
          </a:prstGeom>
          <a:noFill/>
          <a:ln>
            <a:noFill/>
          </a:ln>
        </p:spPr>
        <p:txBody>
          <a:bodyPr anchorCtr="0" anchor="t" bIns="45700" lIns="91425" spcFirstLastPara="1" rIns="91425" wrap="square" tIns="45700">
            <a:normAutofit fontScale="92500" lnSpcReduction="10000"/>
          </a:bodyPr>
          <a:lstStyle/>
          <a:p>
            <a:pPr indent="-285750" lvl="0" marL="285750" rtl="0" algn="l">
              <a:lnSpc>
                <a:spcPct val="90000"/>
              </a:lnSpc>
              <a:spcBef>
                <a:spcPts val="0"/>
              </a:spcBef>
              <a:spcAft>
                <a:spcPts val="0"/>
              </a:spcAft>
              <a:buClr>
                <a:schemeClr val="dk1"/>
              </a:buClr>
              <a:buSzPct val="100000"/>
              <a:buFont typeface="Noto Sans Symbols"/>
              <a:buChar char="▪"/>
            </a:pPr>
            <a:r>
              <a:rPr lang="en-US" sz="2800">
                <a:latin typeface="Play"/>
                <a:ea typeface="Play"/>
                <a:cs typeface="Play"/>
                <a:sym typeface="Play"/>
              </a:rPr>
              <a:t>Artificial intelligence (AI) is a machine’s ability to </a:t>
            </a:r>
            <a:r>
              <a:rPr lang="en-US" sz="2800">
                <a:solidFill>
                  <a:schemeClr val="accent1"/>
                </a:solidFill>
                <a:latin typeface="Play"/>
                <a:ea typeface="Play"/>
                <a:cs typeface="Play"/>
                <a:sym typeface="Play"/>
              </a:rPr>
              <a:t>understand, reason, and learn, </a:t>
            </a:r>
            <a:r>
              <a:rPr lang="en-US" sz="2800">
                <a:latin typeface="Play"/>
                <a:ea typeface="Play"/>
                <a:cs typeface="Play"/>
                <a:sym typeface="Play"/>
              </a:rPr>
              <a:t>aiming to achieve human-like intelligence.</a:t>
            </a:r>
            <a:endParaRPr/>
          </a:p>
          <a:p>
            <a:pPr indent="-121285" lvl="0" marL="285750" rtl="0" algn="l">
              <a:lnSpc>
                <a:spcPct val="90000"/>
              </a:lnSpc>
              <a:spcBef>
                <a:spcPts val="1000"/>
              </a:spcBef>
              <a:spcAft>
                <a:spcPts val="0"/>
              </a:spcAft>
              <a:buClr>
                <a:schemeClr val="dk1"/>
              </a:buClr>
              <a:buSzPct val="100000"/>
              <a:buFont typeface="Noto Sans Symbols"/>
              <a:buNone/>
            </a:pPr>
            <a:r>
              <a:t/>
            </a:r>
            <a:endParaRPr sz="2800">
              <a:latin typeface="Calibri"/>
              <a:ea typeface="Calibri"/>
              <a:cs typeface="Calibri"/>
              <a:sym typeface="Calibri"/>
            </a:endParaRPr>
          </a:p>
          <a:p>
            <a:pPr indent="-285750" lvl="0" marL="285750" rtl="0" algn="l">
              <a:lnSpc>
                <a:spcPct val="90000"/>
              </a:lnSpc>
              <a:spcBef>
                <a:spcPts val="1000"/>
              </a:spcBef>
              <a:spcAft>
                <a:spcPts val="0"/>
              </a:spcAft>
              <a:buClr>
                <a:schemeClr val="dk1"/>
              </a:buClr>
              <a:buSzPct val="100000"/>
              <a:buFont typeface="Noto Sans Symbols"/>
              <a:buChar char="▪"/>
            </a:pPr>
            <a:r>
              <a:rPr lang="en-US" sz="2800">
                <a:latin typeface="Play"/>
                <a:ea typeface="Play"/>
                <a:cs typeface="Play"/>
                <a:sym typeface="Play"/>
              </a:rPr>
              <a:t>AI refers to developing computer systems that can perform tasks that typically require </a:t>
            </a:r>
            <a:r>
              <a:rPr lang="en-US" sz="2800">
                <a:solidFill>
                  <a:schemeClr val="accent1"/>
                </a:solidFill>
                <a:latin typeface="Play"/>
                <a:ea typeface="Play"/>
                <a:cs typeface="Play"/>
                <a:sym typeface="Play"/>
              </a:rPr>
              <a:t>human intelligence,</a:t>
            </a:r>
            <a:r>
              <a:rPr lang="en-US" sz="2800">
                <a:latin typeface="Calibri"/>
                <a:ea typeface="Calibri"/>
                <a:cs typeface="Calibri"/>
                <a:sym typeface="Calibri"/>
              </a:rPr>
              <a:t> </a:t>
            </a:r>
            <a:r>
              <a:rPr lang="en-US" sz="2800">
                <a:latin typeface="Play"/>
                <a:ea typeface="Play"/>
                <a:cs typeface="Play"/>
                <a:sym typeface="Play"/>
              </a:rPr>
              <a:t>such as visual perception, speech recognition, decision-making, and language translation. </a:t>
            </a:r>
            <a:endParaRPr/>
          </a:p>
          <a:p>
            <a:pPr indent="-168275" lvl="0" marL="285750" rtl="0" algn="l">
              <a:lnSpc>
                <a:spcPct val="90000"/>
              </a:lnSpc>
              <a:spcBef>
                <a:spcPts val="1000"/>
              </a:spcBef>
              <a:spcAft>
                <a:spcPts val="0"/>
              </a:spcAft>
              <a:buClr>
                <a:schemeClr val="dk1"/>
              </a:buClr>
              <a:buSzPct val="100000"/>
              <a:buFont typeface="Noto Sans Symbols"/>
              <a:buNone/>
            </a:pPr>
            <a:r>
              <a:t/>
            </a:r>
            <a:endParaRPr sz="2000">
              <a:latin typeface="Play"/>
              <a:ea typeface="Play"/>
              <a:cs typeface="Play"/>
              <a:sym typeface="Play"/>
            </a:endParaRPr>
          </a:p>
          <a:p>
            <a:pPr indent="-144780" lvl="0" marL="285750" rtl="0" algn="l">
              <a:lnSpc>
                <a:spcPct val="90000"/>
              </a:lnSpc>
              <a:spcBef>
                <a:spcPts val="1000"/>
              </a:spcBef>
              <a:spcAft>
                <a:spcPts val="0"/>
              </a:spcAft>
              <a:buClr>
                <a:schemeClr val="dk1"/>
              </a:buClr>
              <a:buSzPct val="100000"/>
              <a:buFont typeface="Noto Sans Symbols"/>
              <a:buNone/>
            </a:pPr>
            <a:r>
              <a:t/>
            </a:r>
            <a:endParaRPr>
              <a:latin typeface="Calibri"/>
              <a:ea typeface="Calibri"/>
              <a:cs typeface="Calibri"/>
              <a:sym typeface="Calibri"/>
            </a:endParaRPr>
          </a:p>
        </p:txBody>
      </p:sp>
      <p:sp>
        <p:nvSpPr>
          <p:cNvPr id="513" name="Google Shape;513;p5"/>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514" name="Google Shape;514;p5"/>
          <p:cNvSpPr txBox="1"/>
          <p:nvPr/>
        </p:nvSpPr>
        <p:spPr>
          <a:xfrm>
            <a:off x="431800" y="1272430"/>
            <a:ext cx="578347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1"/>
                </a:solidFill>
                <a:latin typeface="Play"/>
                <a:ea typeface="Play"/>
                <a:cs typeface="Play"/>
                <a:sym typeface="Play"/>
              </a:rPr>
              <a:t>What is Artificial Intelligence?</a:t>
            </a:r>
            <a:endParaRPr/>
          </a:p>
        </p:txBody>
      </p:sp>
      <p:pic>
        <p:nvPicPr>
          <p:cNvPr descr="Illustration on AI and different sectors " id="515" name="Google Shape;515;p5"/>
          <p:cNvPicPr preferRelativeResize="0"/>
          <p:nvPr/>
        </p:nvPicPr>
        <p:blipFill rotWithShape="1">
          <a:blip r:embed="rId3">
            <a:alphaModFix/>
          </a:blip>
          <a:srcRect b="0" l="0" r="0" t="0"/>
          <a:stretch/>
        </p:blipFill>
        <p:spPr>
          <a:xfrm>
            <a:off x="6440556" y="2190786"/>
            <a:ext cx="5006712" cy="3339438"/>
          </a:xfrm>
          <a:prstGeom prst="rect">
            <a:avLst/>
          </a:prstGeom>
          <a:noFill/>
          <a:ln>
            <a:noFill/>
          </a:ln>
        </p:spPr>
      </p:pic>
      <p:sp>
        <p:nvSpPr>
          <p:cNvPr id="516" name="Google Shape;516;p5"/>
          <p:cNvSpPr txBox="1"/>
          <p:nvPr/>
        </p:nvSpPr>
        <p:spPr>
          <a:xfrm>
            <a:off x="3859678" y="6107902"/>
            <a:ext cx="914070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Play"/>
                <a:ea typeface="Play"/>
                <a:cs typeface="Play"/>
                <a:sym typeface="Play"/>
              </a:rPr>
              <a:t>Reference =Goddard, W. (2021, September 9). Where is Artificial Intelligence Used Today? ITChronicles. https://itchronicles.com/artificial-intelligence/where-is-ai-used-today/</a:t>
            </a:r>
            <a:endParaRPr/>
          </a:p>
          <a:p>
            <a:pPr indent="0" lvl="0" marL="0" marR="0" rtl="0" algn="l">
              <a:spcBef>
                <a:spcPts val="0"/>
              </a:spcBef>
              <a:spcAft>
                <a:spcPts val="0"/>
              </a:spcAft>
              <a:buNone/>
            </a:pPr>
            <a:r>
              <a:t/>
            </a:r>
            <a:endParaRPr sz="800">
              <a:solidFill>
                <a:schemeClr val="dk1"/>
              </a:solidFill>
              <a:latin typeface="Play"/>
              <a:ea typeface="Play"/>
              <a:cs typeface="Play"/>
              <a:sym typeface="Pla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Introduction to AI </a:t>
            </a:r>
            <a:endParaRPr/>
          </a:p>
        </p:txBody>
      </p:sp>
      <p:sp>
        <p:nvSpPr>
          <p:cNvPr id="524" name="Google Shape;524;p6"/>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525" name="Google Shape;525;p6"/>
          <p:cNvSpPr txBox="1"/>
          <p:nvPr/>
        </p:nvSpPr>
        <p:spPr>
          <a:xfrm>
            <a:off x="431800" y="1272430"/>
            <a:ext cx="378850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1"/>
                </a:solidFill>
                <a:latin typeface="Play"/>
                <a:ea typeface="Play"/>
                <a:cs typeface="Play"/>
                <a:sym typeface="Play"/>
              </a:rPr>
              <a:t>Domains of AI </a:t>
            </a:r>
            <a:endParaRPr/>
          </a:p>
        </p:txBody>
      </p:sp>
      <p:sp>
        <p:nvSpPr>
          <p:cNvPr id="526" name="Google Shape;526;p6"/>
          <p:cNvSpPr txBox="1"/>
          <p:nvPr/>
        </p:nvSpPr>
        <p:spPr>
          <a:xfrm>
            <a:off x="426114" y="1272431"/>
            <a:ext cx="8186545" cy="1005308"/>
          </a:xfrm>
          <a:prstGeom prst="rect">
            <a:avLst/>
          </a:prstGeom>
          <a:noFill/>
          <a:ln>
            <a:noFill/>
          </a:ln>
        </p:spPr>
        <p:txBody>
          <a:bodyPr anchorCtr="0" anchor="t" bIns="45700" lIns="91425" spcFirstLastPara="1" rIns="91425" wrap="square" tIns="45700">
            <a:noAutofit/>
          </a:bodyPr>
          <a:lstStyle/>
          <a:p>
            <a:pPr indent="-279400" lvl="0" marL="457200" marR="0" rtl="0" algn="l">
              <a:lnSpc>
                <a:spcPct val="90000"/>
              </a:lnSpc>
              <a:spcBef>
                <a:spcPts val="1000"/>
              </a:spcBef>
              <a:spcAft>
                <a:spcPts val="0"/>
              </a:spcAft>
              <a:buClr>
                <a:schemeClr val="dk1"/>
              </a:buClr>
              <a:buSzPts val="2800"/>
              <a:buFont typeface="Calibri"/>
              <a:buNone/>
            </a:pPr>
            <a:r>
              <a:t/>
            </a:r>
            <a:endParaRPr b="0" i="0" sz="2000" u="none" cap="none" strike="noStrike">
              <a:solidFill>
                <a:schemeClr val="dk1"/>
              </a:solidFill>
              <a:latin typeface="Play"/>
              <a:ea typeface="Play"/>
              <a:cs typeface="Play"/>
              <a:sym typeface="Play"/>
            </a:endParaRPr>
          </a:p>
          <a:p>
            <a:pPr indent="0" lvl="0" marL="0" marR="0" rtl="0" algn="l">
              <a:lnSpc>
                <a:spcPct val="150000"/>
              </a:lnSpc>
              <a:spcBef>
                <a:spcPts val="1000"/>
              </a:spcBef>
              <a:spcAft>
                <a:spcPts val="0"/>
              </a:spcAft>
              <a:buClr>
                <a:schemeClr val="dk1"/>
              </a:buClr>
              <a:buSzPts val="2800"/>
              <a:buFont typeface="Arial"/>
              <a:buNone/>
            </a:pPr>
            <a:r>
              <a:rPr b="0" i="0" lang="en-US" sz="2000" u="none" cap="none" strike="noStrike">
                <a:solidFill>
                  <a:schemeClr val="dk1"/>
                </a:solidFill>
                <a:latin typeface="Play"/>
                <a:ea typeface="Play"/>
                <a:cs typeface="Play"/>
                <a:sym typeface="Play"/>
              </a:rPr>
              <a:t>Three main Domains in Artificial Intelligence are:</a:t>
            </a:r>
            <a:endParaRPr/>
          </a:p>
        </p:txBody>
      </p:sp>
      <p:pic>
        <p:nvPicPr>
          <p:cNvPr descr="Computer Vision to detect vehicles" id="527" name="Google Shape;527;p6"/>
          <p:cNvPicPr preferRelativeResize="0"/>
          <p:nvPr/>
        </p:nvPicPr>
        <p:blipFill rotWithShape="1">
          <a:blip r:embed="rId3">
            <a:alphaModFix/>
          </a:blip>
          <a:srcRect b="0" l="0" r="0" t="0"/>
          <a:stretch/>
        </p:blipFill>
        <p:spPr>
          <a:xfrm>
            <a:off x="198034" y="2754270"/>
            <a:ext cx="3746328" cy="2444947"/>
          </a:xfrm>
          <a:prstGeom prst="rect">
            <a:avLst/>
          </a:prstGeom>
          <a:noFill/>
          <a:ln>
            <a:noFill/>
          </a:ln>
        </p:spPr>
      </p:pic>
      <p:sp>
        <p:nvSpPr>
          <p:cNvPr id="528" name="Google Shape;528;p6"/>
          <p:cNvSpPr txBox="1"/>
          <p:nvPr/>
        </p:nvSpPr>
        <p:spPr>
          <a:xfrm>
            <a:off x="4447083" y="5315370"/>
            <a:ext cx="3895123"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8B5"/>
              </a:buClr>
              <a:buSzPts val="1800"/>
              <a:buFont typeface="Noto Sans Symbols"/>
              <a:buNone/>
            </a:pPr>
            <a:r>
              <a:rPr lang="en-US" sz="1800">
                <a:solidFill>
                  <a:srgbClr val="0068B5"/>
                </a:solidFill>
                <a:latin typeface="Play"/>
                <a:ea typeface="Play"/>
                <a:cs typeface="Play"/>
                <a:sym typeface="Play"/>
              </a:rPr>
              <a:t>Natural Language Processing</a:t>
            </a:r>
            <a:endParaRPr/>
          </a:p>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Play"/>
                <a:ea typeface="Play"/>
                <a:cs typeface="Play"/>
                <a:sym typeface="Play"/>
              </a:rPr>
              <a:t>The ability of machines to understand human language</a:t>
            </a:r>
            <a:endParaRPr/>
          </a:p>
        </p:txBody>
      </p:sp>
      <p:sp>
        <p:nvSpPr>
          <p:cNvPr id="529" name="Google Shape;529;p6"/>
          <p:cNvSpPr txBox="1"/>
          <p:nvPr/>
        </p:nvSpPr>
        <p:spPr>
          <a:xfrm>
            <a:off x="426114" y="5273309"/>
            <a:ext cx="3410359"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68B5"/>
              </a:buClr>
              <a:buSzPts val="1800"/>
              <a:buFont typeface="Play"/>
              <a:buNone/>
            </a:pPr>
            <a:r>
              <a:rPr lang="en-US" sz="1800">
                <a:solidFill>
                  <a:srgbClr val="0068B5"/>
                </a:solidFill>
                <a:latin typeface="Play"/>
                <a:ea typeface="Play"/>
                <a:cs typeface="Play"/>
                <a:sym typeface="Play"/>
              </a:rPr>
              <a:t>Computer vision</a:t>
            </a:r>
            <a:endParaRPr/>
          </a:p>
          <a:p>
            <a:pPr indent="0" lvl="0" marL="0" marR="0" rtl="0" algn="ctr">
              <a:spcBef>
                <a:spcPts val="0"/>
              </a:spcBef>
              <a:spcAft>
                <a:spcPts val="0"/>
              </a:spcAft>
              <a:buClr>
                <a:schemeClr val="dk1"/>
              </a:buClr>
              <a:buSzPts val="1800"/>
              <a:buFont typeface="Play"/>
              <a:buNone/>
            </a:pPr>
            <a:r>
              <a:rPr lang="en-US" sz="1800">
                <a:solidFill>
                  <a:schemeClr val="dk1"/>
                </a:solidFill>
                <a:latin typeface="Play"/>
                <a:ea typeface="Play"/>
                <a:cs typeface="Play"/>
                <a:sym typeface="Play"/>
              </a:rPr>
              <a:t>The ability of machines to see the world </a:t>
            </a:r>
            <a:endParaRPr/>
          </a:p>
        </p:txBody>
      </p:sp>
      <p:sp>
        <p:nvSpPr>
          <p:cNvPr id="530" name="Google Shape;530;p6"/>
          <p:cNvSpPr txBox="1"/>
          <p:nvPr/>
        </p:nvSpPr>
        <p:spPr>
          <a:xfrm>
            <a:off x="8487252" y="5315370"/>
            <a:ext cx="3278634" cy="88126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68B5"/>
              </a:buClr>
              <a:buSzPts val="1800"/>
              <a:buFont typeface="Noto Sans Symbols"/>
              <a:buNone/>
            </a:pPr>
            <a:r>
              <a:rPr lang="en-US" sz="1800">
                <a:solidFill>
                  <a:srgbClr val="0068B5"/>
                </a:solidFill>
                <a:latin typeface="Play"/>
                <a:ea typeface="Play"/>
                <a:cs typeface="Play"/>
                <a:sym typeface="Play"/>
              </a:rPr>
              <a:t>ML/Statistical Data</a:t>
            </a:r>
            <a:endParaRPr/>
          </a:p>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Play"/>
                <a:ea typeface="Play"/>
                <a:cs typeface="Play"/>
                <a:sym typeface="Play"/>
              </a:rPr>
              <a:t>The ability of machines to understand numbers</a:t>
            </a:r>
            <a:endParaRPr/>
          </a:p>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C00000"/>
              </a:solidFill>
              <a:latin typeface="Play"/>
              <a:ea typeface="Play"/>
              <a:cs typeface="Play"/>
              <a:sym typeface="Play"/>
            </a:endParaRPr>
          </a:p>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C00000"/>
              </a:solidFill>
              <a:latin typeface="Play"/>
              <a:ea typeface="Play"/>
              <a:cs typeface="Play"/>
              <a:sym typeface="Play"/>
            </a:endParaRPr>
          </a:p>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C00000"/>
              </a:solidFill>
              <a:latin typeface="Play"/>
              <a:ea typeface="Play"/>
              <a:cs typeface="Play"/>
              <a:sym typeface="Play"/>
            </a:endParaRPr>
          </a:p>
        </p:txBody>
      </p:sp>
      <p:pic>
        <p:nvPicPr>
          <p:cNvPr id="531" name="Google Shape;531;p6"/>
          <p:cNvPicPr preferRelativeResize="0"/>
          <p:nvPr/>
        </p:nvPicPr>
        <p:blipFill rotWithShape="1">
          <a:blip r:embed="rId4">
            <a:alphaModFix/>
          </a:blip>
          <a:srcRect b="0" l="0" r="0" t="0"/>
          <a:stretch/>
        </p:blipFill>
        <p:spPr>
          <a:xfrm>
            <a:off x="8136778" y="2694738"/>
            <a:ext cx="3423561" cy="2396493"/>
          </a:xfrm>
          <a:prstGeom prst="rect">
            <a:avLst/>
          </a:prstGeom>
          <a:noFill/>
          <a:ln>
            <a:noFill/>
          </a:ln>
        </p:spPr>
      </p:pic>
      <p:pic>
        <p:nvPicPr>
          <p:cNvPr id="532" name="Google Shape;532;p6"/>
          <p:cNvPicPr preferRelativeResize="0"/>
          <p:nvPr/>
        </p:nvPicPr>
        <p:blipFill rotWithShape="1">
          <a:blip r:embed="rId5">
            <a:alphaModFix/>
          </a:blip>
          <a:srcRect b="0" l="0" r="0" t="0"/>
          <a:stretch/>
        </p:blipFill>
        <p:spPr>
          <a:xfrm>
            <a:off x="4174817" y="2706283"/>
            <a:ext cx="3842527" cy="25208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11"/>
          <p:cNvSpPr txBox="1"/>
          <p:nvPr>
            <p:ph type="ctrTitle"/>
          </p:nvPr>
        </p:nvSpPr>
        <p:spPr>
          <a:xfrm>
            <a:off x="7858094" y="2670135"/>
            <a:ext cx="4333906" cy="151773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0000"/>
              </a:buClr>
              <a:buSzPts val="4200"/>
              <a:buFont typeface="Play"/>
              <a:buNone/>
            </a:pPr>
            <a:r>
              <a:rPr lang="en-US" sz="4200"/>
              <a:t>Manufacturing Discussion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12"/>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a:t>What Keeps You Up at Night?</a:t>
            </a:r>
            <a:endParaRPr>
              <a:solidFill>
                <a:schemeClr val="accent1"/>
              </a:solidFill>
            </a:endParaRPr>
          </a:p>
        </p:txBody>
      </p:sp>
      <p:sp>
        <p:nvSpPr>
          <p:cNvPr id="595" name="Google Shape;595;p12"/>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596" name="Google Shape;596;p12"/>
          <p:cNvSpPr txBox="1"/>
          <p:nvPr/>
        </p:nvSpPr>
        <p:spPr>
          <a:xfrm>
            <a:off x="431799" y="1267634"/>
            <a:ext cx="762480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1"/>
                </a:solidFill>
                <a:latin typeface="Play"/>
                <a:ea typeface="Play"/>
                <a:cs typeface="Play"/>
                <a:sym typeface="Play"/>
              </a:rPr>
              <a:t>Problems faced in the manufacturing Industry  </a:t>
            </a:r>
            <a:endParaRPr/>
          </a:p>
        </p:txBody>
      </p:sp>
      <p:sp>
        <p:nvSpPr>
          <p:cNvPr id="597" name="Google Shape;597;p12"/>
          <p:cNvSpPr txBox="1"/>
          <p:nvPr>
            <p:ph idx="1" type="body"/>
          </p:nvPr>
        </p:nvSpPr>
        <p:spPr>
          <a:xfrm>
            <a:off x="607645" y="2106000"/>
            <a:ext cx="7211648" cy="3763172"/>
          </a:xfrm>
          <a:prstGeom prst="rect">
            <a:avLst/>
          </a:prstGeom>
          <a:noFill/>
          <a:ln>
            <a:noFill/>
          </a:ln>
        </p:spPr>
        <p:txBody>
          <a:bodyPr anchorCtr="0" anchor="t" bIns="45700" lIns="91425" spcFirstLastPara="1" rIns="91425" wrap="square" tIns="45700">
            <a:noAutofit/>
          </a:bodyPr>
          <a:lstStyle/>
          <a:p>
            <a:pPr indent="-457200" lvl="0" marL="457200" rtl="0" algn="l">
              <a:lnSpc>
                <a:spcPct val="90000"/>
              </a:lnSpc>
              <a:spcBef>
                <a:spcPts val="0"/>
              </a:spcBef>
              <a:spcAft>
                <a:spcPts val="0"/>
              </a:spcAft>
              <a:buClr>
                <a:schemeClr val="dk1"/>
              </a:buClr>
              <a:buSzPts val="3200"/>
              <a:buFont typeface="Arial"/>
              <a:buChar char="•"/>
            </a:pPr>
            <a:r>
              <a:rPr lang="en-US" sz="3200"/>
              <a:t>Downtime</a:t>
            </a:r>
            <a:endParaRPr/>
          </a:p>
          <a:p>
            <a:pPr indent="-457200" lvl="0" marL="457200" rtl="0" algn="l">
              <a:lnSpc>
                <a:spcPct val="90000"/>
              </a:lnSpc>
              <a:spcBef>
                <a:spcPts val="1000"/>
              </a:spcBef>
              <a:spcAft>
                <a:spcPts val="0"/>
              </a:spcAft>
              <a:buClr>
                <a:schemeClr val="dk1"/>
              </a:buClr>
              <a:buSzPts val="3200"/>
              <a:buFont typeface="Arial"/>
              <a:buChar char="•"/>
            </a:pPr>
            <a:r>
              <a:rPr lang="en-US" sz="3200"/>
              <a:t>Quality</a:t>
            </a:r>
            <a:endParaRPr/>
          </a:p>
          <a:p>
            <a:pPr indent="-457200" lvl="0" marL="457200" rtl="0" algn="l">
              <a:lnSpc>
                <a:spcPct val="90000"/>
              </a:lnSpc>
              <a:spcBef>
                <a:spcPts val="1000"/>
              </a:spcBef>
              <a:spcAft>
                <a:spcPts val="0"/>
              </a:spcAft>
              <a:buClr>
                <a:schemeClr val="dk1"/>
              </a:buClr>
              <a:buSzPts val="3200"/>
              <a:buFont typeface="Arial"/>
              <a:buChar char="•"/>
            </a:pPr>
            <a:r>
              <a:rPr lang="en-US" sz="3200"/>
              <a:t>Scrap</a:t>
            </a:r>
            <a:endParaRPr/>
          </a:p>
          <a:p>
            <a:pPr indent="-457200" lvl="0" marL="457200" rtl="0" algn="l">
              <a:lnSpc>
                <a:spcPct val="90000"/>
              </a:lnSpc>
              <a:spcBef>
                <a:spcPts val="1000"/>
              </a:spcBef>
              <a:spcAft>
                <a:spcPts val="0"/>
              </a:spcAft>
              <a:buClr>
                <a:schemeClr val="dk1"/>
              </a:buClr>
              <a:buSzPts val="3200"/>
              <a:buFont typeface="Arial"/>
              <a:buChar char="•"/>
            </a:pPr>
            <a:r>
              <a:rPr lang="en-US" sz="3200"/>
              <a:t>Hiring</a:t>
            </a:r>
            <a:endParaRPr/>
          </a:p>
          <a:p>
            <a:pPr indent="-457200" lvl="0" marL="457200" rtl="0" algn="l">
              <a:lnSpc>
                <a:spcPct val="90000"/>
              </a:lnSpc>
              <a:spcBef>
                <a:spcPts val="1000"/>
              </a:spcBef>
              <a:spcAft>
                <a:spcPts val="0"/>
              </a:spcAft>
              <a:buClr>
                <a:schemeClr val="dk1"/>
              </a:buClr>
              <a:buSzPts val="3200"/>
              <a:buFont typeface="Arial"/>
              <a:buChar char="•"/>
            </a:pPr>
            <a:r>
              <a:rPr lang="en-US" sz="3200"/>
              <a:t>Training</a:t>
            </a:r>
            <a:endParaRPr/>
          </a:p>
          <a:p>
            <a:pPr indent="-457200" lvl="0" marL="457200" rtl="0" algn="l">
              <a:lnSpc>
                <a:spcPct val="90000"/>
              </a:lnSpc>
              <a:spcBef>
                <a:spcPts val="1000"/>
              </a:spcBef>
              <a:spcAft>
                <a:spcPts val="0"/>
              </a:spcAft>
              <a:buClr>
                <a:schemeClr val="dk1"/>
              </a:buClr>
              <a:buSzPts val="3200"/>
              <a:buFont typeface="Arial"/>
              <a:buChar char="•"/>
            </a:pPr>
            <a:r>
              <a:rPr lang="en-US" sz="3200"/>
              <a:t>Scheduling</a:t>
            </a:r>
            <a:endParaRPr/>
          </a:p>
          <a:p>
            <a:pPr indent="-457200" lvl="0" marL="457200" rtl="0" algn="l">
              <a:lnSpc>
                <a:spcPct val="90000"/>
              </a:lnSpc>
              <a:spcBef>
                <a:spcPts val="1000"/>
              </a:spcBef>
              <a:spcAft>
                <a:spcPts val="0"/>
              </a:spcAft>
              <a:buClr>
                <a:schemeClr val="dk1"/>
              </a:buClr>
              <a:buSzPts val="3200"/>
              <a:buFont typeface="Arial"/>
              <a:buChar char="•"/>
            </a:pPr>
            <a:r>
              <a:rPr lang="en-US" sz="3200"/>
              <a:t>Safety</a:t>
            </a:r>
            <a:endParaRPr/>
          </a:p>
        </p:txBody>
      </p:sp>
      <p:pic>
        <p:nvPicPr>
          <p:cNvPr id="598" name="Google Shape;598;p12"/>
          <p:cNvPicPr preferRelativeResize="0"/>
          <p:nvPr/>
        </p:nvPicPr>
        <p:blipFill rotWithShape="1">
          <a:blip r:embed="rId3">
            <a:alphaModFix/>
          </a:blip>
          <a:srcRect b="0" l="0" r="0" t="0"/>
          <a:stretch/>
        </p:blipFill>
        <p:spPr>
          <a:xfrm>
            <a:off x="8557600" y="2792686"/>
            <a:ext cx="2389800" cy="23898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The Manufacturing Reality (2024 to 2033 Outlook)</a:t>
            </a:r>
            <a:endParaRPr/>
          </a:p>
        </p:txBody>
      </p:sp>
      <p:sp>
        <p:nvSpPr>
          <p:cNvPr id="606" name="Google Shape;606;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1000"/>
              </a:spcBef>
              <a:spcAft>
                <a:spcPts val="0"/>
              </a:spcAft>
              <a:buClr>
                <a:schemeClr val="dk1"/>
              </a:buClr>
              <a:buSzPts val="3200"/>
              <a:buChar char="▪"/>
            </a:pPr>
            <a:r>
              <a:rPr lang="en-US" sz="3200"/>
              <a:t>Up to 3.8 million manufacturing jobs to fill (2024 to 2033)</a:t>
            </a:r>
            <a:endParaRPr/>
          </a:p>
          <a:p>
            <a:pPr indent="-228600" lvl="0" marL="228600" rtl="0" algn="l">
              <a:lnSpc>
                <a:spcPct val="90000"/>
              </a:lnSpc>
              <a:spcBef>
                <a:spcPts val="1000"/>
              </a:spcBef>
              <a:spcAft>
                <a:spcPts val="0"/>
              </a:spcAft>
              <a:buClr>
                <a:schemeClr val="dk1"/>
              </a:buClr>
              <a:buSzPts val="3200"/>
              <a:buChar char="▪"/>
            </a:pPr>
            <a:r>
              <a:rPr lang="en-US" sz="3200"/>
              <a:t>About 1.9 million could go unfilled</a:t>
            </a:r>
            <a:endParaRPr/>
          </a:p>
          <a:p>
            <a:pPr indent="-228600" lvl="0" marL="228600" rtl="0" algn="l">
              <a:lnSpc>
                <a:spcPct val="90000"/>
              </a:lnSpc>
              <a:spcBef>
                <a:spcPts val="1000"/>
              </a:spcBef>
              <a:spcAft>
                <a:spcPts val="0"/>
              </a:spcAft>
              <a:buClr>
                <a:schemeClr val="dk1"/>
              </a:buClr>
              <a:buSzPts val="3200"/>
              <a:buChar char="▪"/>
            </a:pPr>
            <a:r>
              <a:rPr lang="en-US" sz="3200"/>
              <a:t>Workforce shortage is becoming the primary constraint on growth</a:t>
            </a:r>
            <a:endParaRPr/>
          </a:p>
          <a:p>
            <a:pPr indent="-228600" lvl="1" marL="685800" rtl="0" algn="l">
              <a:lnSpc>
                <a:spcPct val="90000"/>
              </a:lnSpc>
              <a:spcBef>
                <a:spcPts val="500"/>
              </a:spcBef>
              <a:spcAft>
                <a:spcPts val="0"/>
              </a:spcAft>
              <a:buClr>
                <a:schemeClr val="dk1"/>
              </a:buClr>
              <a:buSzPts val="3200"/>
              <a:buChar char="▪"/>
            </a:pPr>
            <a:r>
              <a:rPr lang="en-US" sz="3200"/>
              <a:t>This is not a future problem.</a:t>
            </a:r>
            <a:endParaRPr/>
          </a:p>
          <a:p>
            <a:pPr indent="-228600" lvl="1" marL="685800" rtl="0" algn="l">
              <a:lnSpc>
                <a:spcPct val="90000"/>
              </a:lnSpc>
              <a:spcBef>
                <a:spcPts val="500"/>
              </a:spcBef>
              <a:spcAft>
                <a:spcPts val="0"/>
              </a:spcAft>
              <a:buClr>
                <a:schemeClr val="dk1"/>
              </a:buClr>
              <a:buSzPts val="3200"/>
              <a:buChar char="▪"/>
            </a:pPr>
            <a:r>
              <a:rPr lang="en-US" sz="3200"/>
              <a:t>It is already happening.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Two Big Challenges</a:t>
            </a:r>
            <a:endParaRPr/>
          </a:p>
        </p:txBody>
      </p:sp>
      <p:sp>
        <p:nvSpPr>
          <p:cNvPr id="613" name="Google Shape;61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0"/>
              </a:spcBef>
              <a:spcAft>
                <a:spcPts val="0"/>
              </a:spcAft>
              <a:buClr>
                <a:schemeClr val="dk1"/>
              </a:buClr>
              <a:buSzPts val="4000"/>
              <a:buChar char="▪"/>
            </a:pPr>
            <a:r>
              <a:rPr lang="en-US" sz="4000"/>
              <a:t>Workforce shortage</a:t>
            </a:r>
            <a:endParaRPr/>
          </a:p>
          <a:p>
            <a:pPr indent="0" lvl="0" marL="228600" rtl="0" algn="l">
              <a:lnSpc>
                <a:spcPct val="90000"/>
              </a:lnSpc>
              <a:spcBef>
                <a:spcPts val="1000"/>
              </a:spcBef>
              <a:spcAft>
                <a:spcPts val="0"/>
              </a:spcAft>
              <a:buClr>
                <a:schemeClr val="dk1"/>
              </a:buClr>
              <a:buSzPts val="4000"/>
              <a:buNone/>
            </a:pPr>
            <a:r>
              <a:t/>
            </a:r>
            <a:endParaRPr sz="4000"/>
          </a:p>
          <a:p>
            <a:pPr indent="-254000" lvl="0" marL="228600" rtl="0" algn="l">
              <a:lnSpc>
                <a:spcPct val="90000"/>
              </a:lnSpc>
              <a:spcBef>
                <a:spcPts val="1000"/>
              </a:spcBef>
              <a:spcAft>
                <a:spcPts val="0"/>
              </a:spcAft>
              <a:buClr>
                <a:schemeClr val="dk1"/>
              </a:buClr>
              <a:buSzPts val="4000"/>
              <a:buChar char="▪"/>
            </a:pPr>
            <a:r>
              <a:rPr lang="en-US" sz="4000"/>
              <a:t>Technology adoption gap</a:t>
            </a:r>
            <a:endParaRPr/>
          </a:p>
          <a:p>
            <a:pPr indent="0" lvl="0" marL="228600" rtl="0" algn="l">
              <a:lnSpc>
                <a:spcPct val="90000"/>
              </a:lnSpc>
              <a:spcBef>
                <a:spcPts val="1000"/>
              </a:spcBef>
              <a:spcAft>
                <a:spcPts val="0"/>
              </a:spcAft>
              <a:buClr>
                <a:schemeClr val="dk1"/>
              </a:buClr>
              <a:buSzPts val="4000"/>
              <a:buNone/>
            </a:pPr>
            <a:r>
              <a:t/>
            </a:r>
            <a:endParaRPr sz="4000"/>
          </a:p>
          <a:p>
            <a:pPr indent="-254000" lvl="1" marL="685800" rtl="0" algn="l">
              <a:lnSpc>
                <a:spcPct val="90000"/>
              </a:lnSpc>
              <a:spcBef>
                <a:spcPts val="500"/>
              </a:spcBef>
              <a:spcAft>
                <a:spcPts val="0"/>
              </a:spcAft>
              <a:buClr>
                <a:schemeClr val="dk1"/>
              </a:buClr>
              <a:buSzPts val="4000"/>
              <a:buChar char="▪"/>
            </a:pPr>
            <a:r>
              <a:rPr lang="en-US" sz="4000"/>
              <a:t>We do not have a technology problem.</a:t>
            </a:r>
            <a:endParaRPr/>
          </a:p>
          <a:p>
            <a:pPr indent="-254000" lvl="1" marL="685800" rtl="0" algn="l">
              <a:lnSpc>
                <a:spcPct val="90000"/>
              </a:lnSpc>
              <a:spcBef>
                <a:spcPts val="500"/>
              </a:spcBef>
              <a:spcAft>
                <a:spcPts val="0"/>
              </a:spcAft>
              <a:buClr>
                <a:schemeClr val="dk1"/>
              </a:buClr>
              <a:buSzPts val="4000"/>
              <a:buChar char="▪"/>
            </a:pPr>
            <a:r>
              <a:rPr lang="en-US" sz="4000"/>
              <a:t>We have an adoption problem.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15"/>
          <p:cNvSpPr txBox="1"/>
          <p:nvPr>
            <p:ph type="title"/>
          </p:nvPr>
        </p:nvSpPr>
        <p:spPr>
          <a:xfrm>
            <a:off x="431801" y="41023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AI adoption in Manufacturing as a Solution</a:t>
            </a:r>
            <a:endParaRPr/>
          </a:p>
        </p:txBody>
      </p:sp>
      <p:sp>
        <p:nvSpPr>
          <p:cNvPr id="620" name="Google Shape;620;p15"/>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621" name="Google Shape;621;p15"/>
          <p:cNvSpPr txBox="1"/>
          <p:nvPr>
            <p:ph idx="1" type="body"/>
          </p:nvPr>
        </p:nvSpPr>
        <p:spPr>
          <a:xfrm>
            <a:off x="431799" y="2104770"/>
            <a:ext cx="5610730" cy="4114668"/>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285750" lvl="0" marL="285750" rtl="0" algn="l">
              <a:lnSpc>
                <a:spcPct val="90000"/>
              </a:lnSpc>
              <a:spcBef>
                <a:spcPts val="0"/>
              </a:spcBef>
              <a:spcAft>
                <a:spcPts val="0"/>
              </a:spcAft>
              <a:buClr>
                <a:schemeClr val="dk1"/>
              </a:buClr>
              <a:buSzPts val="2800"/>
              <a:buFont typeface="Noto Sans Symbols"/>
              <a:buChar char="▪"/>
            </a:pPr>
            <a:r>
              <a:rPr lang="en-US" sz="2800">
                <a:latin typeface="Play"/>
                <a:ea typeface="Play"/>
                <a:cs typeface="Play"/>
                <a:sym typeface="Play"/>
              </a:rPr>
              <a:t>AI amplifies learning</a:t>
            </a:r>
            <a:endParaRPr/>
          </a:p>
          <a:p>
            <a:pPr indent="-285750" lvl="2" marL="742950" rtl="0" algn="l">
              <a:lnSpc>
                <a:spcPct val="90000"/>
              </a:lnSpc>
              <a:spcBef>
                <a:spcPts val="1000"/>
              </a:spcBef>
              <a:spcAft>
                <a:spcPts val="0"/>
              </a:spcAft>
              <a:buClr>
                <a:schemeClr val="dk1"/>
              </a:buClr>
              <a:buSzPts val="2800"/>
              <a:buFont typeface="Noto Sans Symbols"/>
              <a:buChar char="▪"/>
            </a:pPr>
            <a:r>
              <a:rPr lang="en-US" sz="2800">
                <a:latin typeface="Play"/>
                <a:ea typeface="Play"/>
                <a:cs typeface="Play"/>
                <a:sym typeface="Play"/>
              </a:rPr>
              <a:t>AI can be used for learning other technologies</a:t>
            </a:r>
            <a:endParaRPr/>
          </a:p>
          <a:p>
            <a:pPr indent="-285750" lvl="0" marL="285750" rtl="0" algn="l">
              <a:lnSpc>
                <a:spcPct val="90000"/>
              </a:lnSpc>
              <a:spcBef>
                <a:spcPts val="1000"/>
              </a:spcBef>
              <a:spcAft>
                <a:spcPts val="0"/>
              </a:spcAft>
              <a:buClr>
                <a:schemeClr val="dk1"/>
              </a:buClr>
              <a:buSzPts val="2800"/>
              <a:buFont typeface="Noto Sans Symbols"/>
              <a:buChar char="▪"/>
            </a:pPr>
            <a:r>
              <a:rPr lang="en-US" sz="2800">
                <a:latin typeface="Play"/>
                <a:ea typeface="Play"/>
                <a:cs typeface="Play"/>
                <a:sym typeface="Play"/>
              </a:rPr>
              <a:t>There’s no better time to learn how to code and implement tech</a:t>
            </a:r>
            <a:endParaRPr/>
          </a:p>
          <a:p>
            <a:pPr indent="-285750" lvl="0" marL="285750" rtl="0" algn="l">
              <a:lnSpc>
                <a:spcPct val="90000"/>
              </a:lnSpc>
              <a:spcBef>
                <a:spcPts val="1000"/>
              </a:spcBef>
              <a:spcAft>
                <a:spcPts val="0"/>
              </a:spcAft>
              <a:buClr>
                <a:schemeClr val="dk1"/>
              </a:buClr>
              <a:buSzPts val="2800"/>
              <a:buFont typeface="Noto Sans Symbols"/>
              <a:buChar char="▪"/>
            </a:pPr>
            <a:r>
              <a:rPr lang="en-US" sz="2800">
                <a:latin typeface="Play"/>
                <a:ea typeface="Play"/>
                <a:cs typeface="Play"/>
                <a:sym typeface="Play"/>
              </a:rPr>
              <a:t>If we invest in AI training we could solve both problems</a:t>
            </a:r>
            <a:endParaRPr/>
          </a:p>
          <a:p>
            <a:pPr indent="-285750" lvl="0" marL="285750" rtl="0" algn="l">
              <a:lnSpc>
                <a:spcPct val="90000"/>
              </a:lnSpc>
              <a:spcBef>
                <a:spcPts val="1000"/>
              </a:spcBef>
              <a:spcAft>
                <a:spcPts val="0"/>
              </a:spcAft>
              <a:buClr>
                <a:schemeClr val="dk1"/>
              </a:buClr>
              <a:buSzPts val="2800"/>
              <a:buFont typeface="Noto Sans Symbols"/>
              <a:buChar char="▪"/>
            </a:pPr>
            <a:r>
              <a:rPr lang="en-US" sz="2800">
                <a:latin typeface="Play"/>
                <a:ea typeface="Play"/>
                <a:cs typeface="Play"/>
                <a:sym typeface="Play"/>
              </a:rPr>
              <a:t>There’s no one coming to save us, we need to implement solutions ourselves</a:t>
            </a:r>
            <a:endParaRPr/>
          </a:p>
          <a:p>
            <a:pPr indent="-146050" lvl="0" marL="285750" rtl="0" algn="l">
              <a:lnSpc>
                <a:spcPct val="90000"/>
              </a:lnSpc>
              <a:spcBef>
                <a:spcPts val="1000"/>
              </a:spcBef>
              <a:spcAft>
                <a:spcPts val="0"/>
              </a:spcAft>
              <a:buClr>
                <a:schemeClr val="dk1"/>
              </a:buClr>
              <a:buSzPts val="2200"/>
              <a:buFont typeface="Noto Sans Symbols"/>
              <a:buNone/>
            </a:pPr>
            <a:r>
              <a:t/>
            </a:r>
            <a:endParaRPr sz="2200">
              <a:latin typeface="Play"/>
              <a:ea typeface="Play"/>
              <a:cs typeface="Play"/>
              <a:sym typeface="Play"/>
            </a:endParaRPr>
          </a:p>
        </p:txBody>
      </p:sp>
      <p:pic>
        <p:nvPicPr>
          <p:cNvPr descr="A Manufacturing Engineer operating the robots" id="622" name="Google Shape;622;p15"/>
          <p:cNvPicPr preferRelativeResize="0"/>
          <p:nvPr/>
        </p:nvPicPr>
        <p:blipFill rotWithShape="1">
          <a:blip r:embed="rId3">
            <a:alphaModFix/>
          </a:blip>
          <a:srcRect b="0" l="0" r="0" t="0"/>
          <a:stretch/>
        </p:blipFill>
        <p:spPr>
          <a:xfrm>
            <a:off x="6149473" y="2565523"/>
            <a:ext cx="4797927" cy="3200180"/>
          </a:xfrm>
          <a:prstGeom prst="rect">
            <a:avLst/>
          </a:prstGeom>
          <a:noFill/>
          <a:ln>
            <a:noFill/>
          </a:ln>
        </p:spPr>
      </p:pic>
      <p:sp>
        <p:nvSpPr>
          <p:cNvPr id="623" name="Google Shape;623;p15"/>
          <p:cNvSpPr txBox="1"/>
          <p:nvPr/>
        </p:nvSpPr>
        <p:spPr>
          <a:xfrm>
            <a:off x="6736470" y="6126066"/>
            <a:ext cx="498909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Play"/>
                <a:ea typeface="Play"/>
                <a:cs typeface="Play"/>
                <a:sym typeface="Play"/>
              </a:rPr>
              <a:t>Image Source-  M. (2022a, May 25). Pros And Cons of AI In Manufacturing. Data Science Central. https://www.datasciencecentral.com/pros-and-cons-of-ai-in-manufacturing/</a:t>
            </a:r>
            <a:endParaRPr sz="1000">
              <a:solidFill>
                <a:schemeClr val="dk1"/>
              </a:solidFill>
              <a:latin typeface="Play"/>
              <a:ea typeface="Play"/>
              <a:cs typeface="Play"/>
              <a:sym typeface="Play"/>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One Skill File, Many Tools</a:t>
            </a:r>
          </a:p>
        </p:txBody>
      </p:sp>
      <p:sp>
        <p:nvSpPr>
          <p:cNvPr id="613" name="Google Shape;61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1800"/>
              </a:spcBef>
              <a:spcAft>
                <a:spcPts val="0"/>
              </a:spcAft>
              <a:buClr>
                <a:schemeClr val="dk1"/>
              </a:buClr>
              <a:buSzPts val="4000"/>
              <a:buChar char="▪"/>
            </a:pPr>
            <a:r>
              <a:rPr b="1" sz="2600" lang="en-US"/>
              <a:t>Claude: </a:t>
            </a:r>
            <a:r>
              <a:rPr sz="2600" lang="en-US"/>
              <a:t xml:space="preserve">skills on every plan, including free</a:t>
            </a:r>
          </a:p>
          <a:p>
            <a:pPr indent="-254000" lvl="0" marL="228600" rtl="0" algn="l">
              <a:lnSpc>
                <a:spcPct val="90000"/>
              </a:lnSpc>
              <a:spcBef>
                <a:spcPts val="1800"/>
              </a:spcBef>
              <a:spcAft>
                <a:spcPts val="0"/>
              </a:spcAft>
              <a:buClr>
                <a:schemeClr val="dk1"/>
              </a:buClr>
              <a:buSzPts val="4000"/>
              <a:buChar char="▪"/>
            </a:pPr>
            <a:r>
              <a:rPr b="1" sz="2600" lang="en-US"/>
              <a:t>Gemini: </a:t>
            </a:r>
            <a:r>
              <a:rPr sz="2600" lang="en-US"/>
              <a:t xml:space="preserve">skills with a personal Google account; Gems become skills starting Nov 17, 2026</a:t>
            </a:r>
          </a:p>
          <a:p>
            <a:pPr indent="-254000" lvl="0" marL="228600" rtl="0" algn="l">
              <a:lnSpc>
                <a:spcPct val="90000"/>
              </a:lnSpc>
              <a:spcBef>
                <a:spcPts val="1800"/>
              </a:spcBef>
              <a:spcAft>
                <a:spcPts val="0"/>
              </a:spcAft>
              <a:buClr>
                <a:schemeClr val="dk1"/>
              </a:buClr>
              <a:buSzPts val="4000"/>
              <a:buChar char="▪"/>
            </a:pPr>
            <a:r>
              <a:rPr b="1" sz="2600" lang="en-US"/>
              <a:t>ChatGPT: </a:t>
            </a:r>
            <a:r>
              <a:rPr sz="2600" lang="en-US"/>
              <a:t xml:space="preserve">skills live inside plugins; custom GPTs retire Dec 11, 2026</a:t>
            </a:r>
          </a:p>
          <a:p>
            <a:pPr indent="-254000" lvl="0" marL="228600" rtl="0" algn="l">
              <a:lnSpc>
                <a:spcPct val="90000"/>
              </a:lnSpc>
              <a:spcBef>
                <a:spcPts val="1800"/>
              </a:spcBef>
              <a:spcAft>
                <a:spcPts val="0"/>
              </a:spcAft>
              <a:buClr>
                <a:schemeClr val="dk1"/>
              </a:buClr>
              <a:buSzPts val="4000"/>
              <a:buChar char="▪"/>
            </a:pPr>
            <a:r>
              <a:rPr b="1" sz="2600" lang="en-US"/>
              <a:t>Microsoft Copilot: </a:t>
            </a:r>
            <a:r>
              <a:rPr sz="2600" lang="en-US"/>
              <a:t xml:space="preserve">skills need a Microsoft 365 Copilot license</a:t>
            </a:r>
          </a:p>
          <a:p>
            <a:pPr indent="-254000" lvl="0" marL="228600" rtl="0" algn="l">
              <a:lnSpc>
                <a:spcPct val="90000"/>
              </a:lnSpc>
              <a:spcBef>
                <a:spcPts val="1800"/>
              </a:spcBef>
              <a:spcAft>
                <a:spcPts val="0"/>
              </a:spcAft>
              <a:buClr>
                <a:schemeClr val="dk1"/>
              </a:buClr>
              <a:buSzPts val="4000"/>
              <a:buChar char="▪"/>
            </a:pPr>
            <a:r>
              <a:rPr b="1" sz="2600" lang="en-US"/>
              <a:t>Any tool: </a:t>
            </a:r>
            <a:r>
              <a:rPr sz="2600" lang="en-US"/>
              <a:t xml:space="preserve">paste your SKILL.md into a new chat and it still works</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Next Session: Computer Vision</a:t>
            </a:r>
            <a:endParaRPr/>
          </a:p>
        </p:txBody>
      </p:sp>
      <p:sp>
        <p:nvSpPr>
          <p:cNvPr id="880" name="Google Shape;880;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will train a defect detection model.</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You will test it live.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You will see how AI sees defects.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39"/>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00"/>
              </a:buClr>
              <a:buSzPts val="4800"/>
              <a:buFont typeface="Play"/>
              <a:buNone/>
            </a:pPr>
            <a:r>
              <a:rPr lang="en-US" sz="4800">
                <a:solidFill>
                  <a:srgbClr val="000000"/>
                </a:solidFill>
              </a:rPr>
              <a:t>Questions?</a:t>
            </a:r>
            <a:endParaRPr/>
          </a:p>
        </p:txBody>
      </p:sp>
      <p:sp>
        <p:nvSpPr>
          <p:cNvPr id="886" name="Google Shape;886;p39"/>
          <p:cNvSpPr txBox="1"/>
          <p:nvPr/>
        </p:nvSpPr>
        <p:spPr>
          <a:xfrm>
            <a:off x="11734801" y="6423246"/>
            <a:ext cx="457200" cy="43475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000">
                <a:solidFill>
                  <a:schemeClr val="dk1"/>
                </a:solidFill>
                <a:latin typeface="Play"/>
                <a:ea typeface="Play"/>
                <a:cs typeface="Play"/>
                <a:sym typeface="Play"/>
              </a:rPr>
              <a:t>‹#›</a:t>
            </a:fld>
            <a:endParaRPr sz="1000">
              <a:solidFill>
                <a:schemeClr val="dk1"/>
              </a:solidFill>
              <a:latin typeface="Play"/>
              <a:ea typeface="Play"/>
              <a:cs typeface="Play"/>
              <a:sym typeface="Pla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1" name="Shape 891"/>
        <p:cNvGrpSpPr/>
        <p:nvPr/>
      </p:nvGrpSpPr>
      <p:grpSpPr>
        <a:xfrm>
          <a:off x="0" y="0"/>
          <a:ext cx="0" cy="0"/>
          <a:chOff x="0" y="0"/>
          <a:chExt cx="0" cy="0"/>
        </a:xfrm>
      </p:grpSpPr>
      <p:pic>
        <p:nvPicPr>
          <p:cNvPr descr="Graphical user interface&#10;&#10;Description automatically generated" id="892" name="Google Shape;892;p40"/>
          <p:cNvPicPr preferRelativeResize="0"/>
          <p:nvPr/>
        </p:nvPicPr>
        <p:blipFill rotWithShape="1">
          <a:blip r:embed="rId4">
            <a:alphaModFix/>
          </a:blip>
          <a:srcRect b="0" l="0" r="0" t="0"/>
          <a:stretch/>
        </p:blipFill>
        <p:spPr>
          <a:xfrm>
            <a:off x="-136633" y="432187"/>
            <a:ext cx="7567992" cy="4255427"/>
          </a:xfrm>
          <a:prstGeom prst="rect">
            <a:avLst/>
          </a:prstGeom>
          <a:noFill/>
          <a:ln>
            <a:noFill/>
          </a:ln>
        </p:spPr>
      </p:pic>
      <p:sp>
        <p:nvSpPr>
          <p:cNvPr id="893" name="Google Shape;893;p40"/>
          <p:cNvSpPr/>
          <p:nvPr/>
        </p:nvSpPr>
        <p:spPr>
          <a:xfrm>
            <a:off x="0" y="5698067"/>
            <a:ext cx="1140542" cy="1159933"/>
          </a:xfrm>
          <a:prstGeom prst="rect">
            <a:avLst/>
          </a:prstGeom>
          <a:solidFill>
            <a:srgbClr val="FEC9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p:nvPr/>
        </p:nvSpPr>
        <p:spPr>
          <a:xfrm>
            <a:off x="803920" y="2515914"/>
            <a:ext cx="3729250" cy="466250"/>
          </a:xfrm>
          <a:prstGeom prst="rect">
            <a:avLst/>
          </a:prstGeom>
          <a:noFill/>
          <a:ln>
            <a:noFill/>
          </a:ln>
        </p:spPr>
        <p:txBody>
          <a:bodyPr anchorCtr="0" anchor="t" bIns="0" lIns="0" spcFirstLastPara="1" rIns="0" wrap="square" tIns="0">
            <a:noAutofit/>
          </a:bodyPr>
          <a:lstStyle/>
          <a:p>
            <a:pPr indent="0" lvl="0" marL="0" marR="0" rtl="0" algn="l">
              <a:lnSpc>
                <a:spcPct val="81481"/>
              </a:lnSpc>
              <a:spcBef>
                <a:spcPts val="0"/>
              </a:spcBef>
              <a:spcAft>
                <a:spcPts val="0"/>
              </a:spcAft>
              <a:buClr>
                <a:srgbClr val="2E3C4E"/>
              </a:buClr>
              <a:buSzPts val="5400"/>
              <a:buFont typeface="Barlow"/>
              <a:buNone/>
            </a:pPr>
            <a:r>
              <a:rPr b="1" lang="en-US" sz="4500">
                <a:solidFill>
                  <a:srgbClr val="2E3C4E"/>
                </a:solidFill>
                <a:latin typeface="Barlow"/>
                <a:ea typeface="Barlow"/>
                <a:cs typeface="Barlow"/>
                <a:sym typeface="Barlow"/>
              </a:rPr>
              <a:t>Prompt Engineering</a:t>
            </a:r>
            <a:endParaRPr sz="4500">
              <a:solidFill>
                <a:schemeClr val="dk1"/>
              </a:solidFill>
              <a:latin typeface="Calibri"/>
              <a:ea typeface="Calibri"/>
              <a:cs typeface="Calibri"/>
              <a:sym typeface="Calibri"/>
            </a:endParaRPr>
          </a:p>
        </p:txBody>
      </p:sp>
      <p:pic>
        <p:nvPicPr>
          <p:cNvPr descr="preencoded.png" id="48" name="Google Shape;48;p1"/>
          <p:cNvPicPr preferRelativeResize="0"/>
          <p:nvPr/>
        </p:nvPicPr>
        <p:blipFill rotWithShape="1">
          <a:blip r:embed="rId3">
            <a:alphaModFix/>
          </a:blip>
          <a:srcRect b="0" l="0" r="0" t="0"/>
          <a:stretch/>
        </p:blipFill>
        <p:spPr>
          <a:xfrm>
            <a:off x="5334000" y="0"/>
            <a:ext cx="6858000" cy="6858000"/>
          </a:xfrm>
          <a:prstGeom prst="rect">
            <a:avLst/>
          </a:prstGeom>
          <a:noFill/>
          <a:ln>
            <a:noFill/>
          </a:ln>
        </p:spPr>
      </p:pic>
      <p:sp>
        <p:nvSpPr>
          <p:cNvPr id="49" name="Google Shape;49;p1"/>
          <p:cNvSpPr txBox="1"/>
          <p:nvPr/>
        </p:nvSpPr>
        <p:spPr>
          <a:xfrm>
            <a:off x="214667" y="4137958"/>
            <a:ext cx="4907750" cy="1435250"/>
          </a:xfrm>
          <a:prstGeom prst="rect">
            <a:avLst/>
          </a:prstGeom>
          <a:noFill/>
          <a:ln>
            <a:noFill/>
          </a:ln>
        </p:spPr>
        <p:txBody>
          <a:bodyPr anchorCtr="0" anchor="t" bIns="76188" lIns="76188" spcFirstLastPara="1" rIns="76188" wrap="square" tIns="76188">
            <a:spAutoFit/>
          </a:bodyPr>
          <a:lstStyle/>
          <a:p>
            <a:pPr indent="0" lvl="0" marL="0" rtl="0" algn="l">
              <a:lnSpc>
                <a:spcPct val="90000"/>
              </a:lnSpc>
              <a:spcBef>
                <a:spcPts val="0"/>
              </a:spcBef>
              <a:spcAft>
                <a:spcPts val="0"/>
              </a:spcAft>
              <a:buNone/>
            </a:pPr>
            <a:r>
              <a:rPr lang="en-US" sz="2917">
                <a:solidFill>
                  <a:schemeClr val="dk1"/>
                </a:solidFill>
                <a:latin typeface="Play"/>
                <a:ea typeface="Play"/>
                <a:cs typeface="Play"/>
                <a:sym typeface="Play"/>
              </a:rPr>
              <a:t>Get all the content at:</a:t>
            </a:r>
            <a:endParaRPr sz="583">
              <a:solidFill>
                <a:schemeClr val="dk1"/>
              </a:solidFill>
            </a:endParaRPr>
          </a:p>
          <a:p>
            <a:pPr indent="0" lvl="0" marL="0" rtl="0" algn="l">
              <a:lnSpc>
                <a:spcPct val="90000"/>
              </a:lnSpc>
              <a:spcBef>
                <a:spcPts val="0"/>
              </a:spcBef>
              <a:spcAft>
                <a:spcPts val="0"/>
              </a:spcAft>
              <a:buNone/>
            </a:pPr>
            <a:r>
              <a:rPr lang="en-US" sz="3167">
                <a:solidFill>
                  <a:schemeClr val="dk1"/>
                </a:solidFill>
                <a:latin typeface="Play"/>
                <a:ea typeface="Play"/>
                <a:cs typeface="Play"/>
                <a:sym typeface="Play"/>
              </a:rPr>
              <a:t>https://github.com/grcc-resendiz/ai-manufacturing-muskegon</a:t>
            </a:r>
            <a:endParaRPr sz="583">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p:nvPr/>
        </p:nvSpPr>
        <p:spPr>
          <a:xfrm>
            <a:off x="0" y="1"/>
            <a:ext cx="12192000" cy="676275"/>
          </a:xfrm>
          <a:prstGeom prst="rect">
            <a:avLst/>
          </a:prstGeom>
          <a:solidFill>
            <a:srgbClr val="7F7F7F"/>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b="1" lang="en-US" sz="4000">
                <a:solidFill>
                  <a:schemeClr val="lt1"/>
                </a:solidFill>
                <a:latin typeface="Barlow"/>
                <a:ea typeface="Barlow"/>
                <a:cs typeface="Barlow"/>
                <a:sym typeface="Barlow"/>
              </a:rPr>
              <a:t>Overview</a:t>
            </a:r>
            <a:endParaRPr/>
          </a:p>
        </p:txBody>
      </p:sp>
      <p:sp>
        <p:nvSpPr>
          <p:cNvPr id="55" name="Google Shape;55;p2"/>
          <p:cNvSpPr/>
          <p:nvPr/>
        </p:nvSpPr>
        <p:spPr>
          <a:xfrm>
            <a:off x="1176338" y="854931"/>
            <a:ext cx="9839325" cy="800100"/>
          </a:xfrm>
          <a:prstGeom prst="roundRect">
            <a:avLst>
              <a:gd fmla="val 16667" name="adj"/>
            </a:avLst>
          </a:prstGeom>
          <a:solidFill>
            <a:srgbClr val="3E2513"/>
          </a:solidFill>
          <a:ln cap="flat" cmpd="sng" w="10583">
            <a:solidFill>
              <a:srgbClr val="643414"/>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b="1" lang="en-US" sz="4000">
                <a:solidFill>
                  <a:schemeClr val="lt1"/>
                </a:solidFill>
                <a:latin typeface="Barlow"/>
                <a:ea typeface="Barlow"/>
                <a:cs typeface="Barlow"/>
                <a:sym typeface="Barlow"/>
              </a:rPr>
              <a:t>Prompt Engineering</a:t>
            </a:r>
            <a:endParaRPr/>
          </a:p>
        </p:txBody>
      </p:sp>
      <p:sp>
        <p:nvSpPr>
          <p:cNvPr id="56" name="Google Shape;56;p2"/>
          <p:cNvSpPr/>
          <p:nvPr/>
        </p:nvSpPr>
        <p:spPr>
          <a:xfrm>
            <a:off x="1176337" y="3470913"/>
            <a:ext cx="9839325" cy="800100"/>
          </a:xfrm>
          <a:prstGeom prst="roundRect">
            <a:avLst>
              <a:gd fmla="val 16667" name="adj"/>
            </a:avLst>
          </a:prstGeom>
          <a:solidFill>
            <a:srgbClr val="3E2513"/>
          </a:solidFill>
          <a:ln cap="flat" cmpd="sng" w="10583">
            <a:solidFill>
              <a:srgbClr val="643414"/>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b="1" lang="en-US" sz="4000">
                <a:solidFill>
                  <a:schemeClr val="lt1"/>
                </a:solidFill>
                <a:latin typeface="Barlow"/>
                <a:ea typeface="Barlow"/>
                <a:cs typeface="Barlow"/>
                <a:sym typeface="Barlow"/>
              </a:rPr>
              <a:t>AI Skills</a:t>
            </a:r>
            <a:endParaRPr/>
          </a:p>
        </p:txBody>
      </p:sp>
      <p:sp>
        <p:nvSpPr>
          <p:cNvPr id="57" name="Google Shape;57;p2"/>
          <p:cNvSpPr txBox="1"/>
          <p:nvPr/>
        </p:nvSpPr>
        <p:spPr>
          <a:xfrm>
            <a:off x="1176338" y="1655032"/>
            <a:ext cx="9839324" cy="1718419"/>
          </a:xfrm>
          <a:prstGeom prst="rect">
            <a:avLst/>
          </a:prstGeom>
          <a:noFill/>
          <a:ln>
            <a:noFill/>
          </a:ln>
        </p:spPr>
        <p:txBody>
          <a:bodyPr anchorCtr="0" anchor="t" bIns="38083" lIns="76188" spcFirstLastPara="1" rIns="76188" wrap="square" tIns="38083">
            <a:spAutoFit/>
          </a:bodyPr>
          <a:lstStyle/>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Learn how to effectively prompt large language models (LLMs) like ChatGPT, Gemini, and Claude.</a:t>
            </a:r>
            <a:endParaRPr b="1" sz="2667">
              <a:solidFill>
                <a:schemeClr val="dk1"/>
              </a:solidFill>
              <a:latin typeface="Barlow"/>
              <a:ea typeface="Barlow"/>
              <a:cs typeface="Barlow"/>
              <a:sym typeface="Barlow"/>
            </a:endParaRPr>
          </a:p>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Familiarize yourself with the RTFC framework.</a:t>
            </a:r>
            <a:endParaRPr/>
          </a:p>
        </p:txBody>
      </p:sp>
      <p:sp>
        <p:nvSpPr>
          <p:cNvPr id="58" name="Google Shape;58;p2"/>
          <p:cNvSpPr txBox="1"/>
          <p:nvPr/>
        </p:nvSpPr>
        <p:spPr>
          <a:xfrm>
            <a:off x="1176337" y="4312420"/>
            <a:ext cx="9839325" cy="2385268"/>
          </a:xfrm>
          <a:prstGeom prst="rect">
            <a:avLst/>
          </a:prstGeom>
          <a:noFill/>
          <a:ln>
            <a:noFill/>
          </a:ln>
        </p:spPr>
        <p:txBody>
          <a:bodyPr anchorCtr="0" anchor="t" bIns="38083" lIns="76188" spcFirstLastPara="1" rIns="76188" wrap="square" tIns="38083">
            <a:spAutoFit/>
          </a:bodyPr>
          <a:lstStyle/>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 xml:space="preserve">Build a skill: reusable instructions plus files, saved as one SKILL.md file you can use in Claude, ChatGPT, Copilot, or Gemini. </a:t>
            </a:r>
            <a:r>
              <a:rPr b="1" lang="en-US" sz="1667" u="sng">
                <a:solidFill>
                  <a:schemeClr val="dk1"/>
                </a:solidFill>
                <a:latin typeface="Barlow"/>
                <a:ea typeface="Barlow"/>
                <a:cs typeface="Barlow"/>
                <a:sym typeface="Barlow"/>
              </a:rPr>
              <a:t>Note:</a:t>
            </a:r>
            <a:r>
              <a:rPr b="1" lang="en-US" sz="1667">
                <a:solidFill>
                  <a:schemeClr val="dk1"/>
                </a:solidFill>
                <a:latin typeface="Barlow"/>
                <a:ea typeface="Barlow"/>
                <a:cs typeface="Barlow"/>
                <a:sym typeface="Barlow"/>
              </a:rPr>
              <a:t xml:space="preserve"> Skills replace Gemini Gems and ChatGPT custom GPTs.</a:t>
            </a:r>
            <a:endParaRPr b="1" sz="2667">
              <a:solidFill>
                <a:schemeClr val="dk1"/>
              </a:solidFill>
              <a:latin typeface="Barlow"/>
              <a:ea typeface="Barlow"/>
              <a:cs typeface="Barlow"/>
              <a:sym typeface="Barlow"/>
            </a:endParaRPr>
          </a:p>
          <a:p>
            <a:pPr indent="-342900" lvl="0" marL="342900" marR="0" rtl="0" algn="l">
              <a:spcBef>
                <a:spcPts val="0"/>
              </a:spcBef>
              <a:spcAft>
                <a:spcPts val="0"/>
              </a:spcAft>
              <a:buClr>
                <a:schemeClr val="dk1"/>
              </a:buClr>
              <a:buSzPts val="3200"/>
              <a:buFont typeface="Arial"/>
              <a:buChar char="•"/>
            </a:pPr>
            <a:r>
              <a:rPr b="1" lang="en-US" sz="2667" u="sng">
                <a:solidFill>
                  <a:schemeClr val="dk1"/>
                </a:solidFill>
                <a:latin typeface="Barlow"/>
                <a:ea typeface="Barlow"/>
                <a:cs typeface="Barlow"/>
                <a:sym typeface="Barlow"/>
              </a:rPr>
              <a:t>Goal:</a:t>
            </a:r>
            <a:r>
              <a:rPr b="1" lang="en-US" sz="2667">
                <a:solidFill>
                  <a:schemeClr val="dk1"/>
                </a:solidFill>
                <a:latin typeface="Barlow"/>
                <a:ea typeface="Barlow"/>
                <a:cs typeface="Barlow"/>
                <a:sym typeface="Barlow"/>
              </a:rPr>
              <a:t xml:space="preserve"> Package your instructions and documents once so the AI gives consistent, tailored answers every time.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
                                        </p:tgtEl>
                                        <p:attrNameLst>
                                          <p:attrName>style.visibility</p:attrName>
                                        </p:attrNameLst>
                                      </p:cBhvr>
                                      <p:to>
                                        <p:strVal val="visible"/>
                                      </p:to>
                                    </p:set>
                                    <p:animEffect filter="fade" transition="in">
                                      <p:cBhvr>
                                        <p:cTn dur="500"/>
                                        <p:tgtEl>
                                          <p:spTgt spid="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
                                            <p:txEl>
                                              <p:pRg end="0" st="0"/>
                                            </p:txEl>
                                          </p:spTgt>
                                        </p:tgtEl>
                                        <p:attrNameLst>
                                          <p:attrName>style.visibility</p:attrName>
                                        </p:attrNameLst>
                                      </p:cBhvr>
                                      <p:to>
                                        <p:strVal val="visible"/>
                                      </p:to>
                                    </p:set>
                                    <p:animEffect filter="fade" transition="in">
                                      <p:cBhvr>
                                        <p:cTn dur="500"/>
                                        <p:tgtEl>
                                          <p:spTgt spid="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
                                            <p:txEl>
                                              <p:pRg end="1" st="1"/>
                                            </p:txEl>
                                          </p:spTgt>
                                        </p:tgtEl>
                                        <p:attrNameLst>
                                          <p:attrName>style.visibility</p:attrName>
                                        </p:attrNameLst>
                                      </p:cBhvr>
                                      <p:to>
                                        <p:strVal val="visible"/>
                                      </p:to>
                                    </p:set>
                                    <p:animEffect filter="fade" transition="in">
                                      <p:cBhvr>
                                        <p:cTn dur="500"/>
                                        <p:tgtEl>
                                          <p:spTgt spid="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0" st="0"/>
                                            </p:txEl>
                                          </p:spTgt>
                                        </p:tgtEl>
                                        <p:attrNameLst>
                                          <p:attrName>style.visibility</p:attrName>
                                        </p:attrNameLst>
                                      </p:cBhvr>
                                      <p:to>
                                        <p:strVal val="visible"/>
                                      </p:to>
                                    </p:set>
                                    <p:animEffect filter="fade" transition="in">
                                      <p:cBhvr>
                                        <p:cTn dur="500"/>
                                        <p:tgtEl>
                                          <p:spTgt spid="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1" st="1"/>
                                            </p:txEl>
                                          </p:spTgt>
                                        </p:tgtEl>
                                        <p:attrNameLst>
                                          <p:attrName>style.visibility</p:attrName>
                                        </p:attrNameLst>
                                      </p:cBhvr>
                                      <p:to>
                                        <p:strVal val="visible"/>
                                      </p:to>
                                    </p:set>
                                    <p:animEffect filter="fade" transition="in">
                                      <p:cBhvr>
                                        <p:cTn dur="500"/>
                                        <p:tgtEl>
                                          <p:spTgt spid="5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3"/>
          <p:cNvSpPr/>
          <p:nvPr/>
        </p:nvSpPr>
        <p:spPr>
          <a:xfrm>
            <a:off x="631924" y="494507"/>
            <a:ext cx="9500000" cy="51960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E3C4E"/>
              </a:buClr>
              <a:buSzPts val="3900"/>
              <a:buFont typeface="Barlow"/>
              <a:buNone/>
            </a:pPr>
            <a:r>
              <a:rPr b="1" lang="en-US" sz="3250">
                <a:solidFill>
                  <a:srgbClr val="2E3C4E"/>
                </a:solidFill>
                <a:latin typeface="Barlow"/>
                <a:ea typeface="Barlow"/>
                <a:cs typeface="Barlow"/>
                <a:sym typeface="Barlow"/>
              </a:rPr>
              <a:t>Beware of Hallucinations!</a:t>
            </a:r>
            <a:endParaRPr sz="3250">
              <a:solidFill>
                <a:schemeClr val="dk1"/>
              </a:solidFill>
              <a:latin typeface="Calibri"/>
              <a:ea typeface="Calibri"/>
              <a:cs typeface="Calibri"/>
              <a:sym typeface="Calibri"/>
            </a:endParaRPr>
          </a:p>
        </p:txBody>
      </p:sp>
      <p:sp>
        <p:nvSpPr>
          <p:cNvPr id="65" name="Google Shape;65;p3"/>
          <p:cNvSpPr/>
          <p:nvPr/>
        </p:nvSpPr>
        <p:spPr>
          <a:xfrm>
            <a:off x="868858" y="1566962"/>
            <a:ext cx="10691218" cy="831453"/>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E3C4E"/>
              </a:buClr>
              <a:buSzPts val="3100"/>
              <a:buFont typeface="Barlow"/>
              <a:buNone/>
            </a:pPr>
            <a:r>
              <a:rPr b="1" lang="en-US" sz="2583">
                <a:solidFill>
                  <a:srgbClr val="2E3C4E"/>
                </a:solidFill>
                <a:latin typeface="Barlow"/>
                <a:ea typeface="Barlow"/>
                <a:cs typeface="Barlow"/>
                <a:sym typeface="Barlow"/>
              </a:rPr>
              <a:t>A hallucination is when a model invents details, </a:t>
            </a:r>
            <a:br>
              <a:rPr b="1" lang="en-US" sz="2583">
                <a:solidFill>
                  <a:srgbClr val="2E3C4E"/>
                </a:solidFill>
                <a:latin typeface="Barlow"/>
                <a:ea typeface="Barlow"/>
                <a:cs typeface="Barlow"/>
                <a:sym typeface="Barlow"/>
              </a:rPr>
            </a:br>
            <a:r>
              <a:rPr b="1" lang="en-US" sz="2583">
                <a:solidFill>
                  <a:srgbClr val="2E3C4E"/>
                </a:solidFill>
                <a:latin typeface="Barlow"/>
                <a:ea typeface="Barlow"/>
                <a:cs typeface="Barlow"/>
                <a:sym typeface="Barlow"/>
              </a:rPr>
              <a:t>sources or data that do not exist.</a:t>
            </a:r>
            <a:endParaRPr sz="2583">
              <a:solidFill>
                <a:schemeClr val="dk1"/>
              </a:solidFill>
              <a:latin typeface="Calibri"/>
              <a:ea typeface="Calibri"/>
              <a:cs typeface="Calibri"/>
              <a:sym typeface="Calibri"/>
            </a:endParaRPr>
          </a:p>
        </p:txBody>
      </p:sp>
      <p:sp>
        <p:nvSpPr>
          <p:cNvPr id="66" name="Google Shape;66;p3"/>
          <p:cNvSpPr/>
          <p:nvPr/>
        </p:nvSpPr>
        <p:spPr>
          <a:xfrm>
            <a:off x="631924" y="1330028"/>
            <a:ext cx="19050" cy="1305322"/>
          </a:xfrm>
          <a:prstGeom prst="rect">
            <a:avLst/>
          </a:prstGeom>
          <a:solidFill>
            <a:srgbClr val="75BAE6"/>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67" name="Google Shape;67;p3"/>
          <p:cNvSpPr/>
          <p:nvPr/>
        </p:nvSpPr>
        <p:spPr>
          <a:xfrm>
            <a:off x="631924" y="2872283"/>
            <a:ext cx="3325912" cy="41572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E3C4E"/>
              </a:buClr>
              <a:buSzPts val="3100"/>
              <a:buFont typeface="Barlow"/>
              <a:buNone/>
            </a:pPr>
            <a:r>
              <a:rPr b="1" lang="en-US" sz="2583">
                <a:solidFill>
                  <a:srgbClr val="2E3C4E"/>
                </a:solidFill>
                <a:latin typeface="Barlow"/>
                <a:ea typeface="Barlow"/>
                <a:cs typeface="Barlow"/>
                <a:sym typeface="Barlow"/>
              </a:rPr>
              <a:t>Examples:</a:t>
            </a:r>
            <a:endParaRPr sz="2583">
              <a:solidFill>
                <a:schemeClr val="dk1"/>
              </a:solidFill>
              <a:latin typeface="Calibri"/>
              <a:ea typeface="Calibri"/>
              <a:cs typeface="Calibri"/>
              <a:sym typeface="Calibri"/>
            </a:endParaRPr>
          </a:p>
        </p:txBody>
      </p:sp>
      <p:sp>
        <p:nvSpPr>
          <p:cNvPr id="68" name="Google Shape;68;p3"/>
          <p:cNvSpPr/>
          <p:nvPr/>
        </p:nvSpPr>
        <p:spPr>
          <a:xfrm>
            <a:off x="631924" y="3524944"/>
            <a:ext cx="3537347" cy="1213942"/>
          </a:xfrm>
          <a:prstGeom prst="roundRect">
            <a:avLst>
              <a:gd fmla="val 7532" name="adj"/>
            </a:avLst>
          </a:prstGeom>
          <a:solidFill>
            <a:srgbClr val="FFFFFF"/>
          </a:solidFill>
          <a:ln cap="flat" cmpd="sng" w="19042">
            <a:solidFill>
              <a:srgbClr val="BACFDD"/>
            </a:solidFill>
            <a:prstDash val="solid"/>
            <a:round/>
            <a:headEnd len="sm" w="sm" type="none"/>
            <a:tailEnd len="sm" w="sm" type="none"/>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pic>
        <p:nvPicPr>
          <p:cNvPr descr="preencoded.png" id="69" name="Google Shape;69;p3"/>
          <p:cNvPicPr preferRelativeResize="0"/>
          <p:nvPr/>
        </p:nvPicPr>
        <p:blipFill rotWithShape="1">
          <a:blip r:embed="rId3">
            <a:alphaModFix/>
          </a:blip>
          <a:srcRect b="0" l="0" r="0" t="0"/>
          <a:stretch/>
        </p:blipFill>
        <p:spPr>
          <a:xfrm>
            <a:off x="612874" y="3524944"/>
            <a:ext cx="76200" cy="1213942"/>
          </a:xfrm>
          <a:prstGeom prst="rect">
            <a:avLst/>
          </a:prstGeom>
          <a:noFill/>
          <a:ln>
            <a:noFill/>
          </a:ln>
        </p:spPr>
      </p:pic>
      <p:sp>
        <p:nvSpPr>
          <p:cNvPr id="70" name="Google Shape;70;p3"/>
          <p:cNvSpPr/>
          <p:nvPr/>
        </p:nvSpPr>
        <p:spPr>
          <a:xfrm>
            <a:off x="866081" y="3701951"/>
            <a:ext cx="3200000" cy="259755"/>
          </a:xfrm>
          <a:prstGeom prst="rect">
            <a:avLst/>
          </a:prstGeom>
          <a:noFill/>
          <a:ln>
            <a:noFill/>
          </a:ln>
        </p:spPr>
        <p:txBody>
          <a:bodyPr anchorCtr="0" anchor="t" bIns="0" lIns="0" spcFirstLastPara="1" rIns="0" wrap="square" tIns="0">
            <a:noAutofit/>
          </a:bodyPr>
          <a:lstStyle/>
          <a:p>
            <a:pPr indent="0" lvl="0" marL="0" marR="0" rtl="0" algn="l">
              <a:lnSpc>
                <a:spcPct val="10208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Incorrect Settings</a:t>
            </a:r>
            <a:endParaRPr sz="2000">
              <a:solidFill>
                <a:schemeClr val="dk1"/>
              </a:solidFill>
              <a:latin typeface="Calibri"/>
              <a:ea typeface="Calibri"/>
              <a:cs typeface="Calibri"/>
              <a:sym typeface="Calibri"/>
            </a:endParaRPr>
          </a:p>
        </p:txBody>
      </p:sp>
      <p:sp>
        <p:nvSpPr>
          <p:cNvPr id="71" name="Google Shape;71;p3"/>
          <p:cNvSpPr/>
          <p:nvPr/>
        </p:nvSpPr>
        <p:spPr>
          <a:xfrm>
            <a:off x="866081" y="4056459"/>
            <a:ext cx="3480196" cy="505420"/>
          </a:xfrm>
          <a:prstGeom prst="rect">
            <a:avLst/>
          </a:prstGeom>
          <a:noFill/>
          <a:ln>
            <a:noFill/>
          </a:ln>
        </p:spPr>
        <p:txBody>
          <a:bodyPr anchorCtr="0" anchor="t" bIns="0" lIns="0" spcFirstLastPara="1" rIns="0" wrap="square" tIns="0">
            <a:noAutofit/>
          </a:bodyPr>
          <a:lstStyle/>
          <a:p>
            <a:pPr indent="0" lvl="0" marL="0" marR="0" rtl="0" algn="l">
              <a:lnSpc>
                <a:spcPct val="130555"/>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Giving incorrect machine settings, tolerances, or specifications</a:t>
            </a:r>
            <a:endParaRPr sz="1500">
              <a:solidFill>
                <a:schemeClr val="dk1"/>
              </a:solidFill>
              <a:latin typeface="Calibri"/>
              <a:ea typeface="Calibri"/>
              <a:cs typeface="Calibri"/>
              <a:sym typeface="Calibri"/>
            </a:endParaRPr>
          </a:p>
        </p:txBody>
      </p:sp>
      <p:sp>
        <p:nvSpPr>
          <p:cNvPr id="72" name="Google Shape;72;p3"/>
          <p:cNvSpPr/>
          <p:nvPr/>
        </p:nvSpPr>
        <p:spPr>
          <a:xfrm>
            <a:off x="4327228" y="3524944"/>
            <a:ext cx="3676352" cy="1213942"/>
          </a:xfrm>
          <a:prstGeom prst="roundRect">
            <a:avLst>
              <a:gd fmla="val 7532" name="adj"/>
            </a:avLst>
          </a:prstGeom>
          <a:solidFill>
            <a:srgbClr val="FFFFFF"/>
          </a:solidFill>
          <a:ln cap="flat" cmpd="sng" w="19042">
            <a:solidFill>
              <a:srgbClr val="BACFDD"/>
            </a:solidFill>
            <a:prstDash val="solid"/>
            <a:round/>
            <a:headEnd len="sm" w="sm" type="none"/>
            <a:tailEnd len="sm" w="sm" type="none"/>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pic>
        <p:nvPicPr>
          <p:cNvPr descr="preencoded.png" id="73" name="Google Shape;73;p3"/>
          <p:cNvPicPr preferRelativeResize="0"/>
          <p:nvPr/>
        </p:nvPicPr>
        <p:blipFill rotWithShape="1">
          <a:blip r:embed="rId3">
            <a:alphaModFix/>
          </a:blip>
          <a:srcRect b="0" l="0" r="0" t="0"/>
          <a:stretch/>
        </p:blipFill>
        <p:spPr>
          <a:xfrm>
            <a:off x="4308178" y="3524944"/>
            <a:ext cx="76200" cy="1213942"/>
          </a:xfrm>
          <a:prstGeom prst="rect">
            <a:avLst/>
          </a:prstGeom>
          <a:noFill/>
          <a:ln>
            <a:noFill/>
          </a:ln>
        </p:spPr>
      </p:pic>
      <p:sp>
        <p:nvSpPr>
          <p:cNvPr id="74" name="Google Shape;74;p3"/>
          <p:cNvSpPr/>
          <p:nvPr/>
        </p:nvSpPr>
        <p:spPr>
          <a:xfrm>
            <a:off x="4561372" y="3701958"/>
            <a:ext cx="3008500" cy="259750"/>
          </a:xfrm>
          <a:prstGeom prst="rect">
            <a:avLst/>
          </a:prstGeom>
          <a:noFill/>
          <a:ln>
            <a:noFill/>
          </a:ln>
        </p:spPr>
        <p:txBody>
          <a:bodyPr anchorCtr="0" anchor="t" bIns="0" lIns="0" spcFirstLastPara="1" rIns="0" wrap="square" tIns="0">
            <a:noAutofit/>
          </a:bodyPr>
          <a:lstStyle/>
          <a:p>
            <a:pPr indent="0" lvl="0" marL="0" marR="0" rtl="0" algn="l">
              <a:lnSpc>
                <a:spcPct val="10208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Nonexistent Policies</a:t>
            </a:r>
            <a:endParaRPr sz="2000">
              <a:solidFill>
                <a:schemeClr val="dk1"/>
              </a:solidFill>
              <a:latin typeface="Calibri"/>
              <a:ea typeface="Calibri"/>
              <a:cs typeface="Calibri"/>
              <a:sym typeface="Calibri"/>
            </a:endParaRPr>
          </a:p>
        </p:txBody>
      </p:sp>
      <p:sp>
        <p:nvSpPr>
          <p:cNvPr id="75" name="Google Shape;75;p3"/>
          <p:cNvSpPr/>
          <p:nvPr/>
        </p:nvSpPr>
        <p:spPr>
          <a:xfrm>
            <a:off x="4561383" y="4056459"/>
            <a:ext cx="3442197" cy="505420"/>
          </a:xfrm>
          <a:prstGeom prst="rect">
            <a:avLst/>
          </a:prstGeom>
          <a:noFill/>
          <a:ln>
            <a:noFill/>
          </a:ln>
        </p:spPr>
        <p:txBody>
          <a:bodyPr anchorCtr="0" anchor="t" bIns="0" lIns="0" spcFirstLastPara="1" rIns="0" wrap="square" tIns="0">
            <a:noAutofit/>
          </a:bodyPr>
          <a:lstStyle/>
          <a:p>
            <a:pPr indent="0" lvl="0" marL="0" marR="0" rtl="0" algn="l">
              <a:lnSpc>
                <a:spcPct val="130555"/>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Referencing non-existent company policies or outdated SOPs</a:t>
            </a:r>
            <a:endParaRPr sz="1500">
              <a:solidFill>
                <a:schemeClr val="dk1"/>
              </a:solidFill>
              <a:latin typeface="Calibri"/>
              <a:ea typeface="Calibri"/>
              <a:cs typeface="Calibri"/>
              <a:sym typeface="Calibri"/>
            </a:endParaRPr>
          </a:p>
        </p:txBody>
      </p:sp>
      <p:sp>
        <p:nvSpPr>
          <p:cNvPr id="76" name="Google Shape;76;p3"/>
          <p:cNvSpPr/>
          <p:nvPr/>
        </p:nvSpPr>
        <p:spPr>
          <a:xfrm>
            <a:off x="8390182" y="3524944"/>
            <a:ext cx="3537347" cy="1213942"/>
          </a:xfrm>
          <a:prstGeom prst="roundRect">
            <a:avLst>
              <a:gd fmla="val 7532" name="adj"/>
            </a:avLst>
          </a:prstGeom>
          <a:solidFill>
            <a:srgbClr val="FFFFFF"/>
          </a:solidFill>
          <a:ln cap="flat" cmpd="sng" w="19042">
            <a:solidFill>
              <a:srgbClr val="BACFDD"/>
            </a:solidFill>
            <a:prstDash val="solid"/>
            <a:round/>
            <a:headEnd len="sm" w="sm" type="none"/>
            <a:tailEnd len="sm" w="sm" type="none"/>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pic>
        <p:nvPicPr>
          <p:cNvPr descr="preencoded.png" id="77" name="Google Shape;77;p3"/>
          <p:cNvPicPr preferRelativeResize="0"/>
          <p:nvPr/>
        </p:nvPicPr>
        <p:blipFill rotWithShape="1">
          <a:blip r:embed="rId3">
            <a:alphaModFix/>
          </a:blip>
          <a:srcRect b="0" l="0" r="0" t="0"/>
          <a:stretch/>
        </p:blipFill>
        <p:spPr>
          <a:xfrm>
            <a:off x="8371132" y="3524944"/>
            <a:ext cx="79192" cy="1213942"/>
          </a:xfrm>
          <a:prstGeom prst="rect">
            <a:avLst/>
          </a:prstGeom>
          <a:noFill/>
          <a:ln>
            <a:noFill/>
          </a:ln>
        </p:spPr>
      </p:pic>
      <p:sp>
        <p:nvSpPr>
          <p:cNvPr id="78" name="Google Shape;78;p3"/>
          <p:cNvSpPr/>
          <p:nvPr/>
        </p:nvSpPr>
        <p:spPr>
          <a:xfrm>
            <a:off x="8624338" y="3701951"/>
            <a:ext cx="3200000" cy="259755"/>
          </a:xfrm>
          <a:prstGeom prst="rect">
            <a:avLst/>
          </a:prstGeom>
          <a:noFill/>
          <a:ln>
            <a:noFill/>
          </a:ln>
        </p:spPr>
        <p:txBody>
          <a:bodyPr anchorCtr="0" anchor="t" bIns="0" lIns="0" spcFirstLastPara="1" rIns="0" wrap="square" tIns="0">
            <a:noAutofit/>
          </a:bodyPr>
          <a:lstStyle/>
          <a:p>
            <a:pPr indent="0" lvl="0" marL="0" marR="0" rtl="0" algn="l">
              <a:lnSpc>
                <a:spcPct val="10208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Fake Citations</a:t>
            </a:r>
            <a:endParaRPr sz="2000">
              <a:solidFill>
                <a:schemeClr val="dk1"/>
              </a:solidFill>
              <a:latin typeface="Calibri"/>
              <a:ea typeface="Calibri"/>
              <a:cs typeface="Calibri"/>
              <a:sym typeface="Calibri"/>
            </a:endParaRPr>
          </a:p>
        </p:txBody>
      </p:sp>
      <p:sp>
        <p:nvSpPr>
          <p:cNvPr id="79" name="Google Shape;79;p3"/>
          <p:cNvSpPr/>
          <p:nvPr/>
        </p:nvSpPr>
        <p:spPr>
          <a:xfrm>
            <a:off x="8624338" y="4056459"/>
            <a:ext cx="3303191" cy="505420"/>
          </a:xfrm>
          <a:prstGeom prst="rect">
            <a:avLst/>
          </a:prstGeom>
          <a:noFill/>
          <a:ln>
            <a:noFill/>
          </a:ln>
        </p:spPr>
        <p:txBody>
          <a:bodyPr anchorCtr="0" anchor="t" bIns="0" lIns="0" spcFirstLastPara="1" rIns="0" wrap="square" tIns="0">
            <a:noAutofit/>
          </a:bodyPr>
          <a:lstStyle/>
          <a:p>
            <a:pPr indent="0" lvl="0" marL="0" marR="0" rtl="0" algn="l">
              <a:lnSpc>
                <a:spcPct val="130555"/>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Fake citations or sources (e.g., "OSHA requires…" when it doesn't)</a:t>
            </a:r>
            <a:endParaRPr sz="1500">
              <a:solidFill>
                <a:schemeClr val="dk1"/>
              </a:solidFill>
              <a:latin typeface="Calibri"/>
              <a:ea typeface="Calibri"/>
              <a:cs typeface="Calibri"/>
              <a:sym typeface="Calibri"/>
            </a:endParaRPr>
          </a:p>
        </p:txBody>
      </p:sp>
      <p:sp>
        <p:nvSpPr>
          <p:cNvPr id="80" name="Google Shape;80;p3"/>
          <p:cNvSpPr/>
          <p:nvPr/>
        </p:nvSpPr>
        <p:spPr>
          <a:xfrm>
            <a:off x="631924" y="4896842"/>
            <a:ext cx="3537347" cy="1466652"/>
          </a:xfrm>
          <a:prstGeom prst="roundRect">
            <a:avLst>
              <a:gd fmla="val 6235" name="adj"/>
            </a:avLst>
          </a:prstGeom>
          <a:solidFill>
            <a:srgbClr val="FFFFFF"/>
          </a:solidFill>
          <a:ln cap="flat" cmpd="sng" w="19042">
            <a:solidFill>
              <a:srgbClr val="BACFDD"/>
            </a:solidFill>
            <a:prstDash val="solid"/>
            <a:round/>
            <a:headEnd len="sm" w="sm" type="none"/>
            <a:tailEnd len="sm" w="sm" type="none"/>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pic>
        <p:nvPicPr>
          <p:cNvPr descr="preencoded.png" id="81" name="Google Shape;81;p3"/>
          <p:cNvPicPr preferRelativeResize="0"/>
          <p:nvPr/>
        </p:nvPicPr>
        <p:blipFill rotWithShape="1">
          <a:blip r:embed="rId4">
            <a:alphaModFix/>
          </a:blip>
          <a:srcRect b="0" l="0" r="0" t="0"/>
          <a:stretch/>
        </p:blipFill>
        <p:spPr>
          <a:xfrm>
            <a:off x="612874" y="4896842"/>
            <a:ext cx="76200" cy="1466652"/>
          </a:xfrm>
          <a:prstGeom prst="rect">
            <a:avLst/>
          </a:prstGeom>
          <a:noFill/>
          <a:ln>
            <a:noFill/>
          </a:ln>
        </p:spPr>
      </p:pic>
      <p:sp>
        <p:nvSpPr>
          <p:cNvPr id="82" name="Google Shape;82;p3"/>
          <p:cNvSpPr/>
          <p:nvPr/>
        </p:nvSpPr>
        <p:spPr>
          <a:xfrm>
            <a:off x="866081" y="5073848"/>
            <a:ext cx="3200000" cy="259755"/>
          </a:xfrm>
          <a:prstGeom prst="rect">
            <a:avLst/>
          </a:prstGeom>
          <a:noFill/>
          <a:ln>
            <a:noFill/>
          </a:ln>
        </p:spPr>
        <p:txBody>
          <a:bodyPr anchorCtr="0" anchor="t" bIns="0" lIns="0" spcFirstLastPara="1" rIns="0" wrap="square" tIns="0">
            <a:noAutofit/>
          </a:bodyPr>
          <a:lstStyle/>
          <a:p>
            <a:pPr indent="0" lvl="0" marL="0" marR="0" rtl="0" algn="l">
              <a:lnSpc>
                <a:spcPct val="10208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Incorrect Claims</a:t>
            </a:r>
            <a:endParaRPr sz="2000">
              <a:solidFill>
                <a:schemeClr val="dk1"/>
              </a:solidFill>
              <a:latin typeface="Calibri"/>
              <a:ea typeface="Calibri"/>
              <a:cs typeface="Calibri"/>
              <a:sym typeface="Calibri"/>
            </a:endParaRPr>
          </a:p>
        </p:txBody>
      </p:sp>
      <p:sp>
        <p:nvSpPr>
          <p:cNvPr id="83" name="Google Shape;83;p3"/>
          <p:cNvSpPr/>
          <p:nvPr/>
        </p:nvSpPr>
        <p:spPr>
          <a:xfrm>
            <a:off x="866081" y="5428357"/>
            <a:ext cx="3126184" cy="505420"/>
          </a:xfrm>
          <a:prstGeom prst="rect">
            <a:avLst/>
          </a:prstGeom>
          <a:noFill/>
          <a:ln>
            <a:noFill/>
          </a:ln>
        </p:spPr>
        <p:txBody>
          <a:bodyPr anchorCtr="0" anchor="t" bIns="0" lIns="0" spcFirstLastPara="1" rIns="0" wrap="square" tIns="0">
            <a:noAutofit/>
          </a:bodyPr>
          <a:lstStyle/>
          <a:p>
            <a:pPr indent="0" lvl="0" marL="0" marR="0" rtl="0" algn="l">
              <a:lnSpc>
                <a:spcPct val="130555"/>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Incorrect claims about recent events, regulations, or recalls</a:t>
            </a:r>
            <a:endParaRPr sz="1500">
              <a:solidFill>
                <a:schemeClr val="dk1"/>
              </a:solidFill>
              <a:latin typeface="Calibri"/>
              <a:ea typeface="Calibri"/>
              <a:cs typeface="Calibri"/>
              <a:sym typeface="Calibri"/>
            </a:endParaRPr>
          </a:p>
        </p:txBody>
      </p:sp>
      <p:sp>
        <p:nvSpPr>
          <p:cNvPr id="84" name="Google Shape;84;p3"/>
          <p:cNvSpPr/>
          <p:nvPr/>
        </p:nvSpPr>
        <p:spPr>
          <a:xfrm>
            <a:off x="4327228" y="4896842"/>
            <a:ext cx="3676352" cy="1466652"/>
          </a:xfrm>
          <a:prstGeom prst="roundRect">
            <a:avLst>
              <a:gd fmla="val 6235" name="adj"/>
            </a:avLst>
          </a:prstGeom>
          <a:solidFill>
            <a:srgbClr val="FFFFFF"/>
          </a:solidFill>
          <a:ln cap="flat" cmpd="sng" w="19042">
            <a:solidFill>
              <a:srgbClr val="BACFDD"/>
            </a:solidFill>
            <a:prstDash val="solid"/>
            <a:round/>
            <a:headEnd len="sm" w="sm" type="none"/>
            <a:tailEnd len="sm" w="sm" type="none"/>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pic>
        <p:nvPicPr>
          <p:cNvPr descr="preencoded.png" id="85" name="Google Shape;85;p3"/>
          <p:cNvPicPr preferRelativeResize="0"/>
          <p:nvPr/>
        </p:nvPicPr>
        <p:blipFill rotWithShape="1">
          <a:blip r:embed="rId4">
            <a:alphaModFix/>
          </a:blip>
          <a:srcRect b="0" l="0" r="0" t="0"/>
          <a:stretch/>
        </p:blipFill>
        <p:spPr>
          <a:xfrm>
            <a:off x="4308178" y="4896842"/>
            <a:ext cx="76200" cy="1466652"/>
          </a:xfrm>
          <a:prstGeom prst="rect">
            <a:avLst/>
          </a:prstGeom>
          <a:noFill/>
          <a:ln>
            <a:noFill/>
          </a:ln>
        </p:spPr>
      </p:pic>
      <p:sp>
        <p:nvSpPr>
          <p:cNvPr id="86" name="Google Shape;86;p3"/>
          <p:cNvSpPr/>
          <p:nvPr/>
        </p:nvSpPr>
        <p:spPr>
          <a:xfrm>
            <a:off x="4561372" y="5073851"/>
            <a:ext cx="2892750" cy="72750"/>
          </a:xfrm>
          <a:prstGeom prst="rect">
            <a:avLst/>
          </a:prstGeom>
          <a:noFill/>
          <a:ln>
            <a:noFill/>
          </a:ln>
        </p:spPr>
        <p:txBody>
          <a:bodyPr anchorCtr="0" anchor="t" bIns="0" lIns="0" spcFirstLastPara="1" rIns="0" wrap="square" tIns="0">
            <a:noAutofit/>
          </a:bodyPr>
          <a:lstStyle/>
          <a:p>
            <a:pPr indent="0" lvl="0" marL="0" marR="0" rtl="0" algn="l">
              <a:lnSpc>
                <a:spcPct val="10208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Wrong Calculations</a:t>
            </a:r>
            <a:endParaRPr sz="2000">
              <a:solidFill>
                <a:schemeClr val="dk1"/>
              </a:solidFill>
              <a:latin typeface="Calibri"/>
              <a:ea typeface="Calibri"/>
              <a:cs typeface="Calibri"/>
              <a:sym typeface="Calibri"/>
            </a:endParaRPr>
          </a:p>
        </p:txBody>
      </p:sp>
      <p:sp>
        <p:nvSpPr>
          <p:cNvPr id="87" name="Google Shape;87;p3"/>
          <p:cNvSpPr/>
          <p:nvPr/>
        </p:nvSpPr>
        <p:spPr>
          <a:xfrm>
            <a:off x="4561383" y="5428357"/>
            <a:ext cx="3126283" cy="758131"/>
          </a:xfrm>
          <a:prstGeom prst="rect">
            <a:avLst/>
          </a:prstGeom>
          <a:noFill/>
          <a:ln>
            <a:noFill/>
          </a:ln>
        </p:spPr>
        <p:txBody>
          <a:bodyPr anchorCtr="0" anchor="t" bIns="0" lIns="0" spcFirstLastPara="1" rIns="0" wrap="square" tIns="0">
            <a:noAutofit/>
          </a:bodyPr>
          <a:lstStyle/>
          <a:p>
            <a:pPr indent="0" lvl="0" marL="0" marR="0" rtl="0" algn="l">
              <a:lnSpc>
                <a:spcPct val="130555"/>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Confidently providing incorrect measurements, conversions, or calculations</a:t>
            </a:r>
            <a:endParaRPr sz="15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
                                        </p:tgtEl>
                                        <p:attrNameLst>
                                          <p:attrName>style.visibility</p:attrName>
                                        </p:attrNameLst>
                                      </p:cBhvr>
                                      <p:to>
                                        <p:strVal val="visible"/>
                                      </p:to>
                                    </p:set>
                                    <p:animEffect filter="fade" transition="in">
                                      <p:cBhvr>
                                        <p:cTn dur="500"/>
                                        <p:tgtEl>
                                          <p:spTgt spid="66"/>
                                        </p:tgtEl>
                                      </p:cBhvr>
                                    </p:animEffect>
                                  </p:childTnLst>
                                </p:cTn>
                              </p:par>
                              <p:par>
                                <p:cTn fill="hold" nodeType="withEffect" presetClass="entr" presetID="10" presetSubtype="0">
                                  <p:stCondLst>
                                    <p:cond delay="0"/>
                                  </p:stCondLst>
                                  <p:childTnLst>
                                    <p:set>
                                      <p:cBhvr>
                                        <p:cTn dur="1" fill="hold">
                                          <p:stCondLst>
                                            <p:cond delay="0"/>
                                          </p:stCondLst>
                                        </p:cTn>
                                        <p:tgtEl>
                                          <p:spTgt spid="65"/>
                                        </p:tgtEl>
                                        <p:attrNameLst>
                                          <p:attrName>style.visibility</p:attrName>
                                        </p:attrNameLst>
                                      </p:cBhvr>
                                      <p:to>
                                        <p:strVal val="visible"/>
                                      </p:to>
                                    </p:set>
                                    <p:animEffect filter="fade" transition="in">
                                      <p:cBhvr>
                                        <p:cTn dur="500"/>
                                        <p:tgtEl>
                                          <p:spTgt spid="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500"/>
                                        <p:tgtEl>
                                          <p:spTgt spid="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500"/>
                                        <p:tgtEl>
                                          <p:spTgt spid="68"/>
                                        </p:tgtEl>
                                      </p:cBhvr>
                                    </p:animEffect>
                                  </p:childTnLst>
                                </p:cTn>
                              </p:par>
                              <p:par>
                                <p:cTn fill="hold" nodeType="with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500"/>
                                        <p:tgtEl>
                                          <p:spTgt spid="69"/>
                                        </p:tgtEl>
                                      </p:cBhvr>
                                    </p:animEffect>
                                  </p:childTnLst>
                                </p:cTn>
                              </p:par>
                              <p:par>
                                <p:cTn fill="hold" nodeType="with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500"/>
                                        <p:tgtEl>
                                          <p:spTgt spid="70"/>
                                        </p:tgtEl>
                                      </p:cBhvr>
                                    </p:animEffect>
                                  </p:childTnLst>
                                </p:cTn>
                              </p:par>
                              <p:par>
                                <p:cTn fill="hold" nodeType="withEffect" presetClass="entr" presetID="10" presetSubtype="0">
                                  <p:stCondLst>
                                    <p:cond delay="0"/>
                                  </p:stCondLst>
                                  <p:childTnLst>
                                    <p:set>
                                      <p:cBhvr>
                                        <p:cTn dur="1" fill="hold">
                                          <p:stCondLst>
                                            <p:cond delay="0"/>
                                          </p:stCondLst>
                                        </p:cTn>
                                        <p:tgtEl>
                                          <p:spTgt spid="71"/>
                                        </p:tgtEl>
                                        <p:attrNameLst>
                                          <p:attrName>style.visibility</p:attrName>
                                        </p:attrNameLst>
                                      </p:cBhvr>
                                      <p:to>
                                        <p:strVal val="visible"/>
                                      </p:to>
                                    </p:set>
                                    <p:animEffect filter="fade" transition="in">
                                      <p:cBhvr>
                                        <p:cTn dur="500"/>
                                        <p:tgtEl>
                                          <p:spTgt spid="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
                                        </p:tgtEl>
                                        <p:attrNameLst>
                                          <p:attrName>style.visibility</p:attrName>
                                        </p:attrNameLst>
                                      </p:cBhvr>
                                      <p:to>
                                        <p:strVal val="visible"/>
                                      </p:to>
                                    </p:set>
                                    <p:animEffect filter="fade" transition="in">
                                      <p:cBhvr>
                                        <p:cTn dur="500"/>
                                        <p:tgtEl>
                                          <p:spTgt spid="72"/>
                                        </p:tgtEl>
                                      </p:cBhvr>
                                    </p:animEffect>
                                  </p:childTnLst>
                                </p:cTn>
                              </p:par>
                              <p:par>
                                <p:cTn fill="hold" nodeType="withEffect" presetClass="entr" presetID="10" presetSubtype="0">
                                  <p:stCondLst>
                                    <p:cond delay="0"/>
                                  </p:stCondLst>
                                  <p:childTnLst>
                                    <p:set>
                                      <p:cBhvr>
                                        <p:cTn dur="1" fill="hold">
                                          <p:stCondLst>
                                            <p:cond delay="0"/>
                                          </p:stCondLst>
                                        </p:cTn>
                                        <p:tgtEl>
                                          <p:spTgt spid="73"/>
                                        </p:tgtEl>
                                        <p:attrNameLst>
                                          <p:attrName>style.visibility</p:attrName>
                                        </p:attrNameLst>
                                      </p:cBhvr>
                                      <p:to>
                                        <p:strVal val="visible"/>
                                      </p:to>
                                    </p:set>
                                    <p:animEffect filter="fade" transition="in">
                                      <p:cBhvr>
                                        <p:cTn dur="500"/>
                                        <p:tgtEl>
                                          <p:spTgt spid="73"/>
                                        </p:tgtEl>
                                      </p:cBhvr>
                                    </p:animEffect>
                                  </p:childTnLst>
                                </p:cTn>
                              </p:par>
                              <p:par>
                                <p:cTn fill="hold" nodeType="with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500"/>
                                        <p:tgtEl>
                                          <p:spTgt spid="74"/>
                                        </p:tgtEl>
                                      </p:cBhvr>
                                    </p:animEffect>
                                  </p:childTnLst>
                                </p:cTn>
                              </p:par>
                              <p:par>
                                <p:cTn fill="hold" nodeType="with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500"/>
                                        <p:tgtEl>
                                          <p:spTgt spid="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500"/>
                                        <p:tgtEl>
                                          <p:spTgt spid="76"/>
                                        </p:tgtEl>
                                      </p:cBhvr>
                                    </p:animEffect>
                                  </p:childTnLst>
                                </p:cTn>
                              </p:par>
                              <p:par>
                                <p:cTn fill="hold" nodeType="with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500"/>
                                        <p:tgtEl>
                                          <p:spTgt spid="77"/>
                                        </p:tgtEl>
                                      </p:cBhvr>
                                    </p:animEffect>
                                  </p:childTnLst>
                                </p:cTn>
                              </p:par>
                              <p:par>
                                <p:cTn fill="hold" nodeType="withEffect" presetClass="entr" presetID="10" presetSubtype="0">
                                  <p:stCondLst>
                                    <p:cond delay="0"/>
                                  </p:stCondLst>
                                  <p:childTnLst>
                                    <p:set>
                                      <p:cBhvr>
                                        <p:cTn dur="1" fill="hold">
                                          <p:stCondLst>
                                            <p:cond delay="0"/>
                                          </p:stCondLst>
                                        </p:cTn>
                                        <p:tgtEl>
                                          <p:spTgt spid="78"/>
                                        </p:tgtEl>
                                        <p:attrNameLst>
                                          <p:attrName>style.visibility</p:attrName>
                                        </p:attrNameLst>
                                      </p:cBhvr>
                                      <p:to>
                                        <p:strVal val="visible"/>
                                      </p:to>
                                    </p:set>
                                    <p:animEffect filter="fade" transition="in">
                                      <p:cBhvr>
                                        <p:cTn dur="500"/>
                                        <p:tgtEl>
                                          <p:spTgt spid="78"/>
                                        </p:tgtEl>
                                      </p:cBhvr>
                                    </p:animEffect>
                                  </p:childTnLst>
                                </p:cTn>
                              </p:par>
                              <p:par>
                                <p:cTn fill="hold" nodeType="with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500"/>
                                        <p:tgtEl>
                                          <p:spTgt spid="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
                                        </p:tgtEl>
                                        <p:attrNameLst>
                                          <p:attrName>style.visibility</p:attrName>
                                        </p:attrNameLst>
                                      </p:cBhvr>
                                      <p:to>
                                        <p:strVal val="visible"/>
                                      </p:to>
                                    </p:set>
                                    <p:animEffect filter="fade" transition="in">
                                      <p:cBhvr>
                                        <p:cTn dur="500"/>
                                        <p:tgtEl>
                                          <p:spTgt spid="80"/>
                                        </p:tgtEl>
                                      </p:cBhvr>
                                    </p:animEffect>
                                  </p:childTnLst>
                                </p:cTn>
                              </p:par>
                              <p:par>
                                <p:cTn fill="hold" nodeType="with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500"/>
                                        <p:tgtEl>
                                          <p:spTgt spid="81"/>
                                        </p:tgtEl>
                                      </p:cBhvr>
                                    </p:animEffect>
                                  </p:childTnLst>
                                </p:cTn>
                              </p:par>
                              <p:par>
                                <p:cTn fill="hold" nodeType="with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500"/>
                                        <p:tgtEl>
                                          <p:spTgt spid="82"/>
                                        </p:tgtEl>
                                      </p:cBhvr>
                                    </p:animEffect>
                                  </p:childTnLst>
                                </p:cTn>
                              </p:par>
                              <p:par>
                                <p:cTn fill="hold" nodeType="with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par>
                                <p:cTn fill="hold" nodeType="with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par>
                                <p:cTn fill="hold" nodeType="with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500"/>
                                        <p:tgtEl>
                                          <p:spTgt spid="86"/>
                                        </p:tgtEl>
                                      </p:cBhvr>
                                    </p:animEffect>
                                  </p:childTnLst>
                                </p:cTn>
                              </p:par>
                              <p:par>
                                <p:cTn fill="hold" nodeType="with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500"/>
                                        <p:tgtEl>
                                          <p:spTgt spid="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4"/>
          <p:cNvSpPr/>
          <p:nvPr/>
        </p:nvSpPr>
        <p:spPr>
          <a:xfrm>
            <a:off x="631924" y="988219"/>
            <a:ext cx="9500000" cy="51960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E3C4E"/>
              </a:buClr>
              <a:buSzPts val="3900"/>
              <a:buFont typeface="Barlow"/>
              <a:buNone/>
            </a:pPr>
            <a:r>
              <a:rPr b="1" lang="en-US" sz="3250">
                <a:solidFill>
                  <a:srgbClr val="2E3C4E"/>
                </a:solidFill>
                <a:latin typeface="Barlow"/>
                <a:ea typeface="Barlow"/>
                <a:cs typeface="Barlow"/>
                <a:sym typeface="Barlow"/>
              </a:rPr>
              <a:t>Prompt Fundamentals</a:t>
            </a:r>
            <a:endParaRPr sz="3250">
              <a:solidFill>
                <a:schemeClr val="dk1"/>
              </a:solidFill>
              <a:latin typeface="Calibri"/>
              <a:ea typeface="Calibri"/>
              <a:cs typeface="Calibri"/>
              <a:sym typeface="Calibri"/>
            </a:endParaRPr>
          </a:p>
        </p:txBody>
      </p:sp>
      <p:sp>
        <p:nvSpPr>
          <p:cNvPr id="94" name="Google Shape;94;p4"/>
          <p:cNvSpPr/>
          <p:nvPr/>
        </p:nvSpPr>
        <p:spPr>
          <a:xfrm>
            <a:off x="631924" y="1823740"/>
            <a:ext cx="10928152" cy="252710"/>
          </a:xfrm>
          <a:prstGeom prst="rect">
            <a:avLst/>
          </a:prstGeom>
          <a:noFill/>
          <a:ln>
            <a:noFill/>
          </a:ln>
        </p:spPr>
        <p:txBody>
          <a:bodyPr anchorCtr="0" anchor="t" bIns="0" lIns="0" spcFirstLastPara="1" rIns="0" wrap="square" tIns="0">
            <a:noAutofit/>
          </a:bodyPr>
          <a:lstStyle/>
          <a:p>
            <a:pPr indent="0" lvl="0" marL="0" marR="0" rtl="0" algn="l">
              <a:lnSpc>
                <a:spcPct val="117499"/>
              </a:lnSpc>
              <a:spcBef>
                <a:spcPts val="0"/>
              </a:spcBef>
              <a:spcAft>
                <a:spcPts val="0"/>
              </a:spcAft>
              <a:buClr>
                <a:srgbClr val="384653"/>
              </a:buClr>
              <a:buSzPts val="2000"/>
              <a:buFont typeface="Montserrat"/>
              <a:buNone/>
            </a:pPr>
            <a:r>
              <a:rPr lang="en-US" sz="1667">
                <a:solidFill>
                  <a:srgbClr val="384653"/>
                </a:solidFill>
                <a:latin typeface="Montserrat"/>
                <a:ea typeface="Montserrat"/>
                <a:cs typeface="Montserrat"/>
                <a:sym typeface="Montserrat"/>
              </a:rPr>
              <a:t>One strategy for effectively prompting LLMs is the RTFC Framework:</a:t>
            </a:r>
            <a:endParaRPr sz="1667">
              <a:solidFill>
                <a:schemeClr val="dk1"/>
              </a:solidFill>
              <a:latin typeface="Calibri"/>
              <a:ea typeface="Calibri"/>
              <a:cs typeface="Calibri"/>
              <a:sym typeface="Calibri"/>
            </a:endParaRPr>
          </a:p>
        </p:txBody>
      </p:sp>
      <p:pic>
        <p:nvPicPr>
          <p:cNvPr descr="preencoded.png" id="95" name="Google Shape;95;p4"/>
          <p:cNvPicPr preferRelativeResize="0"/>
          <p:nvPr/>
        </p:nvPicPr>
        <p:blipFill rotWithShape="1">
          <a:blip r:embed="rId3">
            <a:alphaModFix/>
          </a:blip>
          <a:srcRect b="0" l="0" r="0" t="0"/>
          <a:stretch/>
        </p:blipFill>
        <p:spPr>
          <a:xfrm>
            <a:off x="631924" y="2254151"/>
            <a:ext cx="5464076" cy="631924"/>
          </a:xfrm>
          <a:prstGeom prst="rect">
            <a:avLst/>
          </a:prstGeom>
          <a:noFill/>
          <a:ln>
            <a:noFill/>
          </a:ln>
        </p:spPr>
      </p:pic>
      <p:sp>
        <p:nvSpPr>
          <p:cNvPr id="96" name="Google Shape;96;p4"/>
          <p:cNvSpPr/>
          <p:nvPr/>
        </p:nvSpPr>
        <p:spPr>
          <a:xfrm>
            <a:off x="789881" y="3044032"/>
            <a:ext cx="3200000" cy="259755"/>
          </a:xfrm>
          <a:prstGeom prst="rect">
            <a:avLst/>
          </a:prstGeom>
          <a:noFill/>
          <a:ln>
            <a:noFill/>
          </a:ln>
        </p:spPr>
        <p:txBody>
          <a:bodyPr anchorCtr="0" anchor="t" bIns="0" lIns="0" spcFirstLastPara="1" rIns="0" wrap="square" tIns="0">
            <a:noAutofit/>
          </a:bodyPr>
          <a:lstStyle/>
          <a:p>
            <a:pPr indent="0" lvl="0" marL="0" marR="0" rtl="0" algn="l">
              <a:lnSpc>
                <a:spcPct val="10208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Role</a:t>
            </a:r>
            <a:endParaRPr sz="2000">
              <a:solidFill>
                <a:schemeClr val="dk1"/>
              </a:solidFill>
              <a:latin typeface="Calibri"/>
              <a:ea typeface="Calibri"/>
              <a:cs typeface="Calibri"/>
              <a:sym typeface="Calibri"/>
            </a:endParaRPr>
          </a:p>
        </p:txBody>
      </p:sp>
      <p:sp>
        <p:nvSpPr>
          <p:cNvPr id="97" name="Google Shape;97;p4"/>
          <p:cNvSpPr/>
          <p:nvPr/>
        </p:nvSpPr>
        <p:spPr>
          <a:xfrm>
            <a:off x="789881" y="3398540"/>
            <a:ext cx="5148163" cy="505420"/>
          </a:xfrm>
          <a:prstGeom prst="rect">
            <a:avLst/>
          </a:prstGeom>
          <a:noFill/>
          <a:ln>
            <a:noFill/>
          </a:ln>
        </p:spPr>
        <p:txBody>
          <a:bodyPr anchorCtr="0" anchor="t" bIns="0" lIns="0" spcFirstLastPara="1" rIns="0" wrap="square" tIns="0">
            <a:noAutofit/>
          </a:bodyPr>
          <a:lstStyle/>
          <a:p>
            <a:pPr indent="0" lvl="0" marL="0" marR="0" rtl="0" algn="l">
              <a:lnSpc>
                <a:spcPct val="130555"/>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Describe </a:t>
            </a:r>
            <a:r>
              <a:rPr i="1" lang="en-US" sz="1500">
                <a:solidFill>
                  <a:srgbClr val="384653"/>
                </a:solidFill>
                <a:latin typeface="Montserrat"/>
                <a:ea typeface="Montserrat"/>
                <a:cs typeface="Montserrat"/>
                <a:sym typeface="Montserrat"/>
              </a:rPr>
              <a:t>who</a:t>
            </a:r>
            <a:r>
              <a:rPr lang="en-US" sz="1500">
                <a:solidFill>
                  <a:srgbClr val="384653"/>
                </a:solidFill>
                <a:latin typeface="Montserrat"/>
                <a:ea typeface="Montserrat"/>
                <a:cs typeface="Montserrat"/>
                <a:sym typeface="Montserrat"/>
              </a:rPr>
              <a:t> the model should act as. Ex: You are a maintenance technician</a:t>
            </a:r>
            <a:endParaRPr sz="1500">
              <a:solidFill>
                <a:schemeClr val="dk1"/>
              </a:solidFill>
              <a:latin typeface="Calibri"/>
              <a:ea typeface="Calibri"/>
              <a:cs typeface="Calibri"/>
              <a:sym typeface="Calibri"/>
            </a:endParaRPr>
          </a:p>
        </p:txBody>
      </p:sp>
      <p:pic>
        <p:nvPicPr>
          <p:cNvPr descr="preencoded.png" id="98" name="Google Shape;98;p4"/>
          <p:cNvPicPr preferRelativeResize="0"/>
          <p:nvPr/>
        </p:nvPicPr>
        <p:blipFill rotWithShape="1">
          <a:blip r:embed="rId4">
            <a:alphaModFix/>
          </a:blip>
          <a:srcRect b="0" l="0" r="0" t="0"/>
          <a:stretch/>
        </p:blipFill>
        <p:spPr>
          <a:xfrm>
            <a:off x="6096000" y="2254151"/>
            <a:ext cx="5464076" cy="631924"/>
          </a:xfrm>
          <a:prstGeom prst="rect">
            <a:avLst/>
          </a:prstGeom>
          <a:noFill/>
          <a:ln>
            <a:noFill/>
          </a:ln>
        </p:spPr>
      </p:pic>
      <p:sp>
        <p:nvSpPr>
          <p:cNvPr id="99" name="Google Shape;99;p4"/>
          <p:cNvSpPr/>
          <p:nvPr/>
        </p:nvSpPr>
        <p:spPr>
          <a:xfrm>
            <a:off x="6253957" y="3044032"/>
            <a:ext cx="3200000" cy="259755"/>
          </a:xfrm>
          <a:prstGeom prst="rect">
            <a:avLst/>
          </a:prstGeom>
          <a:noFill/>
          <a:ln>
            <a:noFill/>
          </a:ln>
        </p:spPr>
        <p:txBody>
          <a:bodyPr anchorCtr="0" anchor="t" bIns="0" lIns="0" spcFirstLastPara="1" rIns="0" wrap="square" tIns="0">
            <a:noAutofit/>
          </a:bodyPr>
          <a:lstStyle/>
          <a:p>
            <a:pPr indent="0" lvl="0" marL="0" marR="0" rtl="0" algn="l">
              <a:lnSpc>
                <a:spcPct val="10208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Task</a:t>
            </a:r>
            <a:endParaRPr sz="2000">
              <a:solidFill>
                <a:schemeClr val="dk1"/>
              </a:solidFill>
              <a:latin typeface="Calibri"/>
              <a:ea typeface="Calibri"/>
              <a:cs typeface="Calibri"/>
              <a:sym typeface="Calibri"/>
            </a:endParaRPr>
          </a:p>
        </p:txBody>
      </p:sp>
      <p:sp>
        <p:nvSpPr>
          <p:cNvPr id="100" name="Google Shape;100;p4"/>
          <p:cNvSpPr/>
          <p:nvPr/>
        </p:nvSpPr>
        <p:spPr>
          <a:xfrm>
            <a:off x="6253957" y="3398540"/>
            <a:ext cx="5148163" cy="505420"/>
          </a:xfrm>
          <a:prstGeom prst="rect">
            <a:avLst/>
          </a:prstGeom>
          <a:noFill/>
          <a:ln>
            <a:noFill/>
          </a:ln>
        </p:spPr>
        <p:txBody>
          <a:bodyPr anchorCtr="0" anchor="t" bIns="0" lIns="0" spcFirstLastPara="1" rIns="0" wrap="square" tIns="0">
            <a:noAutofit/>
          </a:bodyPr>
          <a:lstStyle/>
          <a:p>
            <a:pPr indent="0" lvl="0" marL="0" marR="0" rtl="0" algn="l">
              <a:lnSpc>
                <a:spcPct val="130555"/>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Describe </a:t>
            </a:r>
            <a:r>
              <a:rPr i="1" lang="en-US" sz="1500">
                <a:solidFill>
                  <a:srgbClr val="384653"/>
                </a:solidFill>
                <a:latin typeface="Montserrat"/>
                <a:ea typeface="Montserrat"/>
                <a:cs typeface="Montserrat"/>
                <a:sym typeface="Montserrat"/>
              </a:rPr>
              <a:t>what</a:t>
            </a:r>
            <a:r>
              <a:rPr lang="en-US" sz="1500">
                <a:solidFill>
                  <a:srgbClr val="384653"/>
                </a:solidFill>
                <a:latin typeface="Montserrat"/>
                <a:ea typeface="Montserrat"/>
                <a:cs typeface="Montserrat"/>
                <a:sym typeface="Montserrat"/>
              </a:rPr>
              <a:t> you want done: Ex: Identify possible causes of this machine issue.</a:t>
            </a:r>
            <a:endParaRPr sz="1500">
              <a:solidFill>
                <a:schemeClr val="dk1"/>
              </a:solidFill>
              <a:latin typeface="Calibri"/>
              <a:ea typeface="Calibri"/>
              <a:cs typeface="Calibri"/>
              <a:sym typeface="Calibri"/>
            </a:endParaRPr>
          </a:p>
        </p:txBody>
      </p:sp>
      <p:pic>
        <p:nvPicPr>
          <p:cNvPr descr="preencoded.png" id="101" name="Google Shape;101;p4"/>
          <p:cNvPicPr preferRelativeResize="0"/>
          <p:nvPr/>
        </p:nvPicPr>
        <p:blipFill rotWithShape="1">
          <a:blip r:embed="rId5">
            <a:alphaModFix/>
          </a:blip>
          <a:srcRect b="0" l="0" r="0" t="0"/>
          <a:stretch/>
        </p:blipFill>
        <p:spPr>
          <a:xfrm>
            <a:off x="631924" y="4061917"/>
            <a:ext cx="5464076" cy="631924"/>
          </a:xfrm>
          <a:prstGeom prst="rect">
            <a:avLst/>
          </a:prstGeom>
          <a:noFill/>
          <a:ln>
            <a:noFill/>
          </a:ln>
        </p:spPr>
      </p:pic>
      <p:sp>
        <p:nvSpPr>
          <p:cNvPr id="102" name="Google Shape;102;p4"/>
          <p:cNvSpPr/>
          <p:nvPr/>
        </p:nvSpPr>
        <p:spPr>
          <a:xfrm>
            <a:off x="789881" y="4851797"/>
            <a:ext cx="3200000" cy="259755"/>
          </a:xfrm>
          <a:prstGeom prst="rect">
            <a:avLst/>
          </a:prstGeom>
          <a:noFill/>
          <a:ln>
            <a:noFill/>
          </a:ln>
        </p:spPr>
        <p:txBody>
          <a:bodyPr anchorCtr="0" anchor="t" bIns="0" lIns="0" spcFirstLastPara="1" rIns="0" wrap="square" tIns="0">
            <a:noAutofit/>
          </a:bodyPr>
          <a:lstStyle/>
          <a:p>
            <a:pPr indent="0" lvl="0" marL="0" marR="0" rtl="0" algn="l">
              <a:lnSpc>
                <a:spcPct val="10208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Format</a:t>
            </a:r>
            <a:endParaRPr sz="2000">
              <a:solidFill>
                <a:schemeClr val="dk1"/>
              </a:solidFill>
              <a:latin typeface="Calibri"/>
              <a:ea typeface="Calibri"/>
              <a:cs typeface="Calibri"/>
              <a:sym typeface="Calibri"/>
            </a:endParaRPr>
          </a:p>
        </p:txBody>
      </p:sp>
      <p:sp>
        <p:nvSpPr>
          <p:cNvPr id="103" name="Google Shape;103;p4"/>
          <p:cNvSpPr/>
          <p:nvPr/>
        </p:nvSpPr>
        <p:spPr>
          <a:xfrm>
            <a:off x="789881" y="5206306"/>
            <a:ext cx="5148163" cy="505420"/>
          </a:xfrm>
          <a:prstGeom prst="rect">
            <a:avLst/>
          </a:prstGeom>
          <a:noFill/>
          <a:ln>
            <a:noFill/>
          </a:ln>
        </p:spPr>
        <p:txBody>
          <a:bodyPr anchorCtr="0" anchor="t" bIns="0" lIns="0" spcFirstLastPara="1" rIns="0" wrap="square" tIns="0">
            <a:noAutofit/>
          </a:bodyPr>
          <a:lstStyle/>
          <a:p>
            <a:pPr indent="0" lvl="0" marL="0" marR="0" rtl="0" algn="l">
              <a:lnSpc>
                <a:spcPct val="130555"/>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Specify </a:t>
            </a:r>
            <a:r>
              <a:rPr i="1" lang="en-US" sz="1500">
                <a:solidFill>
                  <a:srgbClr val="384653"/>
                </a:solidFill>
                <a:latin typeface="Montserrat"/>
                <a:ea typeface="Montserrat"/>
                <a:cs typeface="Montserrat"/>
                <a:sym typeface="Montserrat"/>
              </a:rPr>
              <a:t>how</a:t>
            </a:r>
            <a:r>
              <a:rPr lang="en-US" sz="1500">
                <a:solidFill>
                  <a:srgbClr val="384653"/>
                </a:solidFill>
                <a:latin typeface="Montserrat"/>
                <a:ea typeface="Montserrat"/>
                <a:cs typeface="Montserrat"/>
                <a:sym typeface="Montserrat"/>
              </a:rPr>
              <a:t> you want the answer presented. Ex: List the top 3 likely causes.</a:t>
            </a:r>
            <a:endParaRPr sz="1500">
              <a:solidFill>
                <a:schemeClr val="dk1"/>
              </a:solidFill>
              <a:latin typeface="Calibri"/>
              <a:ea typeface="Calibri"/>
              <a:cs typeface="Calibri"/>
              <a:sym typeface="Calibri"/>
            </a:endParaRPr>
          </a:p>
        </p:txBody>
      </p:sp>
      <p:pic>
        <p:nvPicPr>
          <p:cNvPr descr="preencoded.png" id="104" name="Google Shape;104;p4"/>
          <p:cNvPicPr preferRelativeResize="0"/>
          <p:nvPr/>
        </p:nvPicPr>
        <p:blipFill rotWithShape="1">
          <a:blip r:embed="rId6">
            <a:alphaModFix/>
          </a:blip>
          <a:srcRect b="0" l="0" r="0" t="0"/>
          <a:stretch/>
        </p:blipFill>
        <p:spPr>
          <a:xfrm>
            <a:off x="6096000" y="4061917"/>
            <a:ext cx="5464076" cy="631924"/>
          </a:xfrm>
          <a:prstGeom prst="rect">
            <a:avLst/>
          </a:prstGeom>
          <a:noFill/>
          <a:ln>
            <a:noFill/>
          </a:ln>
        </p:spPr>
      </p:pic>
      <p:sp>
        <p:nvSpPr>
          <p:cNvPr id="105" name="Google Shape;105;p4"/>
          <p:cNvSpPr/>
          <p:nvPr/>
        </p:nvSpPr>
        <p:spPr>
          <a:xfrm>
            <a:off x="6253957" y="4851797"/>
            <a:ext cx="3200000" cy="259755"/>
          </a:xfrm>
          <a:prstGeom prst="rect">
            <a:avLst/>
          </a:prstGeom>
          <a:noFill/>
          <a:ln>
            <a:noFill/>
          </a:ln>
        </p:spPr>
        <p:txBody>
          <a:bodyPr anchorCtr="0" anchor="t" bIns="0" lIns="0" spcFirstLastPara="1" rIns="0" wrap="square" tIns="0">
            <a:noAutofit/>
          </a:bodyPr>
          <a:lstStyle/>
          <a:p>
            <a:pPr indent="0" lvl="0" marL="0" marR="0" rtl="0" algn="l">
              <a:lnSpc>
                <a:spcPct val="10208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Constraints</a:t>
            </a:r>
            <a:endParaRPr sz="2000">
              <a:solidFill>
                <a:schemeClr val="dk1"/>
              </a:solidFill>
              <a:latin typeface="Calibri"/>
              <a:ea typeface="Calibri"/>
              <a:cs typeface="Calibri"/>
              <a:sym typeface="Calibri"/>
            </a:endParaRPr>
          </a:p>
        </p:txBody>
      </p:sp>
      <p:sp>
        <p:nvSpPr>
          <p:cNvPr id="106" name="Google Shape;106;p4"/>
          <p:cNvSpPr/>
          <p:nvPr/>
        </p:nvSpPr>
        <p:spPr>
          <a:xfrm>
            <a:off x="6253957" y="5206306"/>
            <a:ext cx="5148163" cy="252710"/>
          </a:xfrm>
          <a:prstGeom prst="rect">
            <a:avLst/>
          </a:prstGeom>
          <a:noFill/>
          <a:ln>
            <a:noFill/>
          </a:ln>
        </p:spPr>
        <p:txBody>
          <a:bodyPr anchorCtr="0" anchor="t" bIns="0" lIns="0" spcFirstLastPara="1" rIns="0" wrap="square" tIns="0">
            <a:noAutofit/>
          </a:bodyPr>
          <a:lstStyle/>
          <a:p>
            <a:pPr indent="0" lvl="0" marL="0" marR="0" rtl="0" algn="l">
              <a:lnSpc>
                <a:spcPct val="130555"/>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List </a:t>
            </a:r>
            <a:r>
              <a:rPr i="1" lang="en-US" sz="1500">
                <a:solidFill>
                  <a:srgbClr val="384653"/>
                </a:solidFill>
                <a:latin typeface="Montserrat"/>
                <a:ea typeface="Montserrat"/>
                <a:cs typeface="Montserrat"/>
                <a:sym typeface="Montserrat"/>
              </a:rPr>
              <a:t>limits</a:t>
            </a:r>
            <a:r>
              <a:rPr lang="en-US" sz="1500">
                <a:solidFill>
                  <a:srgbClr val="384653"/>
                </a:solidFill>
                <a:latin typeface="Montserrat"/>
                <a:ea typeface="Montserrat"/>
                <a:cs typeface="Montserrat"/>
                <a:sym typeface="Montserrat"/>
              </a:rPr>
              <a:t> or </a:t>
            </a:r>
            <a:r>
              <a:rPr i="1" lang="en-US" sz="1500">
                <a:solidFill>
                  <a:srgbClr val="384653"/>
                </a:solidFill>
                <a:latin typeface="Montserrat"/>
                <a:ea typeface="Montserrat"/>
                <a:cs typeface="Montserrat"/>
                <a:sym typeface="Montserrat"/>
              </a:rPr>
              <a:t>rules</a:t>
            </a:r>
            <a:r>
              <a:rPr lang="en-US" sz="1500">
                <a:solidFill>
                  <a:srgbClr val="384653"/>
                </a:solidFill>
                <a:latin typeface="Montserrat"/>
                <a:ea typeface="Montserrat"/>
                <a:cs typeface="Montserrat"/>
                <a:sym typeface="Montserrat"/>
              </a:rPr>
              <a:t>: Ex: Only use the provided document.</a:t>
            </a:r>
            <a:endParaRPr sz="15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500"/>
                                        <p:tgtEl>
                                          <p:spTgt spid="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par>
                                <p:cTn fill="hold" nodeType="with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par>
                                <p:cTn fill="hold" nodeType="with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500"/>
                                        <p:tgtEl>
                                          <p:spTgt spid="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par>
                                <p:cTn fill="hold" nodeType="with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500"/>
                                        <p:tgtEl>
                                          <p:spTgt spid="99"/>
                                        </p:tgtEl>
                                      </p:cBhvr>
                                    </p:animEffect>
                                  </p:childTnLst>
                                </p:cTn>
                              </p:par>
                              <p:par>
                                <p:cTn fill="hold" nodeType="with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500"/>
                                        <p:tgtEl>
                                          <p:spTgt spid="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par>
                                <p:cTn fill="hold" nodeType="with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par>
                                <p:cTn fill="hold" nodeType="with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500"/>
                                        <p:tgtEl>
                                          <p:spTgt spid="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par>
                                <p:cTn fill="hold" nodeType="with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par>
                                <p:cTn fill="hold" nodeType="with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p:nvPr/>
        </p:nvSpPr>
        <p:spPr>
          <a:xfrm>
            <a:off x="635478" y="144768"/>
            <a:ext cx="4157365" cy="51960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E3C4E"/>
              </a:buClr>
              <a:buSzPts val="3900"/>
              <a:buFont typeface="Barlow"/>
              <a:buNone/>
            </a:pPr>
            <a:r>
              <a:rPr b="1" lang="en-US" sz="3250">
                <a:solidFill>
                  <a:srgbClr val="2E3C4E"/>
                </a:solidFill>
                <a:latin typeface="Barlow"/>
                <a:ea typeface="Barlow"/>
                <a:cs typeface="Barlow"/>
                <a:sym typeface="Barlow"/>
              </a:rPr>
              <a:t>RTFC Example</a:t>
            </a:r>
            <a:endParaRPr sz="3250">
              <a:solidFill>
                <a:schemeClr val="dk1"/>
              </a:solidFill>
              <a:latin typeface="Calibri"/>
              <a:ea typeface="Calibri"/>
              <a:cs typeface="Calibri"/>
              <a:sym typeface="Calibri"/>
            </a:endParaRPr>
          </a:p>
        </p:txBody>
      </p:sp>
      <p:sp>
        <p:nvSpPr>
          <p:cNvPr id="113" name="Google Shape;113;p5"/>
          <p:cNvSpPr/>
          <p:nvPr/>
        </p:nvSpPr>
        <p:spPr>
          <a:xfrm>
            <a:off x="676176" y="2453282"/>
            <a:ext cx="2078632" cy="25975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FFFFFF"/>
              </a:buClr>
              <a:buSzPts val="1950"/>
              <a:buFont typeface="Barlow"/>
              <a:buNone/>
            </a:pPr>
            <a:r>
              <a:rPr b="1" lang="en-US" sz="1625">
                <a:solidFill>
                  <a:srgbClr val="FFFFFF"/>
                </a:solidFill>
                <a:latin typeface="Barlow"/>
                <a:ea typeface="Barlow"/>
                <a:cs typeface="Barlow"/>
                <a:sym typeface="Barlow"/>
              </a:rPr>
              <a:t>The Prompt</a:t>
            </a:r>
            <a:endParaRPr sz="1625">
              <a:solidFill>
                <a:schemeClr val="dk1"/>
              </a:solidFill>
              <a:latin typeface="Calibri"/>
              <a:ea typeface="Calibri"/>
              <a:cs typeface="Calibri"/>
              <a:sym typeface="Calibri"/>
            </a:endParaRPr>
          </a:p>
        </p:txBody>
      </p:sp>
      <p:sp>
        <p:nvSpPr>
          <p:cNvPr id="114" name="Google Shape;114;p5"/>
          <p:cNvSpPr/>
          <p:nvPr/>
        </p:nvSpPr>
        <p:spPr>
          <a:xfrm>
            <a:off x="676176" y="2870994"/>
            <a:ext cx="4617144" cy="50542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FFFFFF"/>
              </a:buClr>
              <a:buSzPts val="1450"/>
              <a:buFont typeface="Montserrat"/>
              <a:buNone/>
            </a:pPr>
            <a:r>
              <a:rPr lang="en-US" sz="1208">
                <a:solidFill>
                  <a:srgbClr val="FFFFFF"/>
                </a:solidFill>
                <a:latin typeface="Montserrat"/>
                <a:ea typeface="Montserrat"/>
                <a:cs typeface="Montserrat"/>
                <a:sym typeface="Montserrat"/>
              </a:rPr>
              <a:t>You are a production supervisor preparing a shift handoff. Summarize the following update.</a:t>
            </a:r>
            <a:endParaRPr sz="1208">
              <a:solidFill>
                <a:schemeClr val="dk1"/>
              </a:solidFill>
              <a:latin typeface="Calibri"/>
              <a:ea typeface="Calibri"/>
              <a:cs typeface="Calibri"/>
              <a:sym typeface="Calibri"/>
            </a:endParaRPr>
          </a:p>
        </p:txBody>
      </p:sp>
      <p:sp>
        <p:nvSpPr>
          <p:cNvPr id="115" name="Google Shape;115;p5"/>
          <p:cNvSpPr/>
          <p:nvPr/>
        </p:nvSpPr>
        <p:spPr>
          <a:xfrm>
            <a:off x="676176" y="3518594"/>
            <a:ext cx="4617144" cy="25271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FFFFFF"/>
              </a:buClr>
              <a:buSzPts val="1450"/>
              <a:buFont typeface="Montserrat"/>
              <a:buNone/>
            </a:pPr>
            <a:r>
              <a:rPr lang="en-US" sz="1208">
                <a:solidFill>
                  <a:srgbClr val="FFFFFF"/>
                </a:solidFill>
                <a:latin typeface="Montserrat"/>
                <a:ea typeface="Montserrat"/>
                <a:cs typeface="Montserrat"/>
                <a:sym typeface="Montserrat"/>
              </a:rPr>
              <a:t>Provide your answer in 3 sections:</a:t>
            </a:r>
            <a:endParaRPr sz="1208">
              <a:solidFill>
                <a:schemeClr val="dk1"/>
              </a:solidFill>
              <a:latin typeface="Calibri"/>
              <a:ea typeface="Calibri"/>
              <a:cs typeface="Calibri"/>
              <a:sym typeface="Calibri"/>
            </a:endParaRPr>
          </a:p>
        </p:txBody>
      </p:sp>
      <p:sp>
        <p:nvSpPr>
          <p:cNvPr id="116" name="Google Shape;116;p5"/>
          <p:cNvSpPr/>
          <p:nvPr/>
        </p:nvSpPr>
        <p:spPr>
          <a:xfrm>
            <a:off x="676176" y="3913485"/>
            <a:ext cx="4617144" cy="868660"/>
          </a:xfrm>
          <a:prstGeom prst="rect">
            <a:avLst/>
          </a:prstGeom>
          <a:noFill/>
          <a:ln>
            <a:noFill/>
          </a:ln>
        </p:spPr>
        <p:txBody>
          <a:bodyPr anchorCtr="0" anchor="t" bIns="0" lIns="0" spcFirstLastPara="1" rIns="0" wrap="square" tIns="0">
            <a:noAutofit/>
          </a:bodyPr>
          <a:lstStyle/>
          <a:p>
            <a:pPr indent="-285750" lvl="0" marL="285750" marR="0" rtl="0" algn="l">
              <a:lnSpc>
                <a:spcPct val="162068"/>
              </a:lnSpc>
              <a:spcBef>
                <a:spcPts val="0"/>
              </a:spcBef>
              <a:spcAft>
                <a:spcPts val="0"/>
              </a:spcAft>
              <a:buClr>
                <a:srgbClr val="FFFFFF"/>
              </a:buClr>
              <a:buSzPts val="1450"/>
              <a:buFont typeface="Montserrat"/>
              <a:buChar char="•"/>
            </a:pPr>
            <a:r>
              <a:rPr lang="en-US" sz="1208">
                <a:solidFill>
                  <a:srgbClr val="FFFFFF"/>
                </a:solidFill>
                <a:latin typeface="Montserrat"/>
                <a:ea typeface="Montserrat"/>
                <a:cs typeface="Montserrat"/>
                <a:sym typeface="Montserrat"/>
              </a:rPr>
              <a:t>Issue</a:t>
            </a:r>
            <a:endParaRPr sz="1208">
              <a:solidFill>
                <a:schemeClr val="dk1"/>
              </a:solidFill>
              <a:latin typeface="Calibri"/>
              <a:ea typeface="Calibri"/>
              <a:cs typeface="Calibri"/>
              <a:sym typeface="Calibri"/>
            </a:endParaRPr>
          </a:p>
          <a:p>
            <a:pPr indent="-285750" lvl="0" marL="285750" marR="0" rtl="0" algn="l">
              <a:lnSpc>
                <a:spcPct val="162068"/>
              </a:lnSpc>
              <a:spcBef>
                <a:spcPts val="0"/>
              </a:spcBef>
              <a:spcAft>
                <a:spcPts val="0"/>
              </a:spcAft>
              <a:buClr>
                <a:srgbClr val="FFFFFF"/>
              </a:buClr>
              <a:buSzPts val="1450"/>
              <a:buFont typeface="Montserrat"/>
              <a:buChar char="•"/>
            </a:pPr>
            <a:r>
              <a:rPr lang="en-US" sz="1208">
                <a:solidFill>
                  <a:srgbClr val="FFFFFF"/>
                </a:solidFill>
                <a:latin typeface="Montserrat"/>
                <a:ea typeface="Montserrat"/>
                <a:cs typeface="Montserrat"/>
                <a:sym typeface="Montserrat"/>
              </a:rPr>
              <a:t>Impact</a:t>
            </a:r>
            <a:endParaRPr sz="1208">
              <a:solidFill>
                <a:schemeClr val="dk1"/>
              </a:solidFill>
              <a:latin typeface="Calibri"/>
              <a:ea typeface="Calibri"/>
              <a:cs typeface="Calibri"/>
              <a:sym typeface="Calibri"/>
            </a:endParaRPr>
          </a:p>
          <a:p>
            <a:pPr indent="-285750" lvl="0" marL="285750" marR="0" rtl="0" algn="l">
              <a:lnSpc>
                <a:spcPct val="162068"/>
              </a:lnSpc>
              <a:spcBef>
                <a:spcPts val="0"/>
              </a:spcBef>
              <a:spcAft>
                <a:spcPts val="0"/>
              </a:spcAft>
              <a:buClr>
                <a:srgbClr val="FFFFFF"/>
              </a:buClr>
              <a:buSzPts val="1450"/>
              <a:buFont typeface="Montserrat"/>
              <a:buChar char="•"/>
            </a:pPr>
            <a:r>
              <a:rPr lang="en-US" sz="1208">
                <a:solidFill>
                  <a:srgbClr val="FFFFFF"/>
                </a:solidFill>
                <a:latin typeface="Montserrat"/>
                <a:ea typeface="Montserrat"/>
                <a:cs typeface="Montserrat"/>
                <a:sym typeface="Montserrat"/>
              </a:rPr>
              <a:t>Required follow-up</a:t>
            </a:r>
            <a:endParaRPr sz="1208">
              <a:solidFill>
                <a:schemeClr val="dk1"/>
              </a:solidFill>
              <a:latin typeface="Calibri"/>
              <a:ea typeface="Calibri"/>
              <a:cs typeface="Calibri"/>
              <a:sym typeface="Calibri"/>
            </a:endParaRPr>
          </a:p>
        </p:txBody>
      </p:sp>
      <p:sp>
        <p:nvSpPr>
          <p:cNvPr id="117" name="Google Shape;117;p5"/>
          <p:cNvSpPr/>
          <p:nvPr/>
        </p:nvSpPr>
        <p:spPr>
          <a:xfrm>
            <a:off x="676176" y="4924326"/>
            <a:ext cx="4617144" cy="25271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FFFFFF"/>
              </a:buClr>
              <a:buSzPts val="1450"/>
              <a:buFont typeface="Montserrat"/>
              <a:buNone/>
            </a:pPr>
            <a:r>
              <a:rPr lang="en-US" sz="1208">
                <a:solidFill>
                  <a:srgbClr val="FFFFFF"/>
                </a:solidFill>
                <a:latin typeface="Montserrat"/>
                <a:ea typeface="Montserrat"/>
                <a:cs typeface="Montserrat"/>
                <a:sym typeface="Montserrat"/>
              </a:rPr>
              <a:t>Use bullet points and keep each section concise.</a:t>
            </a:r>
            <a:endParaRPr sz="1208">
              <a:solidFill>
                <a:schemeClr val="dk1"/>
              </a:solidFill>
              <a:latin typeface="Calibri"/>
              <a:ea typeface="Calibri"/>
              <a:cs typeface="Calibri"/>
              <a:sym typeface="Calibri"/>
            </a:endParaRPr>
          </a:p>
        </p:txBody>
      </p:sp>
      <p:sp>
        <p:nvSpPr>
          <p:cNvPr id="118" name="Google Shape;118;p5"/>
          <p:cNvSpPr/>
          <p:nvPr/>
        </p:nvSpPr>
        <p:spPr>
          <a:xfrm>
            <a:off x="676176" y="944621"/>
            <a:ext cx="2078632" cy="259755"/>
          </a:xfrm>
          <a:prstGeom prst="rect">
            <a:avLst/>
          </a:prstGeom>
          <a:noFill/>
          <a:ln>
            <a:noFill/>
          </a:ln>
        </p:spPr>
        <p:txBody>
          <a:bodyPr anchorCtr="0" anchor="t" bIns="0" lIns="0" spcFirstLastPara="1" rIns="0" wrap="square" tIns="0">
            <a:noAutofit/>
          </a:bodyPr>
          <a:lstStyle/>
          <a:p>
            <a:pPr indent="0" lvl="0" marL="0" marR="0" rtl="0" algn="l">
              <a:lnSpc>
                <a:spcPct val="76562"/>
              </a:lnSpc>
              <a:spcBef>
                <a:spcPts val="0"/>
              </a:spcBef>
              <a:spcAft>
                <a:spcPts val="0"/>
              </a:spcAft>
              <a:buClr>
                <a:srgbClr val="2E3C4E"/>
              </a:buClr>
              <a:buSzPts val="3200"/>
              <a:buFont typeface="Barlow"/>
              <a:buNone/>
            </a:pPr>
            <a:r>
              <a:rPr b="1" lang="en-US" sz="2667">
                <a:solidFill>
                  <a:srgbClr val="2E3C4E"/>
                </a:solidFill>
                <a:latin typeface="Barlow"/>
                <a:ea typeface="Barlow"/>
                <a:cs typeface="Barlow"/>
                <a:sym typeface="Barlow"/>
              </a:rPr>
              <a:t>Prompt:</a:t>
            </a:r>
            <a:endParaRPr sz="2667">
              <a:solidFill>
                <a:schemeClr val="dk1"/>
              </a:solidFill>
              <a:latin typeface="Calibri"/>
              <a:ea typeface="Calibri"/>
              <a:cs typeface="Calibri"/>
              <a:sym typeface="Calibri"/>
            </a:endParaRPr>
          </a:p>
        </p:txBody>
      </p:sp>
      <p:sp>
        <p:nvSpPr>
          <p:cNvPr id="119" name="Google Shape;119;p5"/>
          <p:cNvSpPr/>
          <p:nvPr/>
        </p:nvSpPr>
        <p:spPr>
          <a:xfrm>
            <a:off x="972879" y="1527921"/>
            <a:ext cx="10941214" cy="463101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You are a production supervisor preparing a shift handoff.</a:t>
            </a:r>
            <a:br>
              <a:rPr lang="en-US" sz="2000">
                <a:solidFill>
                  <a:schemeClr val="dk1"/>
                </a:solidFill>
                <a:latin typeface="Montserrat"/>
                <a:ea typeface="Montserrat"/>
                <a:cs typeface="Montserrat"/>
                <a:sym typeface="Montserrat"/>
              </a:rPr>
            </a:br>
            <a:r>
              <a:rPr lang="en-US" sz="2000">
                <a:solidFill>
                  <a:schemeClr val="dk1"/>
                </a:solidFill>
                <a:latin typeface="Montserrat"/>
                <a:ea typeface="Montserrat"/>
                <a:cs typeface="Montserrat"/>
                <a:sym typeface="Montserrat"/>
              </a:rPr>
              <a:t>Summarize the following update.</a:t>
            </a:r>
            <a:endParaRPr/>
          </a:p>
          <a:p>
            <a:pPr indent="0" lvl="0" marL="0" marR="0" rtl="0" algn="l">
              <a:spcBef>
                <a:spcPts val="0"/>
              </a:spcBef>
              <a:spcAft>
                <a:spcPts val="0"/>
              </a:spcAft>
              <a:buNone/>
            </a:pPr>
            <a:br>
              <a:rPr lang="en-US" sz="2000">
                <a:solidFill>
                  <a:schemeClr val="dk1"/>
                </a:solidFill>
                <a:latin typeface="Montserrat"/>
                <a:ea typeface="Montserrat"/>
                <a:cs typeface="Montserrat"/>
                <a:sym typeface="Montserrat"/>
              </a:rPr>
            </a:br>
            <a:r>
              <a:rPr lang="en-US" sz="2000">
                <a:solidFill>
                  <a:schemeClr val="dk1"/>
                </a:solidFill>
                <a:latin typeface="Montserrat"/>
                <a:ea typeface="Montserrat"/>
                <a:cs typeface="Montserrat"/>
                <a:sym typeface="Montserrat"/>
              </a:rPr>
              <a:t>Provide your answer in 3 sections:</a:t>
            </a:r>
            <a:endParaRPr/>
          </a:p>
          <a:p>
            <a:pPr indent="-285750" lvl="0" marL="285750" marR="0" rtl="0" algn="l">
              <a:spcBef>
                <a:spcPts val="0"/>
              </a:spcBef>
              <a:spcAft>
                <a:spcPts val="0"/>
              </a:spcAft>
              <a:buClr>
                <a:schemeClr val="dk1"/>
              </a:buClr>
              <a:buSzPts val="2400"/>
              <a:buFont typeface="Arial"/>
              <a:buChar char="•"/>
            </a:pPr>
            <a:r>
              <a:rPr lang="en-US" sz="2000">
                <a:solidFill>
                  <a:schemeClr val="dk1"/>
                </a:solidFill>
                <a:latin typeface="Montserrat"/>
                <a:ea typeface="Montserrat"/>
                <a:cs typeface="Montserrat"/>
                <a:sym typeface="Montserrat"/>
              </a:rPr>
              <a:t>Issue </a:t>
            </a:r>
            <a:endParaRPr/>
          </a:p>
          <a:p>
            <a:pPr indent="-285750" lvl="0" marL="285750" marR="0" rtl="0" algn="l">
              <a:spcBef>
                <a:spcPts val="0"/>
              </a:spcBef>
              <a:spcAft>
                <a:spcPts val="0"/>
              </a:spcAft>
              <a:buClr>
                <a:schemeClr val="dk1"/>
              </a:buClr>
              <a:buSzPts val="2400"/>
              <a:buFont typeface="Arial"/>
              <a:buChar char="•"/>
            </a:pPr>
            <a:r>
              <a:rPr lang="en-US" sz="2000">
                <a:solidFill>
                  <a:schemeClr val="dk1"/>
                </a:solidFill>
                <a:latin typeface="Montserrat"/>
                <a:ea typeface="Montserrat"/>
                <a:cs typeface="Montserrat"/>
                <a:sym typeface="Montserrat"/>
              </a:rPr>
              <a:t>Impact </a:t>
            </a:r>
            <a:endParaRPr/>
          </a:p>
          <a:p>
            <a:pPr indent="-285750" lvl="0" marL="285750" marR="0" rtl="0" algn="l">
              <a:spcBef>
                <a:spcPts val="0"/>
              </a:spcBef>
              <a:spcAft>
                <a:spcPts val="0"/>
              </a:spcAft>
              <a:buClr>
                <a:schemeClr val="dk1"/>
              </a:buClr>
              <a:buSzPts val="2400"/>
              <a:buFont typeface="Arial"/>
              <a:buChar char="•"/>
            </a:pPr>
            <a:r>
              <a:rPr lang="en-US" sz="2000">
                <a:solidFill>
                  <a:schemeClr val="dk1"/>
                </a:solidFill>
                <a:latin typeface="Montserrat"/>
                <a:ea typeface="Montserrat"/>
                <a:cs typeface="Montserrat"/>
                <a:sym typeface="Montserrat"/>
              </a:rPr>
              <a:t>Required follow-up</a:t>
            </a:r>
            <a:endParaRPr/>
          </a:p>
          <a:p>
            <a:pPr indent="-158750" lvl="0" marL="285750" marR="0" rtl="0" algn="l">
              <a:spcBef>
                <a:spcPts val="0"/>
              </a:spcBef>
              <a:spcAft>
                <a:spcPts val="0"/>
              </a:spcAft>
              <a:buClr>
                <a:schemeClr val="dk1"/>
              </a:buClr>
              <a:buSzPts val="2400"/>
              <a:buFont typeface="Arial"/>
              <a:buNone/>
            </a:pPr>
            <a:r>
              <a:t/>
            </a:r>
            <a:endParaRPr sz="2000">
              <a:solidFill>
                <a:schemeClr val="dk1"/>
              </a:solidFill>
              <a:latin typeface="Montserrat"/>
              <a:ea typeface="Montserrat"/>
              <a:cs typeface="Montserrat"/>
              <a:sym typeface="Montserrat"/>
            </a:endParaRPr>
          </a:p>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Use bullet points and keep each section concise. </a:t>
            </a:r>
            <a:endParaRPr/>
          </a:p>
          <a:p>
            <a:pPr indent="0" lvl="0" marL="0" marR="0" rtl="0" algn="l">
              <a:spcBef>
                <a:spcPts val="0"/>
              </a:spcBef>
              <a:spcAft>
                <a:spcPts val="0"/>
              </a:spcAft>
              <a:buNone/>
            </a:pPr>
            <a:r>
              <a:t/>
            </a:r>
            <a:endParaRPr sz="2000">
              <a:solidFill>
                <a:schemeClr val="dk1"/>
              </a:solidFill>
              <a:latin typeface="Montserrat"/>
              <a:ea typeface="Montserrat"/>
              <a:cs typeface="Montserrat"/>
              <a:sym typeface="Montserrat"/>
            </a:endParaRPr>
          </a:p>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Message:</a:t>
            </a:r>
            <a:br>
              <a:rPr lang="en-US" sz="2000">
                <a:solidFill>
                  <a:schemeClr val="dk1"/>
                </a:solidFill>
                <a:latin typeface="Montserrat"/>
                <a:ea typeface="Montserrat"/>
                <a:cs typeface="Montserrat"/>
                <a:sym typeface="Montserrat"/>
              </a:rPr>
            </a:br>
            <a:r>
              <a:rPr lang="en-US" sz="2000">
                <a:solidFill>
                  <a:schemeClr val="dk1"/>
                </a:solidFill>
                <a:latin typeface="Montserrat"/>
                <a:ea typeface="Montserrat"/>
                <a:cs typeface="Montserrat"/>
                <a:sym typeface="Montserrat"/>
              </a:rPr>
              <a:t>“During the morning shift, the assembly line experienced intermittent stops due to a sensor issue. Operators had to manually reset the system several times. This caused about 45 minutes of total downtime. The issue seems to happen more frequently when the line is running at higher speeds. No permanent fix has been implemented yet, and maintenance has been notified.”</a:t>
            </a:r>
            <a:endParaRPr/>
          </a:p>
        </p:txBody>
      </p:sp>
      <p:sp>
        <p:nvSpPr>
          <p:cNvPr id="120" name="Google Shape;120;p5"/>
          <p:cNvSpPr/>
          <p:nvPr/>
        </p:nvSpPr>
        <p:spPr>
          <a:xfrm>
            <a:off x="676176" y="1595718"/>
            <a:ext cx="40698" cy="4797921"/>
          </a:xfrm>
          <a:prstGeom prst="rect">
            <a:avLst/>
          </a:prstGeom>
          <a:solidFill>
            <a:srgbClr val="75BAE6"/>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6"/>
          <p:cNvSpPr/>
          <p:nvPr/>
        </p:nvSpPr>
        <p:spPr>
          <a:xfrm>
            <a:off x="631924" y="183456"/>
            <a:ext cx="7304286" cy="493712"/>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2E3C4E"/>
              </a:buClr>
              <a:buSzPts val="3700"/>
              <a:buFont typeface="Barlow"/>
              <a:buNone/>
            </a:pPr>
            <a:r>
              <a:rPr b="1" lang="en-US" sz="3083">
                <a:solidFill>
                  <a:srgbClr val="2E3C4E"/>
                </a:solidFill>
                <a:latin typeface="Barlow"/>
                <a:ea typeface="Barlow"/>
                <a:cs typeface="Barlow"/>
                <a:sym typeface="Barlow"/>
              </a:rPr>
              <a:t>Skills: Reusable AI Instructions</a:t>
            </a:r>
            <a:endParaRPr sz="3083">
              <a:solidFill>
                <a:schemeClr val="dk1"/>
              </a:solidFill>
              <a:latin typeface="Calibri"/>
              <a:ea typeface="Calibri"/>
              <a:cs typeface="Calibri"/>
              <a:sym typeface="Calibri"/>
            </a:endParaRPr>
          </a:p>
        </p:txBody>
      </p:sp>
      <p:sp>
        <p:nvSpPr>
          <p:cNvPr id="127" name="Google Shape;127;p6"/>
          <p:cNvSpPr/>
          <p:nvPr/>
        </p:nvSpPr>
        <p:spPr>
          <a:xfrm>
            <a:off x="631924" y="883072"/>
            <a:ext cx="5392738" cy="1113333"/>
          </a:xfrm>
          <a:prstGeom prst="roundRect">
            <a:avLst>
              <a:gd fmla="val 20221" name="adj"/>
            </a:avLst>
          </a:prstGeom>
          <a:solidFill>
            <a:srgbClr val="D4E9F7"/>
          </a:solidFill>
          <a:ln cap="flat" cmpd="sng" w="7938">
            <a:solidFill>
              <a:srgbClr val="BACFDD"/>
            </a:solidFill>
            <a:prstDash val="solid"/>
            <a:round/>
            <a:headEnd len="sm" w="sm" type="none"/>
            <a:tailEnd len="sm" w="sm" type="none"/>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28" name="Google Shape;128;p6"/>
          <p:cNvSpPr/>
          <p:nvPr/>
        </p:nvSpPr>
        <p:spPr>
          <a:xfrm>
            <a:off x="788293" y="1039440"/>
            <a:ext cx="3500000" cy="246757"/>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Session Context</a:t>
            </a:r>
            <a:endParaRPr sz="2000">
              <a:solidFill>
                <a:schemeClr val="dk1"/>
              </a:solidFill>
              <a:latin typeface="Calibri"/>
              <a:ea typeface="Calibri"/>
              <a:cs typeface="Calibri"/>
              <a:sym typeface="Calibri"/>
            </a:endParaRPr>
          </a:p>
        </p:txBody>
      </p:sp>
      <p:sp>
        <p:nvSpPr>
          <p:cNvPr id="129" name="Google Shape;129;p6"/>
          <p:cNvSpPr/>
          <p:nvPr/>
        </p:nvSpPr>
        <p:spPr>
          <a:xfrm>
            <a:off x="788293" y="1371724"/>
            <a:ext cx="5080000" cy="234157"/>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Typically, you must provide context within each </a:t>
            </a:r>
            <a:br>
              <a:rPr lang="en-US" sz="1500">
                <a:solidFill>
                  <a:srgbClr val="384653"/>
                </a:solidFill>
                <a:latin typeface="Montserrat"/>
                <a:ea typeface="Montserrat"/>
                <a:cs typeface="Montserrat"/>
                <a:sym typeface="Montserrat"/>
              </a:rPr>
            </a:br>
            <a:r>
              <a:rPr lang="en-US" sz="1500">
                <a:solidFill>
                  <a:srgbClr val="384653"/>
                </a:solidFill>
                <a:latin typeface="Montserrat"/>
                <a:ea typeface="Montserrat"/>
                <a:cs typeface="Montserrat"/>
                <a:sym typeface="Montserrat"/>
              </a:rPr>
              <a:t>interaction.</a:t>
            </a:r>
            <a:endParaRPr sz="1500">
              <a:solidFill>
                <a:schemeClr val="dk1"/>
              </a:solidFill>
              <a:latin typeface="Calibri"/>
              <a:ea typeface="Calibri"/>
              <a:cs typeface="Calibri"/>
              <a:sym typeface="Calibri"/>
            </a:endParaRPr>
          </a:p>
        </p:txBody>
      </p:sp>
      <p:sp>
        <p:nvSpPr>
          <p:cNvPr id="130" name="Google Shape;130;p6"/>
          <p:cNvSpPr/>
          <p:nvPr/>
        </p:nvSpPr>
        <p:spPr>
          <a:xfrm>
            <a:off x="6167239" y="883072"/>
            <a:ext cx="5392837" cy="1113333"/>
          </a:xfrm>
          <a:prstGeom prst="roundRect">
            <a:avLst>
              <a:gd fmla="val 20221" name="adj"/>
            </a:avLst>
          </a:prstGeom>
          <a:solidFill>
            <a:srgbClr val="D4E9F7"/>
          </a:solidFill>
          <a:ln cap="flat" cmpd="sng" w="7938">
            <a:solidFill>
              <a:srgbClr val="BACFDD"/>
            </a:solidFill>
            <a:prstDash val="solid"/>
            <a:round/>
            <a:headEnd len="sm" w="sm" type="none"/>
            <a:tailEnd len="sm" w="sm" type="none"/>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31" name="Google Shape;131;p6"/>
          <p:cNvSpPr/>
          <p:nvPr/>
        </p:nvSpPr>
        <p:spPr>
          <a:xfrm>
            <a:off x="6323608" y="1039440"/>
            <a:ext cx="1974751" cy="246757"/>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Reusable Setup</a:t>
            </a:r>
            <a:endParaRPr sz="2000">
              <a:solidFill>
                <a:schemeClr val="dk1"/>
              </a:solidFill>
              <a:latin typeface="Calibri"/>
              <a:ea typeface="Calibri"/>
              <a:cs typeface="Calibri"/>
              <a:sym typeface="Calibri"/>
            </a:endParaRPr>
          </a:p>
        </p:txBody>
      </p:sp>
      <p:sp>
        <p:nvSpPr>
          <p:cNvPr id="132" name="Google Shape;132;p6"/>
          <p:cNvSpPr/>
          <p:nvPr/>
        </p:nvSpPr>
        <p:spPr>
          <a:xfrm>
            <a:off x="6323608" y="1371724"/>
            <a:ext cx="5080099" cy="468312"/>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A skill stores your instructions and files once. The AI loads it whenever a request matches.</a:t>
            </a:r>
            <a:endParaRPr sz="1500">
              <a:solidFill>
                <a:schemeClr val="dk1"/>
              </a:solidFill>
              <a:latin typeface="Calibri"/>
              <a:ea typeface="Calibri"/>
              <a:cs typeface="Calibri"/>
              <a:sym typeface="Calibri"/>
            </a:endParaRPr>
          </a:p>
        </p:txBody>
      </p:sp>
      <p:sp>
        <p:nvSpPr>
          <p:cNvPr id="133" name="Google Shape;133;p6"/>
          <p:cNvSpPr/>
          <p:nvPr/>
        </p:nvSpPr>
        <p:spPr>
          <a:xfrm>
            <a:off x="631924" y="2138982"/>
            <a:ext cx="5392738" cy="1113333"/>
          </a:xfrm>
          <a:prstGeom prst="roundRect">
            <a:avLst>
              <a:gd fmla="val 20221" name="adj"/>
            </a:avLst>
          </a:prstGeom>
          <a:solidFill>
            <a:srgbClr val="D4E9F7"/>
          </a:solidFill>
          <a:ln cap="flat" cmpd="sng" w="7938">
            <a:solidFill>
              <a:srgbClr val="BACFDD"/>
            </a:solidFill>
            <a:prstDash val="solid"/>
            <a:round/>
            <a:headEnd len="sm" w="sm" type="none"/>
            <a:tailEnd len="sm" w="sm" type="none"/>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34" name="Google Shape;134;p6"/>
          <p:cNvSpPr/>
          <p:nvPr/>
        </p:nvSpPr>
        <p:spPr>
          <a:xfrm>
            <a:off x="788293" y="2295352"/>
            <a:ext cx="5080000" cy="246757"/>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Built In Examples</a:t>
            </a:r>
            <a:endParaRPr sz="2000">
              <a:solidFill>
                <a:schemeClr val="dk1"/>
              </a:solidFill>
              <a:latin typeface="Calibri"/>
              <a:ea typeface="Calibri"/>
              <a:cs typeface="Calibri"/>
              <a:sym typeface="Calibri"/>
            </a:endParaRPr>
          </a:p>
        </p:txBody>
      </p:sp>
      <p:sp>
        <p:nvSpPr>
          <p:cNvPr id="135" name="Google Shape;135;p6"/>
          <p:cNvSpPr/>
          <p:nvPr/>
        </p:nvSpPr>
        <p:spPr>
          <a:xfrm>
            <a:off x="788293" y="2627635"/>
            <a:ext cx="5080000" cy="468312"/>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Add sample inputs and outputs so every answer follows the same pattern.</a:t>
            </a:r>
            <a:endParaRPr sz="1500">
              <a:solidFill>
                <a:schemeClr val="dk1"/>
              </a:solidFill>
              <a:latin typeface="Calibri"/>
              <a:ea typeface="Calibri"/>
              <a:cs typeface="Calibri"/>
              <a:sym typeface="Calibri"/>
            </a:endParaRPr>
          </a:p>
        </p:txBody>
      </p:sp>
      <p:sp>
        <p:nvSpPr>
          <p:cNvPr id="136" name="Google Shape;136;p6"/>
          <p:cNvSpPr/>
          <p:nvPr/>
        </p:nvSpPr>
        <p:spPr>
          <a:xfrm>
            <a:off x="6167239" y="2138982"/>
            <a:ext cx="5392837" cy="1113333"/>
          </a:xfrm>
          <a:prstGeom prst="roundRect">
            <a:avLst>
              <a:gd fmla="val 20221" name="adj"/>
            </a:avLst>
          </a:prstGeom>
          <a:solidFill>
            <a:srgbClr val="D4E9F7"/>
          </a:solidFill>
          <a:ln cap="flat" cmpd="sng" w="7938">
            <a:solidFill>
              <a:srgbClr val="BACFDD"/>
            </a:solidFill>
            <a:prstDash val="solid"/>
            <a:round/>
            <a:headEnd len="sm" w="sm" type="none"/>
            <a:tailEnd len="sm" w="sm" type="none"/>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37" name="Google Shape;137;p6"/>
          <p:cNvSpPr/>
          <p:nvPr/>
        </p:nvSpPr>
        <p:spPr>
          <a:xfrm>
            <a:off x="6323608" y="2295352"/>
            <a:ext cx="1974751" cy="246757"/>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Result</a:t>
            </a:r>
            <a:endParaRPr sz="2000">
              <a:solidFill>
                <a:schemeClr val="dk1"/>
              </a:solidFill>
              <a:latin typeface="Calibri"/>
              <a:ea typeface="Calibri"/>
              <a:cs typeface="Calibri"/>
              <a:sym typeface="Calibri"/>
            </a:endParaRPr>
          </a:p>
        </p:txBody>
      </p:sp>
      <p:sp>
        <p:nvSpPr>
          <p:cNvPr id="138" name="Google Shape;138;p6"/>
          <p:cNvSpPr/>
          <p:nvPr/>
        </p:nvSpPr>
        <p:spPr>
          <a:xfrm>
            <a:off x="6323608" y="2627635"/>
            <a:ext cx="5080099" cy="234157"/>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Saves time and improves consistency for </a:t>
            </a:r>
            <a:br>
              <a:rPr lang="en-US" sz="1500">
                <a:solidFill>
                  <a:srgbClr val="384653"/>
                </a:solidFill>
                <a:latin typeface="Montserrat"/>
                <a:ea typeface="Montserrat"/>
                <a:cs typeface="Montserrat"/>
                <a:sym typeface="Montserrat"/>
              </a:rPr>
            </a:br>
            <a:r>
              <a:rPr lang="en-US" sz="1500">
                <a:solidFill>
                  <a:srgbClr val="384653"/>
                </a:solidFill>
                <a:latin typeface="Montserrat"/>
                <a:ea typeface="Montserrat"/>
                <a:cs typeface="Montserrat"/>
                <a:sym typeface="Montserrat"/>
              </a:rPr>
              <a:t>repetitive workplace tasks</a:t>
            </a:r>
            <a:endParaRPr sz="1500">
              <a:solidFill>
                <a:schemeClr val="dk1"/>
              </a:solidFill>
              <a:latin typeface="Calibri"/>
              <a:ea typeface="Calibri"/>
              <a:cs typeface="Calibri"/>
              <a:sym typeface="Calibri"/>
            </a:endParaRPr>
          </a:p>
        </p:txBody>
      </p:sp>
      <p:sp>
        <p:nvSpPr>
          <p:cNvPr id="139" name="Google Shape;139;p6"/>
          <p:cNvSpPr/>
          <p:nvPr/>
        </p:nvSpPr>
        <p:spPr>
          <a:xfrm>
            <a:off x="631924" y="3493223"/>
            <a:ext cx="3159621" cy="394990"/>
          </a:xfrm>
          <a:prstGeom prst="rect">
            <a:avLst/>
          </a:prstGeom>
          <a:noFill/>
          <a:ln>
            <a:noFill/>
          </a:ln>
        </p:spPr>
        <p:txBody>
          <a:bodyPr anchorCtr="0" anchor="t" bIns="0" lIns="0" spcFirstLastPara="1" rIns="0" wrap="square" tIns="0">
            <a:noAutofit/>
          </a:bodyPr>
          <a:lstStyle/>
          <a:p>
            <a:pPr indent="0" lvl="0" marL="0" marR="0" rtl="0" algn="l">
              <a:lnSpc>
                <a:spcPct val="102777"/>
              </a:lnSpc>
              <a:spcBef>
                <a:spcPts val="0"/>
              </a:spcBef>
              <a:spcAft>
                <a:spcPts val="0"/>
              </a:spcAft>
              <a:buClr>
                <a:srgbClr val="2E3C4E"/>
              </a:buClr>
              <a:buSzPts val="3600"/>
              <a:buFont typeface="Barlow"/>
              <a:buNone/>
            </a:pPr>
            <a:r>
              <a:rPr b="1" lang="en-US" sz="3000">
                <a:solidFill>
                  <a:srgbClr val="2E3C4E"/>
                </a:solidFill>
                <a:latin typeface="Barlow"/>
                <a:ea typeface="Barlow"/>
                <a:cs typeface="Barlow"/>
                <a:sym typeface="Barlow"/>
              </a:rPr>
              <a:t>Examples</a:t>
            </a:r>
            <a:endParaRPr sz="3000">
              <a:solidFill>
                <a:schemeClr val="dk1"/>
              </a:solidFill>
              <a:latin typeface="Calibri"/>
              <a:ea typeface="Calibri"/>
              <a:cs typeface="Calibri"/>
              <a:sym typeface="Calibri"/>
            </a:endParaRPr>
          </a:p>
        </p:txBody>
      </p:sp>
      <p:pic>
        <p:nvPicPr>
          <p:cNvPr descr="preencoded.png" id="140" name="Google Shape;140;p6"/>
          <p:cNvPicPr preferRelativeResize="0"/>
          <p:nvPr/>
        </p:nvPicPr>
        <p:blipFill rotWithShape="1">
          <a:blip r:embed="rId3">
            <a:alphaModFix/>
          </a:blip>
          <a:srcRect b="0" l="0" r="0" t="0"/>
          <a:stretch/>
        </p:blipFill>
        <p:spPr>
          <a:xfrm>
            <a:off x="631923" y="4112028"/>
            <a:ext cx="375146" cy="375146"/>
          </a:xfrm>
          <a:prstGeom prst="rect">
            <a:avLst/>
          </a:prstGeom>
          <a:noFill/>
          <a:ln>
            <a:noFill/>
          </a:ln>
        </p:spPr>
      </p:pic>
      <p:sp>
        <p:nvSpPr>
          <p:cNvPr id="141" name="Google Shape;141;p6"/>
          <p:cNvSpPr/>
          <p:nvPr/>
        </p:nvSpPr>
        <p:spPr>
          <a:xfrm>
            <a:off x="1185272" y="4112023"/>
            <a:ext cx="5300000" cy="234250"/>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Standard Operating Procedures (SOPs)</a:t>
            </a:r>
            <a:endParaRPr sz="2000">
              <a:solidFill>
                <a:schemeClr val="dk1"/>
              </a:solidFill>
              <a:latin typeface="Calibri"/>
              <a:ea typeface="Calibri"/>
              <a:cs typeface="Calibri"/>
              <a:sym typeface="Calibri"/>
            </a:endParaRPr>
          </a:p>
        </p:txBody>
      </p:sp>
      <p:sp>
        <p:nvSpPr>
          <p:cNvPr id="142" name="Google Shape;142;p6"/>
          <p:cNvSpPr/>
          <p:nvPr/>
        </p:nvSpPr>
        <p:spPr>
          <a:xfrm>
            <a:off x="1185267" y="4444312"/>
            <a:ext cx="4821634" cy="468312"/>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Load SOPs, manuals, and internal documents so the skill can answer questions and guide employees consistently</a:t>
            </a:r>
            <a:endParaRPr sz="1500">
              <a:solidFill>
                <a:schemeClr val="dk1"/>
              </a:solidFill>
              <a:latin typeface="Calibri"/>
              <a:ea typeface="Calibri"/>
              <a:cs typeface="Calibri"/>
              <a:sym typeface="Calibri"/>
            </a:endParaRPr>
          </a:p>
        </p:txBody>
      </p:sp>
      <p:pic>
        <p:nvPicPr>
          <p:cNvPr descr="preencoded.png" id="143" name="Google Shape;143;p6"/>
          <p:cNvPicPr preferRelativeResize="0"/>
          <p:nvPr/>
        </p:nvPicPr>
        <p:blipFill rotWithShape="1">
          <a:blip r:embed="rId4">
            <a:alphaModFix/>
          </a:blip>
          <a:srcRect b="0" l="0" r="0" t="0"/>
          <a:stretch/>
        </p:blipFill>
        <p:spPr>
          <a:xfrm>
            <a:off x="6185098" y="4112028"/>
            <a:ext cx="375146" cy="375146"/>
          </a:xfrm>
          <a:prstGeom prst="rect">
            <a:avLst/>
          </a:prstGeom>
          <a:noFill/>
          <a:ln>
            <a:noFill/>
          </a:ln>
        </p:spPr>
      </p:pic>
      <p:sp>
        <p:nvSpPr>
          <p:cNvPr id="144" name="Google Shape;144;p6"/>
          <p:cNvSpPr/>
          <p:nvPr/>
        </p:nvSpPr>
        <p:spPr>
          <a:xfrm>
            <a:off x="6738436" y="4112020"/>
            <a:ext cx="3508000" cy="246750"/>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Troubleshooting &amp; Support</a:t>
            </a:r>
            <a:endParaRPr sz="2000">
              <a:solidFill>
                <a:schemeClr val="dk1"/>
              </a:solidFill>
              <a:latin typeface="Calibri"/>
              <a:ea typeface="Calibri"/>
              <a:cs typeface="Calibri"/>
              <a:sym typeface="Calibri"/>
            </a:endParaRPr>
          </a:p>
        </p:txBody>
      </p:sp>
      <p:sp>
        <p:nvSpPr>
          <p:cNvPr id="145" name="Google Shape;145;p6"/>
          <p:cNvSpPr/>
          <p:nvPr/>
        </p:nvSpPr>
        <p:spPr>
          <a:xfrm>
            <a:off x="6790730" y="4551691"/>
            <a:ext cx="4821634" cy="468312"/>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Provide past issues, solutions, and logs so the skill can help identify likely causes and next steps</a:t>
            </a:r>
            <a:endParaRPr sz="1500">
              <a:solidFill>
                <a:schemeClr val="dk1"/>
              </a:solidFill>
              <a:latin typeface="Calibri"/>
              <a:ea typeface="Calibri"/>
              <a:cs typeface="Calibri"/>
              <a:sym typeface="Calibri"/>
            </a:endParaRPr>
          </a:p>
        </p:txBody>
      </p:sp>
      <p:pic>
        <p:nvPicPr>
          <p:cNvPr descr="preencoded.png" id="146" name="Google Shape;146;p6"/>
          <p:cNvPicPr preferRelativeResize="0"/>
          <p:nvPr/>
        </p:nvPicPr>
        <p:blipFill rotWithShape="1">
          <a:blip r:embed="rId5">
            <a:alphaModFix/>
          </a:blip>
          <a:srcRect b="0" l="0" r="0" t="0"/>
          <a:stretch/>
        </p:blipFill>
        <p:spPr>
          <a:xfrm>
            <a:off x="631924" y="5496055"/>
            <a:ext cx="375146" cy="375146"/>
          </a:xfrm>
          <a:prstGeom prst="rect">
            <a:avLst/>
          </a:prstGeom>
          <a:noFill/>
          <a:ln>
            <a:noFill/>
          </a:ln>
        </p:spPr>
      </p:pic>
      <p:sp>
        <p:nvSpPr>
          <p:cNvPr id="147" name="Google Shape;147;p6"/>
          <p:cNvSpPr/>
          <p:nvPr/>
        </p:nvSpPr>
        <p:spPr>
          <a:xfrm>
            <a:off x="1185273" y="5496061"/>
            <a:ext cx="3433000" cy="234250"/>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Training &amp; Onboarding</a:t>
            </a:r>
            <a:endParaRPr sz="2000">
              <a:solidFill>
                <a:schemeClr val="dk1"/>
              </a:solidFill>
              <a:latin typeface="Calibri"/>
              <a:ea typeface="Calibri"/>
              <a:cs typeface="Calibri"/>
              <a:sym typeface="Calibri"/>
            </a:endParaRPr>
          </a:p>
        </p:txBody>
      </p:sp>
      <p:sp>
        <p:nvSpPr>
          <p:cNvPr id="148" name="Google Shape;148;p6"/>
          <p:cNvSpPr/>
          <p:nvPr/>
        </p:nvSpPr>
        <p:spPr>
          <a:xfrm>
            <a:off x="1185268" y="5828339"/>
            <a:ext cx="4821634" cy="468312"/>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Include training materials and examples so the skill can explain processes to new employees in a consistent way</a:t>
            </a:r>
            <a:endParaRPr sz="1500">
              <a:solidFill>
                <a:schemeClr val="dk1"/>
              </a:solidFill>
              <a:latin typeface="Calibri"/>
              <a:ea typeface="Calibri"/>
              <a:cs typeface="Calibri"/>
              <a:sym typeface="Calibri"/>
            </a:endParaRPr>
          </a:p>
        </p:txBody>
      </p:sp>
      <p:pic>
        <p:nvPicPr>
          <p:cNvPr descr="preencoded.png" id="149" name="Google Shape;149;p6"/>
          <p:cNvPicPr preferRelativeResize="0"/>
          <p:nvPr/>
        </p:nvPicPr>
        <p:blipFill rotWithShape="1">
          <a:blip r:embed="rId6">
            <a:alphaModFix/>
          </a:blip>
          <a:srcRect b="0" l="0" r="0" t="0"/>
          <a:stretch/>
        </p:blipFill>
        <p:spPr>
          <a:xfrm>
            <a:off x="6185098" y="5496055"/>
            <a:ext cx="375146" cy="375146"/>
          </a:xfrm>
          <a:prstGeom prst="rect">
            <a:avLst/>
          </a:prstGeom>
          <a:noFill/>
          <a:ln>
            <a:noFill/>
          </a:ln>
        </p:spPr>
      </p:pic>
      <p:sp>
        <p:nvSpPr>
          <p:cNvPr id="150" name="Google Shape;150;p6"/>
          <p:cNvSpPr/>
          <p:nvPr/>
        </p:nvSpPr>
        <p:spPr>
          <a:xfrm>
            <a:off x="6738436" y="5496061"/>
            <a:ext cx="3609250" cy="234250"/>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384653"/>
              </a:buClr>
              <a:buSzPts val="2400"/>
              <a:buFont typeface="Barlow"/>
              <a:buNone/>
            </a:pPr>
            <a:r>
              <a:rPr b="1" lang="en-US" sz="2000">
                <a:solidFill>
                  <a:srgbClr val="384653"/>
                </a:solidFill>
                <a:latin typeface="Barlow"/>
                <a:ea typeface="Barlow"/>
                <a:cs typeface="Barlow"/>
                <a:sym typeface="Barlow"/>
              </a:rPr>
              <a:t>Reporting &amp; Communication</a:t>
            </a:r>
            <a:endParaRPr sz="2000">
              <a:solidFill>
                <a:schemeClr val="dk1"/>
              </a:solidFill>
              <a:latin typeface="Calibri"/>
              <a:ea typeface="Calibri"/>
              <a:cs typeface="Calibri"/>
              <a:sym typeface="Calibri"/>
            </a:endParaRPr>
          </a:p>
        </p:txBody>
      </p:sp>
      <p:sp>
        <p:nvSpPr>
          <p:cNvPr id="151" name="Google Shape;151;p6"/>
          <p:cNvSpPr/>
          <p:nvPr/>
        </p:nvSpPr>
        <p:spPr>
          <a:xfrm>
            <a:off x="6738442" y="5828339"/>
            <a:ext cx="4821634" cy="468312"/>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384653"/>
              </a:buClr>
              <a:buSzPts val="1800"/>
              <a:buFont typeface="Montserrat"/>
              <a:buNone/>
            </a:pPr>
            <a:r>
              <a:rPr lang="en-US" sz="1500">
                <a:solidFill>
                  <a:srgbClr val="384653"/>
                </a:solidFill>
                <a:latin typeface="Montserrat"/>
                <a:ea typeface="Montserrat"/>
                <a:cs typeface="Montserrat"/>
                <a:sym typeface="Montserrat"/>
              </a:rPr>
              <a:t>Load examples of shift reports or updates so the skill can help generate clear, standardized summaries</a:t>
            </a:r>
            <a:endParaRPr sz="15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par>
                                <p:cTn fill="hold" nodeType="with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par>
                                <p:cTn fill="hold" nodeType="with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par>
                                <p:cTn fill="hold" nodeType="with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par>
                                <p:cTn fill="hold" nodeType="with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par>
                                <p:cTn fill="hold" nodeType="with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par>
                                <p:cTn fill="hold" nodeType="with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par>
                                <p:cTn fill="hold" nodeType="with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par>
                                <p:cTn fill="hold" nodeType="with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par>
                                <p:cTn fill="hold" nodeType="with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par>
                                <p:cTn fill="hold" nodeType="with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par>
                                <p:cTn fill="hold" nodeType="with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g3d23a5bc6b1_0_2"/>
          <p:cNvSpPr txBox="1"/>
          <p:nvPr>
            <p:ph type="title"/>
          </p:nvPr>
        </p:nvSpPr>
        <p:spPr>
          <a:xfrm>
            <a:off x="1833785" y="1743334"/>
            <a:ext cx="8781500" cy="1875000"/>
          </a:xfrm>
          <a:prstGeom prst="rect">
            <a:avLst/>
          </a:prstGeom>
          <a:noFill/>
          <a:ln>
            <a:noFill/>
          </a:ln>
        </p:spPr>
        <p:txBody>
          <a:bodyPr anchorCtr="0" anchor="ctr" bIns="45708" lIns="91417" spcFirstLastPara="1" rIns="91417" wrap="square" tIns="45708">
            <a:normAutofit/>
          </a:bodyPr>
          <a:lstStyle/>
          <a:p>
            <a:pPr indent="0" lvl="0" marL="0" rtl="0" algn="l">
              <a:lnSpc>
                <a:spcPct val="90000"/>
              </a:lnSpc>
              <a:spcBef>
                <a:spcPts val="0"/>
              </a:spcBef>
              <a:spcAft>
                <a:spcPts val="0"/>
              </a:spcAft>
              <a:buClr>
                <a:srgbClr val="000000"/>
              </a:buClr>
              <a:buSzPts val="7200"/>
              <a:buFont typeface="Play"/>
              <a:buNone/>
            </a:pPr>
            <a:r>
              <a:rPr lang="en-US">
                <a:solidFill>
                  <a:srgbClr val="000000"/>
                </a:solidFill>
                <a:latin typeface="Play"/>
                <a:ea typeface="Play"/>
                <a:cs typeface="Play"/>
                <a:sym typeface="Play"/>
              </a:rPr>
              <a:t>Local LLMs with LM Studio</a:t>
            </a:r>
            <a:endParaRPr/>
          </a:p>
        </p:txBody>
      </p:sp>
      <p:sp>
        <p:nvSpPr>
          <p:cNvPr id="41" name="Google Shape;41;g3d23a5bc6b1_0_2"/>
          <p:cNvSpPr txBox="1"/>
          <p:nvPr>
            <p:ph idx="1" type="body"/>
          </p:nvPr>
        </p:nvSpPr>
        <p:spPr>
          <a:xfrm>
            <a:off x="1833563" y="3710273"/>
            <a:ext cx="5176750" cy="649250"/>
          </a:xfrm>
          <a:prstGeom prst="rect">
            <a:avLst/>
          </a:prstGeom>
          <a:noFill/>
          <a:ln>
            <a:noFill/>
          </a:ln>
        </p:spPr>
        <p:txBody>
          <a:bodyPr anchorCtr="0" anchor="t" bIns="45708" lIns="91417" spcFirstLastPara="1" rIns="91417" wrap="square" tIns="45708">
            <a:normAutofit/>
          </a:bodyPr>
          <a:lstStyle/>
          <a:p>
            <a:pPr indent="0" lvl="0" marL="0" rtl="0" algn="l">
              <a:lnSpc>
                <a:spcPct val="90000"/>
              </a:lnSpc>
              <a:spcBef>
                <a:spcPts val="0"/>
              </a:spcBef>
              <a:spcAft>
                <a:spcPts val="0"/>
              </a:spcAft>
              <a:buClr>
                <a:schemeClr val="dk1"/>
              </a:buClr>
              <a:buSzPts val="2900"/>
              <a:buNone/>
            </a:pPr>
            <a:r>
              <a:rPr lang="en-US"/>
              <a:t>Led by Clayton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p:nvPr/>
        </p:nvSpPr>
        <p:spPr>
          <a:xfrm>
            <a:off x="0" y="1"/>
            <a:ext cx="12192000" cy="676275"/>
          </a:xfrm>
          <a:prstGeom prst="rect">
            <a:avLst/>
          </a:prstGeom>
          <a:solidFill>
            <a:srgbClr val="7F7F7F"/>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b="1" lang="en-US" sz="4000">
                <a:solidFill>
                  <a:schemeClr val="lt1"/>
                </a:solidFill>
                <a:latin typeface="Barlow"/>
                <a:ea typeface="Barlow"/>
                <a:cs typeface="Barlow"/>
                <a:sym typeface="Barlow"/>
              </a:rPr>
              <a:t>Anatomy of a Skill</a:t>
            </a:r>
            <a:endParaRPr/>
          </a:p>
        </p:txBody>
      </p:sp>
      <p:sp>
        <p:nvSpPr>
          <p:cNvPr id="55" name="Google Shape;55;p2"/>
          <p:cNvSpPr/>
          <p:nvPr/>
        </p:nvSpPr>
        <p:spPr>
          <a:xfrm>
            <a:off x="1176338" y="854931"/>
            <a:ext cx="9839325" cy="800100"/>
          </a:xfrm>
          <a:prstGeom prst="roundRect">
            <a:avLst>
              <a:gd fmla="val 16667" name="adj"/>
            </a:avLst>
          </a:prstGeom>
          <a:solidFill>
            <a:srgbClr val="3E2513"/>
          </a:solidFill>
          <a:ln cap="flat" cmpd="sng" w="10583">
            <a:solidFill>
              <a:srgbClr val="643414"/>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b="1" lang="en-US" sz="4000">
                <a:solidFill>
                  <a:schemeClr val="lt1"/>
                </a:solidFill>
                <a:latin typeface="Barlow"/>
                <a:ea typeface="Barlow"/>
                <a:cs typeface="Barlow"/>
                <a:sym typeface="Barlow"/>
              </a:rPr>
              <a:t>SKILL.md (one text file)</a:t>
            </a:r>
            <a:endParaRPr/>
          </a:p>
        </p:txBody>
      </p:sp>
      <p:sp>
        <p:nvSpPr>
          <p:cNvPr id="56" name="Google Shape;56;p2"/>
          <p:cNvSpPr/>
          <p:nvPr/>
        </p:nvSpPr>
        <p:spPr>
          <a:xfrm>
            <a:off x="1176337" y="3470913"/>
            <a:ext cx="9839325" cy="800100"/>
          </a:xfrm>
          <a:prstGeom prst="roundRect">
            <a:avLst>
              <a:gd fmla="val 16667" name="adj"/>
            </a:avLst>
          </a:prstGeom>
          <a:solidFill>
            <a:srgbClr val="3E2513"/>
          </a:solidFill>
          <a:ln cap="flat" cmpd="sng" w="10583">
            <a:solidFill>
              <a:srgbClr val="643414"/>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b="1" lang="en-US" sz="4000">
                <a:solidFill>
                  <a:schemeClr val="lt1"/>
                </a:solidFill>
                <a:latin typeface="Barlow"/>
                <a:ea typeface="Barlow"/>
                <a:cs typeface="Barlow"/>
                <a:sym typeface="Barlow"/>
              </a:rPr>
              <a:t>Reference Files (optional)</a:t>
            </a:r>
            <a:endParaRPr/>
          </a:p>
        </p:txBody>
      </p:sp>
      <p:sp>
        <p:nvSpPr>
          <p:cNvPr id="57" name="Google Shape;57;p2"/>
          <p:cNvSpPr txBox="1"/>
          <p:nvPr/>
        </p:nvSpPr>
        <p:spPr>
          <a:xfrm>
            <a:off x="1176338" y="1655032"/>
            <a:ext cx="9839324" cy="1718419"/>
          </a:xfrm>
          <a:prstGeom prst="rect">
            <a:avLst/>
          </a:prstGeom>
          <a:noFill/>
          <a:ln>
            <a:noFill/>
          </a:ln>
        </p:spPr>
        <p:txBody>
          <a:bodyPr anchorCtr="0" anchor="t" bIns="38083" lIns="76188" spcFirstLastPara="1" rIns="76188" wrap="square" tIns="38083">
            <a:spAutoFit/>
          </a:bodyPr>
          <a:lstStyle/>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name: mill-maintenance-helper</a:t>
            </a:r>
            <a:endParaRPr b="1" sz="2667">
              <a:solidFill>
                <a:schemeClr val="dk1"/>
              </a:solidFill>
              <a:latin typeface="Barlow"/>
              <a:ea typeface="Barlow"/>
              <a:cs typeface="Barlow"/>
              <a:sym typeface="Barlow"/>
            </a:endParaRPr>
          </a:p>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description: what it does and when to use it</a:t>
            </a:r>
            <a:endParaRPr b="1" sz="2667">
              <a:solidFill>
                <a:schemeClr val="dk1"/>
              </a:solidFill>
              <a:latin typeface="Barlow"/>
              <a:ea typeface="Barlow"/>
              <a:cs typeface="Barlow"/>
              <a:sym typeface="Barlow"/>
            </a:endParaRPr>
          </a:p>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Instructions: role, task, format, constraints (RTFC)</a:t>
            </a:r>
            <a:endParaRPr b="1" sz="2667">
              <a:solidFill>
                <a:schemeClr val="dk1"/>
              </a:solidFill>
              <a:latin typeface="Barlow"/>
              <a:ea typeface="Barlow"/>
              <a:cs typeface="Barlow"/>
              <a:sym typeface="Barlow"/>
            </a:endParaRPr>
          </a:p>
        </p:txBody>
      </p:sp>
      <p:sp>
        <p:nvSpPr>
          <p:cNvPr id="58" name="Google Shape;58;p2"/>
          <p:cNvSpPr txBox="1"/>
          <p:nvPr/>
        </p:nvSpPr>
        <p:spPr>
          <a:xfrm>
            <a:off x="1176337" y="4312420"/>
            <a:ext cx="9839325" cy="2385268"/>
          </a:xfrm>
          <a:prstGeom prst="rect">
            <a:avLst/>
          </a:prstGeom>
          <a:noFill/>
          <a:ln>
            <a:noFill/>
          </a:ln>
        </p:spPr>
        <p:txBody>
          <a:bodyPr anchorCtr="0" anchor="t" bIns="38083" lIns="76188" spcFirstLastPara="1" rIns="76188" wrap="square" tIns="38083">
            <a:spAutoFit/>
          </a:bodyPr>
          <a:lstStyle/>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Manuals, SOPs, checklists, past shift reports.</a:t>
            </a:r>
            <a:endParaRPr b="1" sz="2667">
              <a:solidFill>
                <a:schemeClr val="dk1"/>
              </a:solidFill>
              <a:latin typeface="Barlow"/>
              <a:ea typeface="Barlow"/>
              <a:cs typeface="Barlow"/>
              <a:sym typeface="Barlow"/>
            </a:endParaRPr>
          </a:p>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Gemini accepts PDF and text files, not Word or Excel.</a:t>
            </a:r>
            <a:endParaRPr b="1" sz="2667">
              <a:solidFill>
                <a:schemeClr val="dk1"/>
              </a:solidFill>
              <a:latin typeface="Barlow"/>
              <a:ea typeface="Barlow"/>
              <a:cs typeface="Barlow"/>
              <a:sym typeface="Barlow"/>
            </a:endParaRPr>
          </a:p>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The same SKILL.md works in Claude, Gemini, and Copilot, or paste it into any chat.</a:t>
            </a:r>
            <a:endParaRPr b="1" sz="2667">
              <a:solidFill>
                <a:schemeClr val="dk1"/>
              </a:solidFill>
              <a:latin typeface="Barlow"/>
              <a:ea typeface="Barlow"/>
              <a:cs typeface="Barlow"/>
              <a:sym typeface="Barlo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
                                        </p:tgtEl>
                                        <p:attrNameLst>
                                          <p:attrName>style.visibility</p:attrName>
                                        </p:attrNameLst>
                                      </p:cBhvr>
                                      <p:to>
                                        <p:strVal val="visible"/>
                                      </p:to>
                                    </p:set>
                                    <p:animEffect filter="fade" transition="in">
                                      <p:cBhvr>
                                        <p:cTn dur="500"/>
                                        <p:tgtEl>
                                          <p:spTgt spid="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
                                            <p:txEl>
                                              <p:pRg end="0" st="0"/>
                                            </p:txEl>
                                          </p:spTgt>
                                        </p:tgtEl>
                                        <p:attrNameLst>
                                          <p:attrName>style.visibility</p:attrName>
                                        </p:attrNameLst>
                                      </p:cBhvr>
                                      <p:to>
                                        <p:strVal val="visible"/>
                                      </p:to>
                                    </p:set>
                                    <p:animEffect filter="fade" transition="in">
                                      <p:cBhvr>
                                        <p:cTn dur="500"/>
                                        <p:tgtEl>
                                          <p:spTgt spid="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
                                            <p:txEl>
                                              <p:pRg end="1" st="1"/>
                                            </p:txEl>
                                          </p:spTgt>
                                        </p:tgtEl>
                                        <p:attrNameLst>
                                          <p:attrName>style.visibility</p:attrName>
                                        </p:attrNameLst>
                                      </p:cBhvr>
                                      <p:to>
                                        <p:strVal val="visible"/>
                                      </p:to>
                                    </p:set>
                                    <p:animEffect filter="fade" transition="in">
                                      <p:cBhvr>
                                        <p:cTn dur="500"/>
                                        <p:tgtEl>
                                          <p:spTgt spid="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0" st="0"/>
                                            </p:txEl>
                                          </p:spTgt>
                                        </p:tgtEl>
                                        <p:attrNameLst>
                                          <p:attrName>style.visibility</p:attrName>
                                        </p:attrNameLst>
                                      </p:cBhvr>
                                      <p:to>
                                        <p:strVal val="visible"/>
                                      </p:to>
                                    </p:set>
                                    <p:animEffect filter="fade" transition="in">
                                      <p:cBhvr>
                                        <p:cTn dur="500"/>
                                        <p:tgtEl>
                                          <p:spTgt spid="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1" st="1"/>
                                            </p:txEl>
                                          </p:spTgt>
                                        </p:tgtEl>
                                        <p:attrNameLst>
                                          <p:attrName>style.visibility</p:attrName>
                                        </p:attrNameLst>
                                      </p:cBhvr>
                                      <p:to>
                                        <p:strVal val="visible"/>
                                      </p:to>
                                    </p:set>
                                    <p:animEffect filter="fade" transition="in">
                                      <p:cBhvr>
                                        <p:cTn dur="500"/>
                                        <p:tgtEl>
                                          <p:spTgt spid="5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p:nvPr/>
        </p:nvSpPr>
        <p:spPr>
          <a:xfrm>
            <a:off x="0" y="1"/>
            <a:ext cx="12192000" cy="676275"/>
          </a:xfrm>
          <a:prstGeom prst="rect">
            <a:avLst/>
          </a:prstGeom>
          <a:solidFill>
            <a:srgbClr val="7F7F7F"/>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b="1" lang="en-US" sz="4000">
                <a:solidFill>
                  <a:schemeClr val="lt1"/>
                </a:solidFill>
                <a:latin typeface="Barlow"/>
                <a:ea typeface="Barlow"/>
                <a:cs typeface="Barlow"/>
                <a:sym typeface="Barlow"/>
              </a:rPr>
              <a:t>Load Your Skill: Claude and Gemini</a:t>
            </a:r>
            <a:endParaRPr/>
          </a:p>
        </p:txBody>
      </p:sp>
      <p:sp>
        <p:nvSpPr>
          <p:cNvPr id="55" name="Google Shape;55;p2"/>
          <p:cNvSpPr/>
          <p:nvPr/>
        </p:nvSpPr>
        <p:spPr>
          <a:xfrm>
            <a:off x="1176338" y="854931"/>
            <a:ext cx="9839325" cy="800100"/>
          </a:xfrm>
          <a:prstGeom prst="roundRect">
            <a:avLst>
              <a:gd fmla="val 16667" name="adj"/>
            </a:avLst>
          </a:prstGeom>
          <a:solidFill>
            <a:srgbClr val="3E2513"/>
          </a:solidFill>
          <a:ln cap="flat" cmpd="sng" w="10583">
            <a:solidFill>
              <a:srgbClr val="643414"/>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b="1" lang="en-US" sz="4000">
                <a:solidFill>
                  <a:schemeClr val="lt1"/>
                </a:solidFill>
                <a:latin typeface="Barlow"/>
                <a:ea typeface="Barlow"/>
                <a:cs typeface="Barlow"/>
                <a:sym typeface="Barlow"/>
              </a:rPr>
              <a:t>Claude (claude.ai, free plan works)</a:t>
            </a:r>
            <a:endParaRPr/>
          </a:p>
        </p:txBody>
      </p:sp>
      <p:sp>
        <p:nvSpPr>
          <p:cNvPr id="56" name="Google Shape;56;p2"/>
          <p:cNvSpPr/>
          <p:nvPr/>
        </p:nvSpPr>
        <p:spPr>
          <a:xfrm>
            <a:off x="1176337" y="3470913"/>
            <a:ext cx="9839325" cy="800100"/>
          </a:xfrm>
          <a:prstGeom prst="roundRect">
            <a:avLst>
              <a:gd fmla="val 16667" name="adj"/>
            </a:avLst>
          </a:prstGeom>
          <a:solidFill>
            <a:srgbClr val="3E2513"/>
          </a:solidFill>
          <a:ln cap="flat" cmpd="sng" w="10583">
            <a:solidFill>
              <a:srgbClr val="643414"/>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b="1" lang="en-US" sz="4000">
                <a:solidFill>
                  <a:schemeClr val="lt1"/>
                </a:solidFill>
                <a:latin typeface="Barlow"/>
                <a:ea typeface="Barlow"/>
                <a:cs typeface="Barlow"/>
                <a:sym typeface="Barlow"/>
              </a:rPr>
              <a:t>Gemini (personal Google account)</a:t>
            </a:r>
            <a:endParaRPr/>
          </a:p>
        </p:txBody>
      </p:sp>
      <p:sp>
        <p:nvSpPr>
          <p:cNvPr id="57" name="Google Shape;57;p2"/>
          <p:cNvSpPr txBox="1"/>
          <p:nvPr/>
        </p:nvSpPr>
        <p:spPr>
          <a:xfrm>
            <a:off x="1176338" y="1655032"/>
            <a:ext cx="9839324" cy="1718419"/>
          </a:xfrm>
          <a:prstGeom prst="rect">
            <a:avLst/>
          </a:prstGeom>
          <a:noFill/>
          <a:ln>
            <a:noFill/>
          </a:ln>
        </p:spPr>
        <p:txBody>
          <a:bodyPr anchorCtr="0" anchor="t" bIns="38083" lIns="76188" spcFirstLastPara="1" rIns="76188" wrap="square" tIns="38083">
            <a:spAutoFit/>
          </a:bodyPr>
          <a:lstStyle/>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Settings &gt; Capabilities: turn on Code execution and file creation.</a:t>
            </a:r>
            <a:endParaRPr b="1" sz="2667">
              <a:solidFill>
                <a:schemeClr val="dk1"/>
              </a:solidFill>
              <a:latin typeface="Barlow"/>
              <a:ea typeface="Barlow"/>
              <a:cs typeface="Barlow"/>
              <a:sym typeface="Barlow"/>
            </a:endParaRPr>
          </a:p>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Customize &gt; Skills &gt; + &gt; Create skill &gt; Upload a skill (ZIP).</a:t>
            </a:r>
            <a:endParaRPr b="1" sz="2667">
              <a:solidFill>
                <a:schemeClr val="dk1"/>
              </a:solidFill>
              <a:latin typeface="Barlow"/>
              <a:ea typeface="Barlow"/>
              <a:cs typeface="Barlow"/>
              <a:sym typeface="Barlow"/>
            </a:endParaRPr>
          </a:p>
        </p:txBody>
      </p:sp>
      <p:sp>
        <p:nvSpPr>
          <p:cNvPr id="58" name="Google Shape;58;p2"/>
          <p:cNvSpPr txBox="1"/>
          <p:nvPr/>
        </p:nvSpPr>
        <p:spPr>
          <a:xfrm>
            <a:off x="1176337" y="4312420"/>
            <a:ext cx="9839325" cy="2385268"/>
          </a:xfrm>
          <a:prstGeom prst="rect">
            <a:avLst/>
          </a:prstGeom>
          <a:noFill/>
          <a:ln>
            <a:noFill/>
          </a:ln>
        </p:spPr>
        <p:txBody>
          <a:bodyPr anchorCtr="0" anchor="t" bIns="38083" lIns="76188" spcFirstLastPara="1" rIns="76188" wrap="square" tIns="38083">
            <a:spAutoFit/>
          </a:bodyPr>
          <a:lstStyle/>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Settings &gt; Skills &gt; Upload: pick your SKILL.md or ZIP.</a:t>
            </a:r>
            <a:endParaRPr b="1" sz="2667">
              <a:solidFill>
                <a:schemeClr val="dk1"/>
              </a:solidFill>
              <a:latin typeface="Barlow"/>
              <a:ea typeface="Barlow"/>
              <a:cs typeface="Barlow"/>
              <a:sym typeface="Barlow"/>
            </a:endParaRPr>
          </a:p>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In a chat, type / and choose your skill.</a:t>
            </a:r>
            <a:endParaRPr b="1" sz="2667">
              <a:solidFill>
                <a:schemeClr val="dk1"/>
              </a:solidFill>
              <a:latin typeface="Barlow"/>
              <a:ea typeface="Barlow"/>
              <a:cs typeface="Barlow"/>
              <a:sym typeface="Barlow"/>
            </a:endParaRPr>
          </a:p>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Test with 3 real questions, then fix the instructions.</a:t>
            </a:r>
            <a:endParaRPr b="1" sz="2667">
              <a:solidFill>
                <a:schemeClr val="dk1"/>
              </a:solidFill>
              <a:latin typeface="Barlow"/>
              <a:ea typeface="Barlow"/>
              <a:cs typeface="Barlow"/>
              <a:sym typeface="Barlo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
                                        </p:tgtEl>
                                        <p:attrNameLst>
                                          <p:attrName>style.visibility</p:attrName>
                                        </p:attrNameLst>
                                      </p:cBhvr>
                                      <p:to>
                                        <p:strVal val="visible"/>
                                      </p:to>
                                    </p:set>
                                    <p:animEffect filter="fade" transition="in">
                                      <p:cBhvr>
                                        <p:cTn dur="500"/>
                                        <p:tgtEl>
                                          <p:spTgt spid="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
                                            <p:txEl>
                                              <p:pRg end="0" st="0"/>
                                            </p:txEl>
                                          </p:spTgt>
                                        </p:tgtEl>
                                        <p:attrNameLst>
                                          <p:attrName>style.visibility</p:attrName>
                                        </p:attrNameLst>
                                      </p:cBhvr>
                                      <p:to>
                                        <p:strVal val="visible"/>
                                      </p:to>
                                    </p:set>
                                    <p:animEffect filter="fade" transition="in">
                                      <p:cBhvr>
                                        <p:cTn dur="500"/>
                                        <p:tgtEl>
                                          <p:spTgt spid="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
                                            <p:txEl>
                                              <p:pRg end="1" st="1"/>
                                            </p:txEl>
                                          </p:spTgt>
                                        </p:tgtEl>
                                        <p:attrNameLst>
                                          <p:attrName>style.visibility</p:attrName>
                                        </p:attrNameLst>
                                      </p:cBhvr>
                                      <p:to>
                                        <p:strVal val="visible"/>
                                      </p:to>
                                    </p:set>
                                    <p:animEffect filter="fade" transition="in">
                                      <p:cBhvr>
                                        <p:cTn dur="500"/>
                                        <p:tgtEl>
                                          <p:spTgt spid="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0" st="0"/>
                                            </p:txEl>
                                          </p:spTgt>
                                        </p:tgtEl>
                                        <p:attrNameLst>
                                          <p:attrName>style.visibility</p:attrName>
                                        </p:attrNameLst>
                                      </p:cBhvr>
                                      <p:to>
                                        <p:strVal val="visible"/>
                                      </p:to>
                                    </p:set>
                                    <p:animEffect filter="fade" transition="in">
                                      <p:cBhvr>
                                        <p:cTn dur="500"/>
                                        <p:tgtEl>
                                          <p:spTgt spid="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1" st="1"/>
                                            </p:txEl>
                                          </p:spTgt>
                                        </p:tgtEl>
                                        <p:attrNameLst>
                                          <p:attrName>style.visibility</p:attrName>
                                        </p:attrNameLst>
                                      </p:cBhvr>
                                      <p:to>
                                        <p:strVal val="visible"/>
                                      </p:to>
                                    </p:set>
                                    <p:animEffect filter="fade" transition="in">
                                      <p:cBhvr>
                                        <p:cTn dur="500"/>
                                        <p:tgtEl>
                                          <p:spTgt spid="5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Day 1 Agenda</a:t>
            </a:r>
          </a:p>
        </p:txBody>
      </p:sp>
      <p:sp>
        <p:nvSpPr>
          <p:cNvPr id="613" name="Google Shape;61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1400"/>
              </a:spcBef>
              <a:spcAft>
                <a:spcPts val="0"/>
              </a:spcAft>
              <a:buClr>
                <a:schemeClr val="dk1"/>
              </a:buClr>
              <a:buSzPts val="4000"/>
              <a:buChar char="▪"/>
            </a:pPr>
            <a:r>
              <a:rPr b="1" sz="2800" lang="en-US"/>
              <a:t>0:00  </a:t>
            </a:r>
            <a:r>
              <a:rPr sz="2800" lang="en-US"/>
              <a:t xml:space="preserve">Welcome and introductions</a:t>
            </a:r>
          </a:p>
          <a:p>
            <a:pPr indent="-254000" lvl="0" marL="228600" rtl="0" algn="l">
              <a:lnSpc>
                <a:spcPct val="90000"/>
              </a:lnSpc>
              <a:spcBef>
                <a:spcPts val="1400"/>
              </a:spcBef>
              <a:spcAft>
                <a:spcPts val="0"/>
              </a:spcAft>
              <a:buClr>
                <a:schemeClr val="dk1"/>
              </a:buClr>
              <a:buSzPts val="4000"/>
              <a:buChar char="▪"/>
            </a:pPr>
            <a:r>
              <a:rPr b="1" sz="2800" lang="en-US"/>
              <a:t>0:10  </a:t>
            </a:r>
            <a:r>
              <a:rPr sz="2800" lang="en-US"/>
              <a:t xml:space="preserve">The state of manufacturing: what keeps you up at night?</a:t>
            </a:r>
          </a:p>
          <a:p>
            <a:pPr indent="-254000" lvl="0" marL="228600" rtl="0" algn="l">
              <a:lnSpc>
                <a:spcPct val="90000"/>
              </a:lnSpc>
              <a:spcBef>
                <a:spcPts val="1400"/>
              </a:spcBef>
              <a:spcAft>
                <a:spcPts val="0"/>
              </a:spcAft>
              <a:buClr>
                <a:schemeClr val="dk1"/>
              </a:buClr>
              <a:buSzPts val="4000"/>
              <a:buChar char="▪"/>
            </a:pPr>
            <a:r>
              <a:rPr b="1" sz="2800" lang="en-US"/>
              <a:t>0:30  </a:t>
            </a:r>
            <a:r>
              <a:rPr sz="2800" lang="en-US"/>
              <a:t xml:space="preserve">Prompting: hallucinations, safe use, and the RTFC framework</a:t>
            </a:r>
          </a:p>
          <a:p>
            <a:pPr indent="-254000" lvl="0" marL="228600" rtl="0" algn="l">
              <a:lnSpc>
                <a:spcPct val="90000"/>
              </a:lnSpc>
              <a:spcBef>
                <a:spcPts val="1400"/>
              </a:spcBef>
              <a:spcAft>
                <a:spcPts val="0"/>
              </a:spcAft>
              <a:buClr>
                <a:schemeClr val="dk1"/>
              </a:buClr>
              <a:buSzPts val="4000"/>
              <a:buChar char="▪"/>
            </a:pPr>
            <a:r>
              <a:rPr b="1" sz="2800" lang="en-US"/>
              <a:t>0:55  </a:t>
            </a:r>
            <a:r>
              <a:rPr sz="2800" lang="en-US"/>
              <a:t xml:space="preserve">AI skills: build one for your job</a:t>
            </a:r>
          </a:p>
          <a:p>
            <a:pPr indent="-254000" lvl="0" marL="228600" rtl="0" algn="l">
              <a:lnSpc>
                <a:spcPct val="90000"/>
              </a:lnSpc>
              <a:spcBef>
                <a:spcPts val="1400"/>
              </a:spcBef>
              <a:spcAft>
                <a:spcPts val="0"/>
              </a:spcAft>
              <a:buClr>
                <a:schemeClr val="dk1"/>
              </a:buClr>
              <a:buSzPts val="4000"/>
              <a:buChar char="▪"/>
            </a:pPr>
            <a:r>
              <a:rPr b="1" sz="2800" lang="en-US"/>
              <a:t>1:55  </a:t>
            </a:r>
            <a:r>
              <a:rPr sz="2800" lang="en-US"/>
              <a:t xml:space="preserve">Break</a:t>
            </a:r>
          </a:p>
          <a:p>
            <a:pPr indent="-254000" lvl="0" marL="228600" rtl="0" algn="l">
              <a:lnSpc>
                <a:spcPct val="90000"/>
              </a:lnSpc>
              <a:spcBef>
                <a:spcPts val="1400"/>
              </a:spcBef>
              <a:spcAft>
                <a:spcPts val="0"/>
              </a:spcAft>
              <a:buClr>
                <a:schemeClr val="dk1"/>
              </a:buClr>
              <a:buSzPts val="4000"/>
              <a:buChar char="▪"/>
            </a:pPr>
            <a:r>
              <a:rPr b="1" sz="2800" lang="en-US"/>
              <a:t>2:00  </a:t>
            </a:r>
            <a:r>
              <a:rPr sz="2800" lang="en-US"/>
              <a:t xml:space="preserve">Local LLMs with LM Studio (Clayton)</a:t>
            </a:r>
          </a:p>
          <a:p>
            <a:pPr indent="-254000" lvl="0" marL="228600" rtl="0" algn="l">
              <a:lnSpc>
                <a:spcPct val="90000"/>
              </a:lnSpc>
              <a:spcBef>
                <a:spcPts val="1400"/>
              </a:spcBef>
              <a:spcAft>
                <a:spcPts val="0"/>
              </a:spcAft>
              <a:buClr>
                <a:schemeClr val="dk1"/>
              </a:buClr>
              <a:buSzPts val="4000"/>
              <a:buChar char="▪"/>
            </a:pPr>
            <a:r>
              <a:rPr b="1" sz="2800" lang="en-US"/>
              <a:t>2:55  </a:t>
            </a:r>
            <a:r>
              <a:rPr sz="2800" lang="en-US"/>
              <a:t xml:space="preserve">Wrap up and questions</a:t>
            </a: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What You Will Do in 3 Days</a:t>
            </a:r>
          </a:p>
        </p:txBody>
      </p:sp>
      <p:sp>
        <p:nvSpPr>
          <p:cNvPr id="613" name="Google Shape;61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1400"/>
              </a:spcBef>
              <a:spcAft>
                <a:spcPts val="0"/>
              </a:spcAft>
              <a:buClr>
                <a:schemeClr val="dk1"/>
              </a:buClr>
              <a:buSzPts val="4000"/>
              <a:buChar char="▪"/>
            </a:pPr>
            <a:r>
              <a:rPr b="1" sz="2600" lang="en-US"/>
              <a:t>Day 1: </a:t>
            </a:r>
            <a:r>
              <a:rPr sz="2600" lang="en-US"/>
              <a:t xml:space="preserve">Prompt AI tools well and build a reusable skill for your job</a:t>
            </a:r>
          </a:p>
          <a:p>
            <a:pPr indent="-254000" lvl="0" marL="228600" rtl="0" algn="l">
              <a:lnSpc>
                <a:spcPct val="90000"/>
              </a:lnSpc>
              <a:spcBef>
                <a:spcPts val="1400"/>
              </a:spcBef>
              <a:spcAft>
                <a:spcPts val="0"/>
              </a:spcAft>
              <a:buClr>
                <a:schemeClr val="dk1"/>
              </a:buClr>
              <a:buSzPts val="4000"/>
              <a:buChar char="▪"/>
            </a:pPr>
            <a:r>
              <a:rPr b="1" sz="2600" lang="en-US"/>
              <a:t>Day 2: </a:t>
            </a:r>
            <a:r>
              <a:rPr sz="2600" lang="en-US"/>
              <a:t xml:space="preserve">Train a model to spot defective cast parts, then vibe code a simple app</a:t>
            </a:r>
          </a:p>
          <a:p>
            <a:pPr indent="-254000" lvl="0" marL="228600" rtl="0" algn="l">
              <a:lnSpc>
                <a:spcPct val="90000"/>
              </a:lnSpc>
              <a:spcBef>
                <a:spcPts val="1400"/>
              </a:spcBef>
              <a:spcAft>
                <a:spcPts val="0"/>
              </a:spcAft>
              <a:buClr>
                <a:schemeClr val="dk1"/>
              </a:buClr>
              <a:buSzPts val="4000"/>
              <a:buChar char="▪"/>
            </a:pPr>
            <a:r>
              <a:rPr b="1" sz="2600" lang="en-US"/>
              <a:t>Day 3: </a:t>
            </a:r>
            <a:r>
              <a:rPr sz="2600" lang="en-US"/>
              <a:t xml:space="preserve">Predict machine failures from sensor data with Orange</a:t>
            </a:r>
          </a:p>
          <a:p>
            <a:pPr indent="-254000" lvl="0" marL="228600" rtl="0" algn="l">
              <a:lnSpc>
                <a:spcPct val="90000"/>
              </a:lnSpc>
              <a:spcBef>
                <a:spcPts val="1400"/>
              </a:spcBef>
              <a:spcAft>
                <a:spcPts val="0"/>
              </a:spcAft>
              <a:buClr>
                <a:schemeClr val="dk1"/>
              </a:buClr>
              <a:buSzPts val="4000"/>
              <a:buChar char="▪"/>
            </a:pPr>
            <a:r>
              <a:rPr b="1" sz="2600" lang="en-US"/>
              <a:t>Day 3: </a:t>
            </a:r>
            <a:r>
              <a:rPr sz="2600" lang="en-US"/>
              <a:t xml:space="preserve">Plan your first AI pilot</a:t>
            </a: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Use AI Safely at Work</a:t>
            </a:r>
          </a:p>
        </p:txBody>
      </p:sp>
      <p:sp>
        <p:nvSpPr>
          <p:cNvPr id="613" name="Google Shape;61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2000"/>
              </a:spcBef>
              <a:spcAft>
                <a:spcPts val="0"/>
              </a:spcAft>
              <a:buClr>
                <a:schemeClr val="dk1"/>
              </a:buClr>
              <a:buSzPts val="4000"/>
              <a:buChar char="▪"/>
            </a:pPr>
            <a:r>
              <a:rPr sz="2800" lang="en-US"/>
              <a:t>Follow your company AI policy first.</a:t>
            </a:r>
          </a:p>
          <a:p>
            <a:pPr indent="-254000" lvl="0" marL="228600" rtl="0" algn="l">
              <a:lnSpc>
                <a:spcPct val="90000"/>
              </a:lnSpc>
              <a:spcBef>
                <a:spcPts val="2000"/>
              </a:spcBef>
              <a:spcAft>
                <a:spcPts val="0"/>
              </a:spcAft>
              <a:buClr>
                <a:schemeClr val="dk1"/>
              </a:buClr>
              <a:buSzPts val="4000"/>
              <a:buChar char="▪"/>
            </a:pPr>
            <a:r>
              <a:rPr sz="2800" lang="en-US"/>
              <a:t>Do not paste confidential drawings, customer data, or personal information into public AI tools.</a:t>
            </a:r>
          </a:p>
          <a:p>
            <a:pPr indent="-254000" lvl="0" marL="228600" rtl="0" algn="l">
              <a:lnSpc>
                <a:spcPct val="90000"/>
              </a:lnSpc>
              <a:spcBef>
                <a:spcPts val="2000"/>
              </a:spcBef>
              <a:spcAft>
                <a:spcPts val="0"/>
              </a:spcAft>
              <a:buClr>
                <a:schemeClr val="dk1"/>
              </a:buClr>
              <a:buSzPts val="4000"/>
              <a:buChar char="▪"/>
            </a:pPr>
            <a:r>
              <a:rPr sz="2800" lang="en-US"/>
              <a:t>Check every number, setting, and spec against the source before you act on it.</a:t>
            </a:r>
          </a:p>
          <a:p>
            <a:pPr indent="-254000" lvl="0" marL="228600" rtl="0" algn="l">
              <a:lnSpc>
                <a:spcPct val="90000"/>
              </a:lnSpc>
              <a:spcBef>
                <a:spcPts val="2000"/>
              </a:spcBef>
              <a:spcAft>
                <a:spcPts val="0"/>
              </a:spcAft>
              <a:buClr>
                <a:schemeClr val="dk1"/>
              </a:buClr>
              <a:buSzPts val="4000"/>
              <a:buChar char="▪"/>
            </a:pPr>
            <a:r>
              <a:rPr sz="2800" lang="en-US"/>
              <a:t>Need to keep data in house? Local models run on your own computer. Clayton shows you how today.</a:t>
            </a: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p:nvPr/>
        </p:nvSpPr>
        <p:spPr>
          <a:xfrm>
            <a:off x="0" y="1"/>
            <a:ext cx="12192000" cy="676275"/>
          </a:xfrm>
          <a:prstGeom prst="rect">
            <a:avLst/>
          </a:prstGeom>
          <a:solidFill>
            <a:srgbClr val="7F7F7F"/>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b="1" lang="en-US" sz="4000">
                <a:solidFill>
                  <a:schemeClr val="lt1"/>
                </a:solidFill>
                <a:latin typeface="Barlow"/>
                <a:ea typeface="Barlow"/>
                <a:cs typeface="Barlow"/>
                <a:sym typeface="Barlow"/>
              </a:rPr>
              <a:t>Load Your Skill: ChatGPT and Copilot</a:t>
            </a:r>
            <a:endParaRPr/>
          </a:p>
        </p:txBody>
      </p:sp>
      <p:sp>
        <p:nvSpPr>
          <p:cNvPr id="55" name="Google Shape;55;p2"/>
          <p:cNvSpPr/>
          <p:nvPr/>
        </p:nvSpPr>
        <p:spPr>
          <a:xfrm>
            <a:off x="1176338" y="854931"/>
            <a:ext cx="9839325" cy="800100"/>
          </a:xfrm>
          <a:prstGeom prst="roundRect">
            <a:avLst>
              <a:gd fmla="val 16667" name="adj"/>
            </a:avLst>
          </a:prstGeom>
          <a:solidFill>
            <a:srgbClr val="3E2513"/>
          </a:solidFill>
          <a:ln cap="flat" cmpd="sng" w="10583">
            <a:solidFill>
              <a:srgbClr val="643414"/>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b="1" lang="en-US" sz="4000">
                <a:solidFill>
                  <a:schemeClr val="lt1"/>
                </a:solidFill>
                <a:latin typeface="Barlow"/>
                <a:ea typeface="Barlow"/>
                <a:cs typeface="Barlow"/>
                <a:sym typeface="Barlow"/>
              </a:rPr>
              <a:t>ChatGPT (skills live in plugins)</a:t>
            </a:r>
            <a:endParaRPr/>
          </a:p>
        </p:txBody>
      </p:sp>
      <p:sp>
        <p:nvSpPr>
          <p:cNvPr id="56" name="Google Shape;56;p2"/>
          <p:cNvSpPr/>
          <p:nvPr/>
        </p:nvSpPr>
        <p:spPr>
          <a:xfrm>
            <a:off x="1176337" y="3470913"/>
            <a:ext cx="9839325" cy="800100"/>
          </a:xfrm>
          <a:prstGeom prst="roundRect">
            <a:avLst>
              <a:gd fmla="val 16667" name="adj"/>
            </a:avLst>
          </a:prstGeom>
          <a:solidFill>
            <a:srgbClr val="3E2513"/>
          </a:solidFill>
          <a:ln cap="flat" cmpd="sng" w="10583">
            <a:solidFill>
              <a:srgbClr val="643414"/>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b="1" lang="en-US" sz="4000">
                <a:solidFill>
                  <a:schemeClr val="lt1"/>
                </a:solidFill>
                <a:latin typeface="Barlow"/>
                <a:ea typeface="Barlow"/>
                <a:cs typeface="Barlow"/>
                <a:sym typeface="Barlow"/>
              </a:rPr>
              <a:t>Microsoft 365 Copilot (licensed)</a:t>
            </a:r>
            <a:endParaRPr/>
          </a:p>
        </p:txBody>
      </p:sp>
      <p:sp>
        <p:nvSpPr>
          <p:cNvPr id="57" name="Google Shape;57;p2"/>
          <p:cNvSpPr txBox="1"/>
          <p:nvPr/>
        </p:nvSpPr>
        <p:spPr>
          <a:xfrm>
            <a:off x="1176338" y="1655032"/>
            <a:ext cx="9839324" cy="1718419"/>
          </a:xfrm>
          <a:prstGeom prst="rect">
            <a:avLst/>
          </a:prstGeom>
          <a:noFill/>
          <a:ln>
            <a:noFill/>
          </a:ln>
        </p:spPr>
        <p:txBody>
          <a:bodyPr anchorCtr="0" anchor="t" bIns="38083" lIns="76188" spcFirstLastPara="1" rIns="76188" wrap="square" tIns="38083">
            <a:spAutoFit/>
          </a:bodyPr>
          <a:lstStyle/>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Plugins (sidebar) &gt; + &gt; chat with Plugin Creator.</a:t>
            </a:r>
          </a:p>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Paste your SKILL.md and ask it to build the plugin.</a:t>
            </a:r>
          </a:p>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Not available on your plan? Use the paste method below.</a:t>
            </a:r>
          </a:p>
        </p:txBody>
      </p:sp>
      <p:sp>
        <p:nvSpPr>
          <p:cNvPr id="58" name="Google Shape;58;p2"/>
          <p:cNvSpPr txBox="1"/>
          <p:nvPr/>
        </p:nvSpPr>
        <p:spPr>
          <a:xfrm>
            <a:off x="1176337" y="4312420"/>
            <a:ext cx="9839325" cy="2385268"/>
          </a:xfrm>
          <a:prstGeom prst="rect">
            <a:avLst/>
          </a:prstGeom>
          <a:noFill/>
          <a:ln>
            <a:noFill/>
          </a:ln>
        </p:spPr>
        <p:txBody>
          <a:bodyPr anchorCtr="0" anchor="t" bIns="38083" lIns="76188" spcFirstLastPara="1" rIns="76188" wrap="square" tIns="38083">
            <a:spAutoFit/>
          </a:bodyPr>
          <a:lstStyle/>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In Cowork: + &gt; Customize &gt; Skills &gt; Add &gt; Upload skill.</a:t>
            </a:r>
          </a:p>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No license? Paste your SKILL.md at the top of a new chat, attach your file, then ask.</a:t>
            </a:r>
          </a:p>
          <a:p>
            <a:pPr indent="-342900" lvl="0" marL="342900" marR="0" rtl="0" algn="l">
              <a:spcBef>
                <a:spcPts val="0"/>
              </a:spcBef>
              <a:spcAft>
                <a:spcPts val="0"/>
              </a:spcAft>
              <a:buClr>
                <a:schemeClr val="dk1"/>
              </a:buClr>
              <a:buSzPts val="3200"/>
              <a:buFont typeface="Arial"/>
              <a:buChar char="•"/>
            </a:pPr>
            <a:r>
              <a:rPr b="1" lang="en-US" sz="2667">
                <a:solidFill>
                  <a:schemeClr val="dk1"/>
                </a:solidFill>
                <a:latin typeface="Barlow"/>
                <a:ea typeface="Barlow"/>
                <a:cs typeface="Barlow"/>
                <a:sym typeface="Barlow"/>
              </a:rPr>
              <a:t>Test with 3 real questions, then fix the instructions.</a:t>
            </a:r>
          </a:p>
        </p:txBody>
      </p:sp>
    </p:spTree>
  </p:cSld>
  <p:clrMapOvr>
    <a:masterClrMapping/>
  </p:clrMapOvr>
</p:sld>
</file>

<file path=ppt/theme/theme1.xml><?xml version="1.0" encoding="utf-8"?>
<a:theme xmlns:a="http://schemas.openxmlformats.org/drawingml/2006/main" xmlns:r="http://schemas.openxmlformats.org/officeDocument/2006/relationships" name="2_IntelNewBrand">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2021-05-25T09:09:29Z</dcterms:created>
  <dc:creator>Varun Shukla</dc:creator>
</cp:coreProperties>
</file>